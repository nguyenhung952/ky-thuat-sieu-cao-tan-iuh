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8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9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.xml" ContentType="application/vnd.openxmlformats-officedocument.presentationml.notesSlide+xml"/>
  <Override PartName="/ppt/diagrams/data10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1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5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3"/>
  </p:notesMasterIdLst>
  <p:sldIdLst>
    <p:sldId id="256" r:id="rId2"/>
    <p:sldId id="325" r:id="rId3"/>
    <p:sldId id="257" r:id="rId4"/>
    <p:sldId id="259" r:id="rId5"/>
    <p:sldId id="399" r:id="rId6"/>
    <p:sldId id="338" r:id="rId7"/>
    <p:sldId id="260" r:id="rId8"/>
    <p:sldId id="261" r:id="rId9"/>
    <p:sldId id="262" r:id="rId10"/>
    <p:sldId id="263" r:id="rId11"/>
    <p:sldId id="314" r:id="rId12"/>
    <p:sldId id="264" r:id="rId13"/>
    <p:sldId id="315" r:id="rId14"/>
    <p:sldId id="316" r:id="rId15"/>
    <p:sldId id="317" r:id="rId16"/>
    <p:sldId id="318" r:id="rId17"/>
    <p:sldId id="319" r:id="rId18"/>
    <p:sldId id="320" r:id="rId19"/>
    <p:sldId id="265" r:id="rId20"/>
    <p:sldId id="266" r:id="rId21"/>
    <p:sldId id="339" r:id="rId22"/>
    <p:sldId id="404" r:id="rId23"/>
    <p:sldId id="267" r:id="rId24"/>
    <p:sldId id="321" r:id="rId25"/>
    <p:sldId id="268" r:id="rId26"/>
    <p:sldId id="269" r:id="rId27"/>
    <p:sldId id="322" r:id="rId28"/>
    <p:sldId id="323" r:id="rId29"/>
    <p:sldId id="270" r:id="rId30"/>
    <p:sldId id="324" r:id="rId31"/>
    <p:sldId id="326" r:id="rId32"/>
    <p:sldId id="271" r:id="rId33"/>
    <p:sldId id="340" r:id="rId34"/>
    <p:sldId id="327" r:id="rId35"/>
    <p:sldId id="328" r:id="rId36"/>
    <p:sldId id="329" r:id="rId37"/>
    <p:sldId id="330" r:id="rId38"/>
    <p:sldId id="341" r:id="rId39"/>
    <p:sldId id="331" r:id="rId40"/>
    <p:sldId id="332" r:id="rId41"/>
    <p:sldId id="333" r:id="rId42"/>
    <p:sldId id="334" r:id="rId43"/>
    <p:sldId id="335" r:id="rId44"/>
    <p:sldId id="336" r:id="rId45"/>
    <p:sldId id="337" r:id="rId46"/>
    <p:sldId id="344" r:id="rId47"/>
    <p:sldId id="343" r:id="rId48"/>
    <p:sldId id="345" r:id="rId49"/>
    <p:sldId id="346" r:id="rId50"/>
    <p:sldId id="347" r:id="rId51"/>
    <p:sldId id="348" r:id="rId52"/>
    <p:sldId id="349" r:id="rId53"/>
    <p:sldId id="350" r:id="rId54"/>
    <p:sldId id="351" r:id="rId55"/>
    <p:sldId id="353" r:id="rId56"/>
    <p:sldId id="352" r:id="rId57"/>
    <p:sldId id="354" r:id="rId58"/>
    <p:sldId id="355" r:id="rId59"/>
    <p:sldId id="356" r:id="rId60"/>
    <p:sldId id="357" r:id="rId61"/>
    <p:sldId id="358" r:id="rId62"/>
    <p:sldId id="359" r:id="rId63"/>
    <p:sldId id="363" r:id="rId64"/>
    <p:sldId id="361" r:id="rId65"/>
    <p:sldId id="362" r:id="rId66"/>
    <p:sldId id="364" r:id="rId67"/>
    <p:sldId id="365" r:id="rId68"/>
    <p:sldId id="366" r:id="rId69"/>
    <p:sldId id="367" r:id="rId70"/>
    <p:sldId id="368" r:id="rId71"/>
    <p:sldId id="272" r:id="rId72"/>
    <p:sldId id="369" r:id="rId73"/>
    <p:sldId id="370" r:id="rId74"/>
    <p:sldId id="371" r:id="rId75"/>
    <p:sldId id="372" r:id="rId76"/>
    <p:sldId id="373" r:id="rId77"/>
    <p:sldId id="374" r:id="rId78"/>
    <p:sldId id="375" r:id="rId79"/>
    <p:sldId id="376" r:id="rId80"/>
    <p:sldId id="377" r:id="rId81"/>
    <p:sldId id="378" r:id="rId82"/>
    <p:sldId id="379" r:id="rId83"/>
    <p:sldId id="380" r:id="rId84"/>
    <p:sldId id="381" r:id="rId85"/>
    <p:sldId id="382" r:id="rId86"/>
    <p:sldId id="384" r:id="rId87"/>
    <p:sldId id="386" r:id="rId88"/>
    <p:sldId id="385" r:id="rId89"/>
    <p:sldId id="387" r:id="rId90"/>
    <p:sldId id="389" r:id="rId91"/>
    <p:sldId id="388" r:id="rId92"/>
    <p:sldId id="390" r:id="rId93"/>
    <p:sldId id="391" r:id="rId94"/>
    <p:sldId id="393" r:id="rId95"/>
    <p:sldId id="392" r:id="rId96"/>
    <p:sldId id="394" r:id="rId97"/>
    <p:sldId id="395" r:id="rId98"/>
    <p:sldId id="396" r:id="rId99"/>
    <p:sldId id="398" r:id="rId100"/>
    <p:sldId id="402" r:id="rId101"/>
    <p:sldId id="403" r:id="rId10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A861"/>
    <a:srgbClr val="A7B070"/>
    <a:srgbClr val="B9E1E9"/>
    <a:srgbClr val="7030A0"/>
    <a:srgbClr val="C00000"/>
    <a:srgbClr val="9B9256"/>
    <a:srgbClr val="A8B97F"/>
    <a:srgbClr val="580819"/>
    <a:srgbClr val="D9D9D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1.png"/><Relationship Id="rId2" Type="http://schemas.openxmlformats.org/officeDocument/2006/relationships/image" Target="../media/image1211.png"/><Relationship Id="rId1" Type="http://schemas.openxmlformats.org/officeDocument/2006/relationships/image" Target="../media/image1111.png"/><Relationship Id="rId4" Type="http://schemas.openxmlformats.org/officeDocument/2006/relationships/image" Target="../media/image14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94A7AA-9E2D-4C73-8C68-A6BB36AA23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FA0BC4-3F44-4C5B-B866-091AF9492447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Khái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niệm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3FB7A1-5AAE-44F0-A528-F9D1BE9DD58F}" type="parTrans" cxnId="{7E17D22C-2E09-4327-ACFE-EF12E0ABEF2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75C701-F6E5-44C5-B595-5E5A4D641050}" type="sibTrans" cxnId="{7E17D22C-2E09-4327-ACFE-EF12E0ABEF2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973621-7BDE-4E72-A1C3-452ADCEC0522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Phương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trình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BF680A-7861-46E2-B842-47E26F1C2C7F}" type="parTrans" cxnId="{DD005F92-5C31-438B-8658-C2747E4995D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08AAE5-F24D-434E-8A7C-C13A583F926D}" type="sibTrans" cxnId="{DD005F92-5C31-438B-8658-C2747E4995D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DC93D0-FBCB-4CF7-895C-D0C0EF586B30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F53072-68F6-4646-BFFE-091C3F177D84}" type="parTrans" cxnId="{5D2E0F2A-627F-4F61-B494-6708A3B095BD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3D4779C-D4C1-47FC-9F6C-2D86530BDE65}" type="sibTrans" cxnId="{5D2E0F2A-627F-4F61-B494-6708A3B095BD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E196C7-D3C1-45CF-88E8-DC09CCDD1479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tương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dây-Hệ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D49CF9-4C3D-489B-ABA2-C78A86905C3B}" type="parTrans" cxnId="{97008D1D-2CCC-44C9-BA58-465693D84A0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62D0E7-53E2-4E54-8D93-B815FE2F64B5}" type="sibTrans" cxnId="{97008D1D-2CCC-44C9-BA58-465693D84A0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06CD17-B244-405F-A037-F5010CD35443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dây-Dẫn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nạp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C15370-7723-47D2-B61E-F345023B5195}" type="parTrans" cxnId="{660E08A1-96EC-4485-BE01-E2247C0DB554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6A7160-D46D-4DE5-8EFB-04B16AE6CB55}" type="sibTrans" cxnId="{660E08A1-96EC-4485-BE01-E2247C0DB554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DA19F5-D113-4A44-B398-4C08042BA70E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tượng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đứng-Hệ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D5D86E-1ED3-46E2-9B43-0DE472BA57F0}" type="parTrans" cxnId="{BA812C3A-197A-43E6-815E-56C9A7F017B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2551B9-406C-4F8E-B28C-931EF87A872C}" type="sibTrans" cxnId="{BA812C3A-197A-43E6-815E-56C9A7F017B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D32A45F-CB2C-4B1B-9238-DE57AF6A26B3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cộng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hưởng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cộng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hưởng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CDAFBB-449A-4459-B48C-D3031FB1C2C0}" type="parTrans" cxnId="{AF180E26-AD9A-451A-8E30-39445BFD3417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70D9EC-8CD4-49D9-9A67-94D0806F8ACE}" type="sibTrans" cxnId="{AF180E26-AD9A-451A-8E30-39445BFD3417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5EFCAC-557C-4DBE-B84F-79EE97A153A0}" type="pres">
      <dgm:prSet presAssocID="{3E94A7AA-9E2D-4C73-8C68-A6BB36AA2362}" presName="linear" presStyleCnt="0">
        <dgm:presLayoutVars>
          <dgm:animLvl val="lvl"/>
          <dgm:resizeHandles val="exact"/>
        </dgm:presLayoutVars>
      </dgm:prSet>
      <dgm:spPr/>
    </dgm:pt>
    <dgm:pt modelId="{4C5DBB0B-BB04-457D-B4D9-3B35C251940D}" type="pres">
      <dgm:prSet presAssocID="{39FA0BC4-3F44-4C5B-B866-091AF949244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6D41059-C0FB-49E4-B721-961C87638FF8}" type="pres">
      <dgm:prSet presAssocID="{D275C701-F6E5-44C5-B595-5E5A4D641050}" presName="spacer" presStyleCnt="0"/>
      <dgm:spPr/>
    </dgm:pt>
    <dgm:pt modelId="{946035A0-FC0F-4561-800D-AB1B90AC0FBC}" type="pres">
      <dgm:prSet presAssocID="{5C973621-7BDE-4E72-A1C3-452ADCEC0522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C681627-21F2-4983-9283-55BD1632C098}" type="pres">
      <dgm:prSet presAssocID="{6E08AAE5-F24D-434E-8A7C-C13A583F926D}" presName="spacer" presStyleCnt="0"/>
      <dgm:spPr/>
    </dgm:pt>
    <dgm:pt modelId="{B6D9F51C-9549-4640-B0CC-A741A4E9FAE3}" type="pres">
      <dgm:prSet presAssocID="{92DC93D0-FBCB-4CF7-895C-D0C0EF586B3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D527B5C-CF4A-4BC4-98B9-C6E4CA8B30DA}" type="pres">
      <dgm:prSet presAssocID="{03D4779C-D4C1-47FC-9F6C-2D86530BDE65}" presName="spacer" presStyleCnt="0"/>
      <dgm:spPr/>
    </dgm:pt>
    <dgm:pt modelId="{E317D8FA-2EC4-4469-9F3E-90BF01A6B026}" type="pres">
      <dgm:prSet presAssocID="{FBE196C7-D3C1-45CF-88E8-DC09CCDD1479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43323B2-E734-4E51-AE32-575ABDF2C510}" type="pres">
      <dgm:prSet presAssocID="{DC62D0E7-53E2-4E54-8D93-B815FE2F64B5}" presName="spacer" presStyleCnt="0"/>
      <dgm:spPr/>
    </dgm:pt>
    <dgm:pt modelId="{836CFD1A-3471-4686-9208-51A76B7592A4}" type="pres">
      <dgm:prSet presAssocID="{C906CD17-B244-405F-A037-F5010CD3544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9F2F47B1-EE7E-4BB4-8C82-D1D8608815F9}" type="pres">
      <dgm:prSet presAssocID="{FF6A7160-D46D-4DE5-8EFB-04B16AE6CB55}" presName="spacer" presStyleCnt="0"/>
      <dgm:spPr/>
    </dgm:pt>
    <dgm:pt modelId="{E3BF4F65-1930-4DEF-867A-0D8B47319A0E}" type="pres">
      <dgm:prSet presAssocID="{49DA19F5-D113-4A44-B398-4C08042BA70E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617E520-F734-4BFB-85D3-FE97950AC6C5}" type="pres">
      <dgm:prSet presAssocID="{E62551B9-406C-4F8E-B28C-931EF87A872C}" presName="spacer" presStyleCnt="0"/>
      <dgm:spPr/>
    </dgm:pt>
    <dgm:pt modelId="{088178DD-33D2-452D-A4A0-11899327D426}" type="pres">
      <dgm:prSet presAssocID="{0D32A45F-CB2C-4B1B-9238-DE57AF6A26B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97008D1D-2CCC-44C9-BA58-465693D84A02}" srcId="{3E94A7AA-9E2D-4C73-8C68-A6BB36AA2362}" destId="{FBE196C7-D3C1-45CF-88E8-DC09CCDD1479}" srcOrd="3" destOrd="0" parTransId="{21D49CF9-4C3D-489B-ABA2-C78A86905C3B}" sibTransId="{DC62D0E7-53E2-4E54-8D93-B815FE2F64B5}"/>
    <dgm:cxn modelId="{BCB0741F-5E6E-4CB6-969F-C795EC5F1C31}" type="presOf" srcId="{92DC93D0-FBCB-4CF7-895C-D0C0EF586B30}" destId="{B6D9F51C-9549-4640-B0CC-A741A4E9FAE3}" srcOrd="0" destOrd="0" presId="urn:microsoft.com/office/officeart/2005/8/layout/vList2"/>
    <dgm:cxn modelId="{AF180E26-AD9A-451A-8E30-39445BFD3417}" srcId="{3E94A7AA-9E2D-4C73-8C68-A6BB36AA2362}" destId="{0D32A45F-CB2C-4B1B-9238-DE57AF6A26B3}" srcOrd="6" destOrd="0" parTransId="{CBCDAFBB-449A-4459-B48C-D3031FB1C2C0}" sibTransId="{7E70D9EC-8CD4-49D9-9A67-94D0806F8ACE}"/>
    <dgm:cxn modelId="{5D2E0F2A-627F-4F61-B494-6708A3B095BD}" srcId="{3E94A7AA-9E2D-4C73-8C68-A6BB36AA2362}" destId="{92DC93D0-FBCB-4CF7-895C-D0C0EF586B30}" srcOrd="2" destOrd="0" parTransId="{2CF53072-68F6-4646-BFFE-091C3F177D84}" sibTransId="{03D4779C-D4C1-47FC-9F6C-2D86530BDE65}"/>
    <dgm:cxn modelId="{7E17D22C-2E09-4327-ACFE-EF12E0ABEF22}" srcId="{3E94A7AA-9E2D-4C73-8C68-A6BB36AA2362}" destId="{39FA0BC4-3F44-4C5B-B866-091AF9492447}" srcOrd="0" destOrd="0" parTransId="{133FB7A1-5AAE-44F0-A528-F9D1BE9DD58F}" sibTransId="{D275C701-F6E5-44C5-B595-5E5A4D641050}"/>
    <dgm:cxn modelId="{9FDA6638-4E30-4CB1-B2F1-DA97BD4E22B7}" type="presOf" srcId="{0D32A45F-CB2C-4B1B-9238-DE57AF6A26B3}" destId="{088178DD-33D2-452D-A4A0-11899327D426}" srcOrd="0" destOrd="0" presId="urn:microsoft.com/office/officeart/2005/8/layout/vList2"/>
    <dgm:cxn modelId="{E94AB939-8D88-4EA5-A636-646F84CBA5D2}" type="presOf" srcId="{C906CD17-B244-405F-A037-F5010CD35443}" destId="{836CFD1A-3471-4686-9208-51A76B7592A4}" srcOrd="0" destOrd="0" presId="urn:microsoft.com/office/officeart/2005/8/layout/vList2"/>
    <dgm:cxn modelId="{BA812C3A-197A-43E6-815E-56C9A7F017B2}" srcId="{3E94A7AA-9E2D-4C73-8C68-A6BB36AA2362}" destId="{49DA19F5-D113-4A44-B398-4C08042BA70E}" srcOrd="5" destOrd="0" parTransId="{87D5D86E-1ED3-46E2-9B43-0DE472BA57F0}" sibTransId="{E62551B9-406C-4F8E-B28C-931EF87A872C}"/>
    <dgm:cxn modelId="{394D7C58-BA63-43A7-AF38-3024332B15F3}" type="presOf" srcId="{39FA0BC4-3F44-4C5B-B866-091AF9492447}" destId="{4C5DBB0B-BB04-457D-B4D9-3B35C251940D}" srcOrd="0" destOrd="0" presId="urn:microsoft.com/office/officeart/2005/8/layout/vList2"/>
    <dgm:cxn modelId="{F8046E84-EFD6-43BB-BD8B-43AAB0BCB00C}" type="presOf" srcId="{3E94A7AA-9E2D-4C73-8C68-A6BB36AA2362}" destId="{255EFCAC-557C-4DBE-B84F-79EE97A153A0}" srcOrd="0" destOrd="0" presId="urn:microsoft.com/office/officeart/2005/8/layout/vList2"/>
    <dgm:cxn modelId="{DD005F92-5C31-438B-8658-C2747E4995D2}" srcId="{3E94A7AA-9E2D-4C73-8C68-A6BB36AA2362}" destId="{5C973621-7BDE-4E72-A1C3-452ADCEC0522}" srcOrd="1" destOrd="0" parTransId="{BBBF680A-7861-46E2-B842-47E26F1C2C7F}" sibTransId="{6E08AAE5-F24D-434E-8A7C-C13A583F926D}"/>
    <dgm:cxn modelId="{7837C39F-26F8-4DF7-BBF7-091752B7774A}" type="presOf" srcId="{49DA19F5-D113-4A44-B398-4C08042BA70E}" destId="{E3BF4F65-1930-4DEF-867A-0D8B47319A0E}" srcOrd="0" destOrd="0" presId="urn:microsoft.com/office/officeart/2005/8/layout/vList2"/>
    <dgm:cxn modelId="{660E08A1-96EC-4485-BE01-E2247C0DB554}" srcId="{3E94A7AA-9E2D-4C73-8C68-A6BB36AA2362}" destId="{C906CD17-B244-405F-A037-F5010CD35443}" srcOrd="4" destOrd="0" parTransId="{19C15370-7723-47D2-B61E-F345023B5195}" sibTransId="{FF6A7160-D46D-4DE5-8EFB-04B16AE6CB55}"/>
    <dgm:cxn modelId="{4D20C9CF-CB17-48C9-B83F-7412543E850A}" type="presOf" srcId="{5C973621-7BDE-4E72-A1C3-452ADCEC0522}" destId="{946035A0-FC0F-4561-800D-AB1B90AC0FBC}" srcOrd="0" destOrd="0" presId="urn:microsoft.com/office/officeart/2005/8/layout/vList2"/>
    <dgm:cxn modelId="{D50927D8-B2A7-43A9-8E75-CB69BE8027EC}" type="presOf" srcId="{FBE196C7-D3C1-45CF-88E8-DC09CCDD1479}" destId="{E317D8FA-2EC4-4469-9F3E-90BF01A6B026}" srcOrd="0" destOrd="0" presId="urn:microsoft.com/office/officeart/2005/8/layout/vList2"/>
    <dgm:cxn modelId="{6414CE57-8676-4957-8D1C-C3BBBD71869F}" type="presParOf" srcId="{255EFCAC-557C-4DBE-B84F-79EE97A153A0}" destId="{4C5DBB0B-BB04-457D-B4D9-3B35C251940D}" srcOrd="0" destOrd="0" presId="urn:microsoft.com/office/officeart/2005/8/layout/vList2"/>
    <dgm:cxn modelId="{5CC72EE3-F232-4B59-9C62-9CE5D96D5D78}" type="presParOf" srcId="{255EFCAC-557C-4DBE-B84F-79EE97A153A0}" destId="{96D41059-C0FB-49E4-B721-961C87638FF8}" srcOrd="1" destOrd="0" presId="urn:microsoft.com/office/officeart/2005/8/layout/vList2"/>
    <dgm:cxn modelId="{06B1F622-C70B-4B6D-941B-E2C673640046}" type="presParOf" srcId="{255EFCAC-557C-4DBE-B84F-79EE97A153A0}" destId="{946035A0-FC0F-4561-800D-AB1B90AC0FBC}" srcOrd="2" destOrd="0" presId="urn:microsoft.com/office/officeart/2005/8/layout/vList2"/>
    <dgm:cxn modelId="{6097395F-DE68-4901-9199-345ECADF1C36}" type="presParOf" srcId="{255EFCAC-557C-4DBE-B84F-79EE97A153A0}" destId="{0C681627-21F2-4983-9283-55BD1632C098}" srcOrd="3" destOrd="0" presId="urn:microsoft.com/office/officeart/2005/8/layout/vList2"/>
    <dgm:cxn modelId="{0DAF6572-EC0E-4F44-92C6-EC9A9E540CAA}" type="presParOf" srcId="{255EFCAC-557C-4DBE-B84F-79EE97A153A0}" destId="{B6D9F51C-9549-4640-B0CC-A741A4E9FAE3}" srcOrd="4" destOrd="0" presId="urn:microsoft.com/office/officeart/2005/8/layout/vList2"/>
    <dgm:cxn modelId="{9870FD72-71AC-4BD0-B593-2A34FC1328B3}" type="presParOf" srcId="{255EFCAC-557C-4DBE-B84F-79EE97A153A0}" destId="{DD527B5C-CF4A-4BC4-98B9-C6E4CA8B30DA}" srcOrd="5" destOrd="0" presId="urn:microsoft.com/office/officeart/2005/8/layout/vList2"/>
    <dgm:cxn modelId="{88DE41FB-F23B-4C28-9338-97D71273BD04}" type="presParOf" srcId="{255EFCAC-557C-4DBE-B84F-79EE97A153A0}" destId="{E317D8FA-2EC4-4469-9F3E-90BF01A6B026}" srcOrd="6" destOrd="0" presId="urn:microsoft.com/office/officeart/2005/8/layout/vList2"/>
    <dgm:cxn modelId="{11C9B267-95EC-4079-8FCC-18D119373B6D}" type="presParOf" srcId="{255EFCAC-557C-4DBE-B84F-79EE97A153A0}" destId="{E43323B2-E734-4E51-AE32-575ABDF2C510}" srcOrd="7" destOrd="0" presId="urn:microsoft.com/office/officeart/2005/8/layout/vList2"/>
    <dgm:cxn modelId="{EBD68A4A-D7A3-4AE1-9873-7BA1D825AD65}" type="presParOf" srcId="{255EFCAC-557C-4DBE-B84F-79EE97A153A0}" destId="{836CFD1A-3471-4686-9208-51A76B7592A4}" srcOrd="8" destOrd="0" presId="urn:microsoft.com/office/officeart/2005/8/layout/vList2"/>
    <dgm:cxn modelId="{AA780558-84F7-4C3F-BCDF-F73260CB8476}" type="presParOf" srcId="{255EFCAC-557C-4DBE-B84F-79EE97A153A0}" destId="{9F2F47B1-EE7E-4BB4-8C82-D1D8608815F9}" srcOrd="9" destOrd="0" presId="urn:microsoft.com/office/officeart/2005/8/layout/vList2"/>
    <dgm:cxn modelId="{37B05E3F-D5FC-4EB1-BA5B-B7C3D89B6AD4}" type="presParOf" srcId="{255EFCAC-557C-4DBE-B84F-79EE97A153A0}" destId="{E3BF4F65-1930-4DEF-867A-0D8B47319A0E}" srcOrd="10" destOrd="0" presId="urn:microsoft.com/office/officeart/2005/8/layout/vList2"/>
    <dgm:cxn modelId="{F4DCE00E-2C60-4802-A0FF-3B85DC307D6E}" type="presParOf" srcId="{255EFCAC-557C-4DBE-B84F-79EE97A153A0}" destId="{E617E520-F734-4BFB-85D3-FE97950AC6C5}" srcOrd="11" destOrd="0" presId="urn:microsoft.com/office/officeart/2005/8/layout/vList2"/>
    <dgm:cxn modelId="{E1AB389D-ECC3-4190-8C74-6F6459BA9A37}" type="presParOf" srcId="{255EFCAC-557C-4DBE-B84F-79EE97A153A0}" destId="{088178DD-33D2-452D-A4A0-11899327D42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30AC96-307B-4229-8167-A123F4F8C41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EB0F364-6EF5-4074-86E4-39D0C949E799}">
      <dgm:prSet custT="1"/>
      <dgm:spPr/>
      <dgm:t>
        <a:bodyPr/>
        <a:lstStyle/>
        <a:p>
          <a:pPr algn="just"/>
          <a:r>
            <a:rPr lang="en-GB" sz="28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tập</a:t>
          </a:r>
          <a:r>
            <a:rPr lang="en-GB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GB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đại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xuất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hoặc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tồn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tại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ở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nào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đó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;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biểu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diễn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bởi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phần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tử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tương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hoặc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đạc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trực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tiếp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en-GB" sz="2800" b="1" u="sng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Ví</a:t>
          </a:r>
          <a:r>
            <a:rPr lang="en-GB" sz="2800" b="1" u="sng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u="sng" dirty="0" err="1">
              <a:latin typeface="Times New Roman" panose="02020603050405020304" pitchFamily="18" charset="0"/>
              <a:cs typeface="Times New Roman" panose="02020603050405020304" pitchFamily="18" charset="0"/>
            </a:rPr>
            <a:t>dụ</a:t>
          </a:r>
          <a:r>
            <a:rPr lang="en-GB" sz="2800" b="1" u="sng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n-GB" sz="28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tụ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, diode, transistor…</a:t>
          </a:r>
        </a:p>
      </dgm:t>
    </dgm:pt>
    <dgm:pt modelId="{B6A142BE-0F83-4AE0-B0A5-A6E846058FC3}" type="parTrans" cxnId="{14DC16E9-4770-413B-8DDA-2ECB54363DF6}">
      <dgm:prSet/>
      <dgm:spPr/>
      <dgm:t>
        <a:bodyPr/>
        <a:lstStyle/>
        <a:p>
          <a:endParaRPr lang="en-US"/>
        </a:p>
      </dgm:t>
    </dgm:pt>
    <dgm:pt modelId="{35F4D677-29DC-4792-8410-BBC3E6414E90}" type="sibTrans" cxnId="{14DC16E9-4770-413B-8DDA-2ECB54363DF6}">
      <dgm:prSet/>
      <dgm:spPr/>
      <dgm:t>
        <a:bodyPr/>
        <a:lstStyle/>
        <a:p>
          <a:endParaRPr lang="en-US"/>
        </a:p>
      </dgm:t>
    </dgm:pt>
    <dgm:pt modelId="{11A2475B-7429-4E20-A185-2D2CC40446D7}">
      <dgm:prSet custT="1"/>
      <dgm:spPr/>
      <dgm:t>
        <a:bodyPr/>
        <a:lstStyle/>
        <a:p>
          <a:pPr algn="just"/>
          <a:r>
            <a:rPr lang="en-GB" sz="25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GB" sz="2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bố</a:t>
          </a:r>
          <a:r>
            <a:rPr lang="en-GB" sz="2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đại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nhưng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chúng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tồn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tại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ở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tại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duy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nhất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ở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ví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cố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mà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chúng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bố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rải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đều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chiều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dài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đó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;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thường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tuyến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đơn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chiều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dài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phương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Chúng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GB" sz="2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r>
            <a:rPr lang="en-GB" sz="2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2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đạc</a:t>
          </a:r>
          <a:r>
            <a:rPr lang="en-GB" sz="2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trực</a:t>
          </a:r>
          <a:r>
            <a:rPr lang="en-GB" sz="2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tiếp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mà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chỉ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suy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ra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từ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phép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tương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đương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6DB1DB-459E-4D7D-A686-747B79C0BC19}" type="parTrans" cxnId="{4AF8C83D-0BC3-4E99-9EA8-F90DA9166252}">
      <dgm:prSet/>
      <dgm:spPr/>
      <dgm:t>
        <a:bodyPr/>
        <a:lstStyle/>
        <a:p>
          <a:endParaRPr lang="en-US"/>
        </a:p>
      </dgm:t>
    </dgm:pt>
    <dgm:pt modelId="{73B4543E-236D-4F8A-BD95-A3E22121E28A}" type="sibTrans" cxnId="{4AF8C83D-0BC3-4E99-9EA8-F90DA9166252}">
      <dgm:prSet/>
      <dgm:spPr/>
      <dgm:t>
        <a:bodyPr/>
        <a:lstStyle/>
        <a:p>
          <a:endParaRPr lang="en-US"/>
        </a:p>
      </dgm:t>
    </dgm:pt>
    <dgm:pt modelId="{68A741CB-AA66-452D-9EC0-089D9098DFD7}" type="pres">
      <dgm:prSet presAssocID="{EC30AC96-307B-4229-8167-A123F4F8C41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313B106-7E2B-43AD-87CE-078606357503}" type="pres">
      <dgm:prSet presAssocID="{1EB0F364-6EF5-4074-86E4-39D0C949E799}" presName="hierRoot1" presStyleCnt="0"/>
      <dgm:spPr/>
    </dgm:pt>
    <dgm:pt modelId="{16BAC7FD-2F91-4358-9611-7F07111995D0}" type="pres">
      <dgm:prSet presAssocID="{1EB0F364-6EF5-4074-86E4-39D0C949E799}" presName="composite" presStyleCnt="0"/>
      <dgm:spPr/>
    </dgm:pt>
    <dgm:pt modelId="{5466DFE9-0CF7-496D-AC04-0403C3D42235}" type="pres">
      <dgm:prSet presAssocID="{1EB0F364-6EF5-4074-86E4-39D0C949E799}" presName="background" presStyleLbl="node0" presStyleIdx="0" presStyleCnt="2"/>
      <dgm:spPr/>
    </dgm:pt>
    <dgm:pt modelId="{3FDA1389-A4DC-473E-ACF4-E1034BECD39C}" type="pres">
      <dgm:prSet presAssocID="{1EB0F364-6EF5-4074-86E4-39D0C949E799}" presName="text" presStyleLbl="fgAcc0" presStyleIdx="0" presStyleCnt="2" custScaleX="143012" custScaleY="150345">
        <dgm:presLayoutVars>
          <dgm:chPref val="3"/>
        </dgm:presLayoutVars>
      </dgm:prSet>
      <dgm:spPr/>
    </dgm:pt>
    <dgm:pt modelId="{15660270-1BB8-4A28-A442-AC78B3453753}" type="pres">
      <dgm:prSet presAssocID="{1EB0F364-6EF5-4074-86E4-39D0C949E799}" presName="hierChild2" presStyleCnt="0"/>
      <dgm:spPr/>
    </dgm:pt>
    <dgm:pt modelId="{EC5990DF-43F6-4223-B695-FAAB7275589B}" type="pres">
      <dgm:prSet presAssocID="{11A2475B-7429-4E20-A185-2D2CC40446D7}" presName="hierRoot1" presStyleCnt="0"/>
      <dgm:spPr/>
    </dgm:pt>
    <dgm:pt modelId="{6450621A-475A-4C1E-8DB2-9F28E96E47C1}" type="pres">
      <dgm:prSet presAssocID="{11A2475B-7429-4E20-A185-2D2CC40446D7}" presName="composite" presStyleCnt="0"/>
      <dgm:spPr/>
    </dgm:pt>
    <dgm:pt modelId="{4EE433E0-71DC-4345-BBB6-787728B895AB}" type="pres">
      <dgm:prSet presAssocID="{11A2475B-7429-4E20-A185-2D2CC40446D7}" presName="background" presStyleLbl="node0" presStyleIdx="1" presStyleCnt="2"/>
      <dgm:spPr/>
    </dgm:pt>
    <dgm:pt modelId="{DE9EFF8D-6B38-4FD5-9584-8366202AB25B}" type="pres">
      <dgm:prSet presAssocID="{11A2475B-7429-4E20-A185-2D2CC40446D7}" presName="text" presStyleLbl="fgAcc0" presStyleIdx="1" presStyleCnt="2" custScaleX="143670" custScaleY="163642">
        <dgm:presLayoutVars>
          <dgm:chPref val="3"/>
        </dgm:presLayoutVars>
      </dgm:prSet>
      <dgm:spPr/>
    </dgm:pt>
    <dgm:pt modelId="{471F52E0-F82E-4000-ABA4-903AA5B4A19B}" type="pres">
      <dgm:prSet presAssocID="{11A2475B-7429-4E20-A185-2D2CC40446D7}" presName="hierChild2" presStyleCnt="0"/>
      <dgm:spPr/>
    </dgm:pt>
  </dgm:ptLst>
  <dgm:cxnLst>
    <dgm:cxn modelId="{15A28329-7856-4C40-8112-B9C4421E1B93}" type="presOf" srcId="{1EB0F364-6EF5-4074-86E4-39D0C949E799}" destId="{3FDA1389-A4DC-473E-ACF4-E1034BECD39C}" srcOrd="0" destOrd="0" presId="urn:microsoft.com/office/officeart/2005/8/layout/hierarchy1"/>
    <dgm:cxn modelId="{4AF8C83D-0BC3-4E99-9EA8-F90DA9166252}" srcId="{EC30AC96-307B-4229-8167-A123F4F8C417}" destId="{11A2475B-7429-4E20-A185-2D2CC40446D7}" srcOrd="1" destOrd="0" parTransId="{EF6DB1DB-459E-4D7D-A686-747B79C0BC19}" sibTransId="{73B4543E-236D-4F8A-BD95-A3E22121E28A}"/>
    <dgm:cxn modelId="{593622B6-CF84-4859-81EA-DE24A4AFC9D5}" type="presOf" srcId="{EC30AC96-307B-4229-8167-A123F4F8C417}" destId="{68A741CB-AA66-452D-9EC0-089D9098DFD7}" srcOrd="0" destOrd="0" presId="urn:microsoft.com/office/officeart/2005/8/layout/hierarchy1"/>
    <dgm:cxn modelId="{890906BE-1854-4AB5-B372-8B68A0870F0E}" type="presOf" srcId="{11A2475B-7429-4E20-A185-2D2CC40446D7}" destId="{DE9EFF8D-6B38-4FD5-9584-8366202AB25B}" srcOrd="0" destOrd="0" presId="urn:microsoft.com/office/officeart/2005/8/layout/hierarchy1"/>
    <dgm:cxn modelId="{14DC16E9-4770-413B-8DDA-2ECB54363DF6}" srcId="{EC30AC96-307B-4229-8167-A123F4F8C417}" destId="{1EB0F364-6EF5-4074-86E4-39D0C949E799}" srcOrd="0" destOrd="0" parTransId="{B6A142BE-0F83-4AE0-B0A5-A6E846058FC3}" sibTransId="{35F4D677-29DC-4792-8410-BBC3E6414E90}"/>
    <dgm:cxn modelId="{E5D77708-6C50-4C76-A0C4-CC4D67EBF4E6}" type="presParOf" srcId="{68A741CB-AA66-452D-9EC0-089D9098DFD7}" destId="{E313B106-7E2B-43AD-87CE-078606357503}" srcOrd="0" destOrd="0" presId="urn:microsoft.com/office/officeart/2005/8/layout/hierarchy1"/>
    <dgm:cxn modelId="{CDFB83A2-A9A6-4647-9413-AB518B6694A1}" type="presParOf" srcId="{E313B106-7E2B-43AD-87CE-078606357503}" destId="{16BAC7FD-2F91-4358-9611-7F07111995D0}" srcOrd="0" destOrd="0" presId="urn:microsoft.com/office/officeart/2005/8/layout/hierarchy1"/>
    <dgm:cxn modelId="{AE0CECA7-CCD6-4E38-89CB-28B4B0A2BE48}" type="presParOf" srcId="{16BAC7FD-2F91-4358-9611-7F07111995D0}" destId="{5466DFE9-0CF7-496D-AC04-0403C3D42235}" srcOrd="0" destOrd="0" presId="urn:microsoft.com/office/officeart/2005/8/layout/hierarchy1"/>
    <dgm:cxn modelId="{738ECACC-423F-4EDD-BC58-C426580A554A}" type="presParOf" srcId="{16BAC7FD-2F91-4358-9611-7F07111995D0}" destId="{3FDA1389-A4DC-473E-ACF4-E1034BECD39C}" srcOrd="1" destOrd="0" presId="urn:microsoft.com/office/officeart/2005/8/layout/hierarchy1"/>
    <dgm:cxn modelId="{A9476D60-AA80-4F56-A6E9-FC2D7CEF1857}" type="presParOf" srcId="{E313B106-7E2B-43AD-87CE-078606357503}" destId="{15660270-1BB8-4A28-A442-AC78B3453753}" srcOrd="1" destOrd="0" presId="urn:microsoft.com/office/officeart/2005/8/layout/hierarchy1"/>
    <dgm:cxn modelId="{F9A9B7C1-41FB-4F99-BA3F-B2C00D344BE7}" type="presParOf" srcId="{68A741CB-AA66-452D-9EC0-089D9098DFD7}" destId="{EC5990DF-43F6-4223-B695-FAAB7275589B}" srcOrd="1" destOrd="0" presId="urn:microsoft.com/office/officeart/2005/8/layout/hierarchy1"/>
    <dgm:cxn modelId="{3F28992C-389A-4BDC-8840-2721E3D6C526}" type="presParOf" srcId="{EC5990DF-43F6-4223-B695-FAAB7275589B}" destId="{6450621A-475A-4C1E-8DB2-9F28E96E47C1}" srcOrd="0" destOrd="0" presId="urn:microsoft.com/office/officeart/2005/8/layout/hierarchy1"/>
    <dgm:cxn modelId="{E22F35A8-34D3-4CE2-BA90-76C71788B688}" type="presParOf" srcId="{6450621A-475A-4C1E-8DB2-9F28E96E47C1}" destId="{4EE433E0-71DC-4345-BBB6-787728B895AB}" srcOrd="0" destOrd="0" presId="urn:microsoft.com/office/officeart/2005/8/layout/hierarchy1"/>
    <dgm:cxn modelId="{73F7D8D6-28BA-40D7-A378-C38EA26E26BC}" type="presParOf" srcId="{6450621A-475A-4C1E-8DB2-9F28E96E47C1}" destId="{DE9EFF8D-6B38-4FD5-9584-8366202AB25B}" srcOrd="1" destOrd="0" presId="urn:microsoft.com/office/officeart/2005/8/layout/hierarchy1"/>
    <dgm:cxn modelId="{D39F1268-33D4-4ADD-BC6E-9EA0DD9B9C08}" type="presParOf" srcId="{EC5990DF-43F6-4223-B695-FAAB7275589B}" destId="{471F52E0-F82E-4000-ABA4-903AA5B4A19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>
        <a:solidFill>
          <a:srgbClr val="A8B97F"/>
        </a:solidFill>
      </dgm:spPr>
      <dgm:t>
        <a:bodyPr/>
        <a:lstStyle/>
        <a:p>
          <a:pPr algn="ctr"/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2.1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ô hình vật lý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 thông số sơ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cấp</a:t>
          </a:r>
          <a:endParaRPr lang="en-GB" sz="3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595FA3-4177-440E-8A80-FE4C6C76301A}">
      <dgm:prSet custT="1"/>
      <dgm:spPr>
        <a:solidFill>
          <a:srgbClr val="A7B070"/>
        </a:solidFill>
      </dgm:spPr>
      <dgm:t>
        <a:bodyPr/>
        <a:lstStyle/>
        <a:p>
          <a:pPr algn="ctr"/>
          <a:r>
            <a:rPr lang="en-GB" sz="3400" b="0" i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2.2 P</a:t>
          </a:r>
          <a:r>
            <a:rPr lang="vi-VN" sz="3400" b="0" i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hương trình truyền sóng </a:t>
          </a:r>
          <a:endParaRPr lang="en-US" sz="34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E096A5-D93D-48AE-96FF-71207D25F07A}">
      <dgm:prSet custT="1"/>
      <dgm:spPr>
        <a:solidFill>
          <a:srgbClr val="A7A861"/>
        </a:solidFill>
      </dgm:spPr>
      <dgm:t>
        <a:bodyPr/>
        <a:lstStyle/>
        <a:p>
          <a:pPr algn="ctr"/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2.3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Nghiệm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 phương trình truyền sóng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 tới và sóng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 xạ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sz="3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921CB3-B983-409E-9FF8-3A49F931B8A2}" type="parTrans" cxnId="{615F7EB6-E9B4-4700-A663-7F5DC9275445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A053E6-B223-467B-AB29-2BDCA8475397}" type="sibTrans" cxnId="{615F7EB6-E9B4-4700-A663-7F5DC9275445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9B1A23-E9BC-42BE-B524-28379BF30755}">
      <dgm:prSet custT="1"/>
      <dgm:spPr>
        <a:solidFill>
          <a:srgbClr val="9B9256"/>
        </a:solidFill>
      </dgm:spPr>
      <dgm:t>
        <a:bodyPr/>
        <a:lstStyle/>
        <a:p>
          <a:pPr algn="ctr"/>
          <a:r>
            <a:rPr lang="en-GB" sz="34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2.4 </a:t>
          </a:r>
          <a:r>
            <a:rPr lang="vi-VN" sz="34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Các thông </a:t>
          </a:r>
          <a:r>
            <a:rPr lang="vi-VN" sz="3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 thứ cấp</a:t>
          </a:r>
          <a:endParaRPr lang="en-US" sz="34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487779-1308-4855-8481-09029DB3B8D0}" type="parTrans" cxnId="{776E46CA-6288-4A54-9D5F-75EEF26CDF1C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1EC8B7-3A00-41B5-A9FA-5CCEC3812E38}" type="sibTrans" cxnId="{776E46CA-6288-4A54-9D5F-75EEF26CDF1C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E9B851-84A9-4C0C-8E0A-4DE0C3DA6520}" type="pres">
      <dgm:prSet presAssocID="{6395772F-4E14-436C-9C57-70E7B93F4964}" presName="spacer" presStyleCnt="0"/>
      <dgm:spPr/>
    </dgm:pt>
    <dgm:pt modelId="{257C6472-755C-4C7D-9920-5C5AA3F21531}" type="pres">
      <dgm:prSet presAssocID="{75E096A5-D93D-48AE-96FF-71207D25F07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7B08CA0-4215-441A-8EB2-55AA3DD747D2}" type="pres">
      <dgm:prSet presAssocID="{B0A053E6-B223-467B-AB29-2BDCA8475397}" presName="spacer" presStyleCnt="0"/>
      <dgm:spPr/>
    </dgm:pt>
    <dgm:pt modelId="{0DBBB7C8-0405-4EE2-BA55-FFE093144999}" type="pres">
      <dgm:prSet presAssocID="{499B1A23-E9BC-42BE-B524-28379BF3075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B73A9664-2DFD-48D9-AFA1-8C20413DABEE}" type="presOf" srcId="{75E096A5-D93D-48AE-96FF-71207D25F07A}" destId="{257C6472-755C-4C7D-9920-5C5AA3F21531}" srcOrd="0" destOrd="0" presId="urn:microsoft.com/office/officeart/2005/8/layout/vList2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58F10091-59C3-4002-8504-FD67ACE808A5}" type="presOf" srcId="{499B1A23-E9BC-42BE-B524-28379BF30755}" destId="{0DBBB7C8-0405-4EE2-BA55-FFE093144999}" srcOrd="0" destOrd="0" presId="urn:microsoft.com/office/officeart/2005/8/layout/vList2"/>
    <dgm:cxn modelId="{615F7EB6-E9B4-4700-A663-7F5DC9275445}" srcId="{E537FC6B-0D26-4505-899D-71E3C1654B7F}" destId="{75E096A5-D93D-48AE-96FF-71207D25F07A}" srcOrd="2" destOrd="0" parTransId="{98921CB3-B983-409E-9FF8-3A49F931B8A2}" sibTransId="{B0A053E6-B223-467B-AB29-2BDCA8475397}"/>
    <dgm:cxn modelId="{776E46CA-6288-4A54-9D5F-75EEF26CDF1C}" srcId="{E537FC6B-0D26-4505-899D-71E3C1654B7F}" destId="{499B1A23-E9BC-42BE-B524-28379BF30755}" srcOrd="3" destOrd="0" parTransId="{4E487779-1308-4855-8481-09029DB3B8D0}" sibTransId="{EF1EC8B7-3A00-41B5-A9FA-5CCEC3812E38}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  <dgm:cxn modelId="{FF61F5BA-8294-48D5-B15A-4B9575C22712}" type="presParOf" srcId="{DFB60D4E-3B53-44AE-B818-187E0E3279A9}" destId="{9BE9B851-84A9-4C0C-8E0A-4DE0C3DA6520}" srcOrd="3" destOrd="0" presId="urn:microsoft.com/office/officeart/2005/8/layout/vList2"/>
    <dgm:cxn modelId="{BBC19BF5-422E-4504-9525-7E0EDC389CB6}" type="presParOf" srcId="{DFB60D4E-3B53-44AE-B818-187E0E3279A9}" destId="{257C6472-755C-4C7D-9920-5C5AA3F21531}" srcOrd="4" destOrd="0" presId="urn:microsoft.com/office/officeart/2005/8/layout/vList2"/>
    <dgm:cxn modelId="{77332345-B923-4D75-8712-DB58DD9AF1AF}" type="presParOf" srcId="{DFB60D4E-3B53-44AE-B818-187E0E3279A9}" destId="{A7B08CA0-4215-441A-8EB2-55AA3DD747D2}" srcOrd="5" destOrd="0" presId="urn:microsoft.com/office/officeart/2005/8/layout/vList2"/>
    <dgm:cxn modelId="{A848C407-6883-492B-ABA1-4F8E146436CF}" type="presParOf" srcId="{DFB60D4E-3B53-44AE-B818-187E0E3279A9}" destId="{0DBBB7C8-0405-4EE2-BA55-FFE09314499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10235F-438D-45F6-A170-2FD727E509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0FEECC4B-1FDF-47F1-BAA1-F643F158A541}">
          <dgm:prSet custT="1"/>
          <dgm:spPr>
            <a:solidFill>
              <a:srgbClr val="A8B97F"/>
            </a:solidFill>
          </dgm:spPr>
          <dgm:t>
            <a:bodyPr/>
            <a:lstStyle/>
            <a:p>
              <a:pPr algn="ctr"/>
              <a14:m>
                <m:oMath xmlns:m="http://schemas.openxmlformats.org/officeDocument/2006/math"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𝑅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 (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𝑂h𝑚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/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𝑚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)</m:t>
                  </m:r>
                </m:oMath>
              </a14:m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sự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hao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kim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loại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0FEECC4B-1FDF-47F1-BAA1-F643F158A541}">
          <dgm:prSet custT="1"/>
          <dgm:spPr>
            <a:solidFill>
              <a:srgbClr val="A8B97F"/>
            </a:solidFill>
          </dgm:spPr>
          <dgm:t>
            <a:bodyPr/>
            <a:lstStyle/>
            <a:p>
              <a:pPr algn="ctr"/>
              <a:r>
                <a:rPr lang="en-GB" sz="2800" i="0" dirty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𝑅 (𝑂ℎ𝑚/𝑚)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sự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hao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kim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loại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B7317BF5-9B60-47F3-823D-7372B85A7A28}" type="parTrans" cxnId="{A510D399-FB9B-4F0D-9D4B-6F814D6D43C5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097453F2-D1F0-4CE2-AE45-774A3EB42A4A}" type="sibTrans" cxnId="{A510D399-FB9B-4F0D-9D4B-6F814D6D43C5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C13B24A4-7F4A-4A10-9066-178494417593}">
          <dgm:prSet custT="1"/>
          <dgm:spPr>
            <a:solidFill>
              <a:srgbClr val="A7B070"/>
            </a:solidFill>
          </dgm:spPr>
          <dgm:t>
            <a:bodyPr/>
            <a:lstStyle/>
            <a:p>
              <a:pPr algn="ctr"/>
              <a14:m>
                <m:oMath xmlns:m="http://schemas.openxmlformats.org/officeDocument/2006/math"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𝐺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 (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𝑆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/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𝑚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)</m:t>
                  </m:r>
                </m:oMath>
              </a14:m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sự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rò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rỉ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giữa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dây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hay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lớp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môi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C13B24A4-7F4A-4A10-9066-178494417593}">
          <dgm:prSet custT="1"/>
          <dgm:spPr>
            <a:solidFill>
              <a:srgbClr val="A7B070"/>
            </a:solidFill>
          </dgm:spPr>
          <dgm:t>
            <a:bodyPr/>
            <a:lstStyle/>
            <a:p>
              <a:pPr algn="ctr"/>
              <a:r>
                <a:rPr lang="en-GB" sz="2800" i="0" dirty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𝐺 (𝑆/𝑚)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sự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rò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rỉ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giữa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dây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hay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lớp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môi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5FA43778-E917-4BF9-9618-8C647A8A3017}" type="parTrans" cxnId="{E91B1F12-BC19-4AF3-990E-2CE2E9F2B37A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9B91147C-402C-43AA-BD0F-5999AD77E80B}" type="sibTrans" cxnId="{E91B1F12-BC19-4AF3-990E-2CE2E9F2B37A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5106EBCB-B9F4-46CF-B5C1-D90F11E720DA}">
          <dgm:prSet custT="1"/>
          <dgm:spPr>
            <a:solidFill>
              <a:srgbClr val="A7A861"/>
            </a:solidFill>
          </dgm:spPr>
          <dgm:t>
            <a:bodyPr/>
            <a:lstStyle/>
            <a:p>
              <a:pPr algn="ctr"/>
              <a14:m>
                <m:oMath xmlns:m="http://schemas.openxmlformats.org/officeDocument/2006/math"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𝐿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 (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𝐻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/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𝑚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)</m:t>
                  </m:r>
                </m:oMath>
              </a14:m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cảm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giữa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dây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5106EBCB-B9F4-46CF-B5C1-D90F11E720DA}">
          <dgm:prSet custT="1"/>
          <dgm:spPr>
            <a:solidFill>
              <a:srgbClr val="A7A861"/>
            </a:solidFill>
          </dgm:spPr>
          <dgm:t>
            <a:bodyPr/>
            <a:lstStyle/>
            <a:p>
              <a:pPr algn="ctr"/>
              <a:r>
                <a:rPr lang="en-GB" sz="2800" i="0" dirty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𝐿 (𝐻/𝑚)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cảm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giữa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dây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CF3218C1-27E1-4050-A830-99BF690FB88F}" type="parTrans" cxnId="{71BD3520-B4E9-4895-BAEA-17B24552C23F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ADDE6416-5C5D-471D-AFD0-308C0E5D4E10}" type="sibTrans" cxnId="{71BD3520-B4E9-4895-BAEA-17B24552C23F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81825254-6B88-4170-864C-776F6E08E95E}">
          <dgm:prSet custT="1"/>
          <dgm:spPr>
            <a:solidFill>
              <a:srgbClr val="9B9256"/>
            </a:solidFill>
          </dgm:spPr>
          <dgm:t>
            <a:bodyPr/>
            <a:lstStyle/>
            <a:p>
              <a:pPr algn="ctr"/>
              <a14:m>
                <m:oMath xmlns:m="http://schemas.openxmlformats.org/officeDocument/2006/math"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𝐶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 (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𝐹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/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𝑚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)</m:t>
                  </m:r>
                </m:oMath>
              </a14:m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dung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giữa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dây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81825254-6B88-4170-864C-776F6E08E95E}">
          <dgm:prSet custT="1"/>
          <dgm:spPr>
            <a:solidFill>
              <a:srgbClr val="9B9256"/>
            </a:solidFill>
          </dgm:spPr>
          <dgm:t>
            <a:bodyPr/>
            <a:lstStyle/>
            <a:p>
              <a:pPr algn="ctr"/>
              <a:r>
                <a:rPr lang="en-GB" sz="2800" i="0" dirty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𝐶 (𝐹/𝑚)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dung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giữa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dây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A44DC896-71AE-474A-A3C3-A6480F0F4B33}" type="parTrans" cxnId="{9DBFD225-5833-47BF-B634-8A79B829F968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C5A76E31-F220-4109-9769-639F43E06C96}" type="sibTrans" cxnId="{9DBFD225-5833-47BF-B634-8A79B829F968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8D728E1D-08D4-4CE0-A4AE-BBCECC5D81B1}" type="pres">
      <dgm:prSet presAssocID="{8410235F-438D-45F6-A170-2FD727E509E7}" presName="linear" presStyleCnt="0">
        <dgm:presLayoutVars>
          <dgm:animLvl val="lvl"/>
          <dgm:resizeHandles val="exact"/>
        </dgm:presLayoutVars>
      </dgm:prSet>
      <dgm:spPr/>
    </dgm:pt>
    <dgm:pt modelId="{DDBE070F-1E28-4608-ACB6-818F7F0AD56F}" type="pres">
      <dgm:prSet presAssocID="{0FEECC4B-1FDF-47F1-BAA1-F643F158A5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F8366D7-F7D8-4FC6-B449-D6F8EC27DF68}" type="pres">
      <dgm:prSet presAssocID="{097453F2-D1F0-4CE2-AE45-774A3EB42A4A}" presName="spacer" presStyleCnt="0"/>
      <dgm:spPr/>
    </dgm:pt>
    <dgm:pt modelId="{AD146234-FB5C-4BB1-AB1C-B87711F2EB23}" type="pres">
      <dgm:prSet presAssocID="{C13B24A4-7F4A-4A10-9066-178494417593}" presName="parentText" presStyleLbl="node1" presStyleIdx="1" presStyleCnt="4" custLinFactNeighborX="-212">
        <dgm:presLayoutVars>
          <dgm:chMax val="0"/>
          <dgm:bulletEnabled val="1"/>
        </dgm:presLayoutVars>
      </dgm:prSet>
      <dgm:spPr/>
    </dgm:pt>
    <dgm:pt modelId="{61F61EBE-0A84-497C-B8E9-E9E5E432EABF}" type="pres">
      <dgm:prSet presAssocID="{9B91147C-402C-43AA-BD0F-5999AD77E80B}" presName="spacer" presStyleCnt="0"/>
      <dgm:spPr/>
    </dgm:pt>
    <dgm:pt modelId="{F89FDDA3-651A-4E54-B910-43EC86BFBED8}" type="pres">
      <dgm:prSet presAssocID="{5106EBCB-B9F4-46CF-B5C1-D90F11E720D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EBF0E6-D534-4141-A740-61C7DD907D41}" type="pres">
      <dgm:prSet presAssocID="{ADDE6416-5C5D-471D-AFD0-308C0E5D4E10}" presName="spacer" presStyleCnt="0"/>
      <dgm:spPr/>
    </dgm:pt>
    <dgm:pt modelId="{F46B7564-171C-4F77-B7C2-A898799E073A}" type="pres">
      <dgm:prSet presAssocID="{81825254-6B88-4170-864C-776F6E08E95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91B1F12-BC19-4AF3-990E-2CE2E9F2B37A}" srcId="{8410235F-438D-45F6-A170-2FD727E509E7}" destId="{C13B24A4-7F4A-4A10-9066-178494417593}" srcOrd="1" destOrd="0" parTransId="{5FA43778-E917-4BF9-9618-8C647A8A3017}" sibTransId="{9B91147C-402C-43AA-BD0F-5999AD77E80B}"/>
    <dgm:cxn modelId="{6B86DA1D-C7B6-4201-B477-827109EC1951}" type="presOf" srcId="{8410235F-438D-45F6-A170-2FD727E509E7}" destId="{8D728E1D-08D4-4CE0-A4AE-BBCECC5D81B1}" srcOrd="0" destOrd="0" presId="urn:microsoft.com/office/officeart/2005/8/layout/vList2"/>
    <dgm:cxn modelId="{71BD3520-B4E9-4895-BAEA-17B24552C23F}" srcId="{8410235F-438D-45F6-A170-2FD727E509E7}" destId="{5106EBCB-B9F4-46CF-B5C1-D90F11E720DA}" srcOrd="2" destOrd="0" parTransId="{CF3218C1-27E1-4050-A830-99BF690FB88F}" sibTransId="{ADDE6416-5C5D-471D-AFD0-308C0E5D4E10}"/>
    <dgm:cxn modelId="{9DBFD225-5833-47BF-B634-8A79B829F968}" srcId="{8410235F-438D-45F6-A170-2FD727E509E7}" destId="{81825254-6B88-4170-864C-776F6E08E95E}" srcOrd="3" destOrd="0" parTransId="{A44DC896-71AE-474A-A3C3-A6480F0F4B33}" sibTransId="{C5A76E31-F220-4109-9769-639F43E06C96}"/>
    <dgm:cxn modelId="{9AA5736D-E293-4A64-8149-623EFDFDD08C}" type="presOf" srcId="{5106EBCB-B9F4-46CF-B5C1-D90F11E720DA}" destId="{F89FDDA3-651A-4E54-B910-43EC86BFBED8}" srcOrd="0" destOrd="0" presId="urn:microsoft.com/office/officeart/2005/8/layout/vList2"/>
    <dgm:cxn modelId="{A510D399-FB9B-4F0D-9D4B-6F814D6D43C5}" srcId="{8410235F-438D-45F6-A170-2FD727E509E7}" destId="{0FEECC4B-1FDF-47F1-BAA1-F643F158A541}" srcOrd="0" destOrd="0" parTransId="{B7317BF5-9B60-47F3-823D-7372B85A7A28}" sibTransId="{097453F2-D1F0-4CE2-AE45-774A3EB42A4A}"/>
    <dgm:cxn modelId="{BF78CEAA-164D-4063-B39B-44C83EFD01D4}" type="presOf" srcId="{81825254-6B88-4170-864C-776F6E08E95E}" destId="{F46B7564-171C-4F77-B7C2-A898799E073A}" srcOrd="0" destOrd="0" presId="urn:microsoft.com/office/officeart/2005/8/layout/vList2"/>
    <dgm:cxn modelId="{2120F0AB-F19F-46E4-9155-8A61DB61DD14}" type="presOf" srcId="{C13B24A4-7F4A-4A10-9066-178494417593}" destId="{AD146234-FB5C-4BB1-AB1C-B87711F2EB23}" srcOrd="0" destOrd="0" presId="urn:microsoft.com/office/officeart/2005/8/layout/vList2"/>
    <dgm:cxn modelId="{72C2CDFA-A0D0-4525-9801-368C024C9D7D}" type="presOf" srcId="{0FEECC4B-1FDF-47F1-BAA1-F643F158A541}" destId="{DDBE070F-1E28-4608-ACB6-818F7F0AD56F}" srcOrd="0" destOrd="0" presId="urn:microsoft.com/office/officeart/2005/8/layout/vList2"/>
    <dgm:cxn modelId="{E659F771-0E97-4D8A-B923-65CA5A4E4658}" type="presParOf" srcId="{8D728E1D-08D4-4CE0-A4AE-BBCECC5D81B1}" destId="{DDBE070F-1E28-4608-ACB6-818F7F0AD56F}" srcOrd="0" destOrd="0" presId="urn:microsoft.com/office/officeart/2005/8/layout/vList2"/>
    <dgm:cxn modelId="{03F6B844-C752-4536-B70C-FFFC61A21E95}" type="presParOf" srcId="{8D728E1D-08D4-4CE0-A4AE-BBCECC5D81B1}" destId="{0F8366D7-F7D8-4FC6-B449-D6F8EC27DF68}" srcOrd="1" destOrd="0" presId="urn:microsoft.com/office/officeart/2005/8/layout/vList2"/>
    <dgm:cxn modelId="{BD05256C-636F-4C29-AB7B-EECE1CE4BF2D}" type="presParOf" srcId="{8D728E1D-08D4-4CE0-A4AE-BBCECC5D81B1}" destId="{AD146234-FB5C-4BB1-AB1C-B87711F2EB23}" srcOrd="2" destOrd="0" presId="urn:microsoft.com/office/officeart/2005/8/layout/vList2"/>
    <dgm:cxn modelId="{16E6064E-46BA-4011-BC70-A285352711B4}" type="presParOf" srcId="{8D728E1D-08D4-4CE0-A4AE-BBCECC5D81B1}" destId="{61F61EBE-0A84-497C-B8E9-E9E5E432EABF}" srcOrd="3" destOrd="0" presId="urn:microsoft.com/office/officeart/2005/8/layout/vList2"/>
    <dgm:cxn modelId="{37C794B0-4748-4D20-9254-9A0E3A95D851}" type="presParOf" srcId="{8D728E1D-08D4-4CE0-A4AE-BBCECC5D81B1}" destId="{F89FDDA3-651A-4E54-B910-43EC86BFBED8}" srcOrd="4" destOrd="0" presId="urn:microsoft.com/office/officeart/2005/8/layout/vList2"/>
    <dgm:cxn modelId="{EB27BC2D-C3BD-4516-B60F-3C877B8C2C92}" type="presParOf" srcId="{8D728E1D-08D4-4CE0-A4AE-BBCECC5D81B1}" destId="{0BEBF0E6-D534-4141-A740-61C7DD907D41}" srcOrd="5" destOrd="0" presId="urn:microsoft.com/office/officeart/2005/8/layout/vList2"/>
    <dgm:cxn modelId="{9D044983-62F3-4DA6-90A7-75E96BFCC7AE}" type="presParOf" srcId="{8D728E1D-08D4-4CE0-A4AE-BBCECC5D81B1}" destId="{F46B7564-171C-4F77-B7C2-A898799E073A}" srcOrd="6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10235F-438D-45F6-A170-2FD727E509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EECC4B-1FDF-47F1-BAA1-F643F158A541}">
      <dgm:prSet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B7317BF5-9B60-47F3-823D-7372B85A7A28}" type="parTrans" cxnId="{A510D399-FB9B-4F0D-9D4B-6F814D6D43C5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097453F2-D1F0-4CE2-AE45-774A3EB42A4A}" type="sibTrans" cxnId="{A510D399-FB9B-4F0D-9D4B-6F814D6D43C5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C13B24A4-7F4A-4A10-9066-178494417593}">
      <dgm:prSet custT="1"/>
      <dgm:spPr>
        <a:blipFill>
          <a:blip xmlns:r="http://schemas.openxmlformats.org/officeDocument/2006/relationships" r:embed="rId2"/>
          <a:stretch>
            <a:fillRect t="-5941" r="-131" b="-12376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5FA43778-E917-4BF9-9618-8C647A8A3017}" type="parTrans" cxnId="{E91B1F12-BC19-4AF3-990E-2CE2E9F2B37A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9B91147C-402C-43AA-BD0F-5999AD77E80B}" type="sibTrans" cxnId="{E91B1F12-BC19-4AF3-990E-2CE2E9F2B37A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5106EBCB-B9F4-46CF-B5C1-D90F11E720DA}">
      <dgm:prSet custT="1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CF3218C1-27E1-4050-A830-99BF690FB88F}" type="parTrans" cxnId="{71BD3520-B4E9-4895-BAEA-17B24552C23F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ADDE6416-5C5D-471D-AFD0-308C0E5D4E10}" type="sibTrans" cxnId="{71BD3520-B4E9-4895-BAEA-17B24552C23F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81825254-6B88-4170-864C-776F6E08E95E}">
      <dgm:prSet custT="1"/>
      <dgm:spPr>
        <a:blipFill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A44DC896-71AE-474A-A3C3-A6480F0F4B33}" type="parTrans" cxnId="{9DBFD225-5833-47BF-B634-8A79B829F968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C5A76E31-F220-4109-9769-639F43E06C96}" type="sibTrans" cxnId="{9DBFD225-5833-47BF-B634-8A79B829F968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8D728E1D-08D4-4CE0-A4AE-BBCECC5D81B1}" type="pres">
      <dgm:prSet presAssocID="{8410235F-438D-45F6-A170-2FD727E509E7}" presName="linear" presStyleCnt="0">
        <dgm:presLayoutVars>
          <dgm:animLvl val="lvl"/>
          <dgm:resizeHandles val="exact"/>
        </dgm:presLayoutVars>
      </dgm:prSet>
      <dgm:spPr/>
    </dgm:pt>
    <dgm:pt modelId="{DDBE070F-1E28-4608-ACB6-818F7F0AD56F}" type="pres">
      <dgm:prSet presAssocID="{0FEECC4B-1FDF-47F1-BAA1-F643F158A5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F8366D7-F7D8-4FC6-B449-D6F8EC27DF68}" type="pres">
      <dgm:prSet presAssocID="{097453F2-D1F0-4CE2-AE45-774A3EB42A4A}" presName="spacer" presStyleCnt="0"/>
      <dgm:spPr/>
    </dgm:pt>
    <dgm:pt modelId="{AD146234-FB5C-4BB1-AB1C-B87711F2EB23}" type="pres">
      <dgm:prSet presAssocID="{C13B24A4-7F4A-4A10-9066-178494417593}" presName="parentText" presStyleLbl="node1" presStyleIdx="1" presStyleCnt="4" custLinFactNeighborX="-212">
        <dgm:presLayoutVars>
          <dgm:chMax val="0"/>
          <dgm:bulletEnabled val="1"/>
        </dgm:presLayoutVars>
      </dgm:prSet>
      <dgm:spPr/>
    </dgm:pt>
    <dgm:pt modelId="{61F61EBE-0A84-497C-B8E9-E9E5E432EABF}" type="pres">
      <dgm:prSet presAssocID="{9B91147C-402C-43AA-BD0F-5999AD77E80B}" presName="spacer" presStyleCnt="0"/>
      <dgm:spPr/>
    </dgm:pt>
    <dgm:pt modelId="{F89FDDA3-651A-4E54-B910-43EC86BFBED8}" type="pres">
      <dgm:prSet presAssocID="{5106EBCB-B9F4-46CF-B5C1-D90F11E720D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EBF0E6-D534-4141-A740-61C7DD907D41}" type="pres">
      <dgm:prSet presAssocID="{ADDE6416-5C5D-471D-AFD0-308C0E5D4E10}" presName="spacer" presStyleCnt="0"/>
      <dgm:spPr/>
    </dgm:pt>
    <dgm:pt modelId="{F46B7564-171C-4F77-B7C2-A898799E073A}" type="pres">
      <dgm:prSet presAssocID="{81825254-6B88-4170-864C-776F6E08E95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91B1F12-BC19-4AF3-990E-2CE2E9F2B37A}" srcId="{8410235F-438D-45F6-A170-2FD727E509E7}" destId="{C13B24A4-7F4A-4A10-9066-178494417593}" srcOrd="1" destOrd="0" parTransId="{5FA43778-E917-4BF9-9618-8C647A8A3017}" sibTransId="{9B91147C-402C-43AA-BD0F-5999AD77E80B}"/>
    <dgm:cxn modelId="{6B86DA1D-C7B6-4201-B477-827109EC1951}" type="presOf" srcId="{8410235F-438D-45F6-A170-2FD727E509E7}" destId="{8D728E1D-08D4-4CE0-A4AE-BBCECC5D81B1}" srcOrd="0" destOrd="0" presId="urn:microsoft.com/office/officeart/2005/8/layout/vList2"/>
    <dgm:cxn modelId="{71BD3520-B4E9-4895-BAEA-17B24552C23F}" srcId="{8410235F-438D-45F6-A170-2FD727E509E7}" destId="{5106EBCB-B9F4-46CF-B5C1-D90F11E720DA}" srcOrd="2" destOrd="0" parTransId="{CF3218C1-27E1-4050-A830-99BF690FB88F}" sibTransId="{ADDE6416-5C5D-471D-AFD0-308C0E5D4E10}"/>
    <dgm:cxn modelId="{9DBFD225-5833-47BF-B634-8A79B829F968}" srcId="{8410235F-438D-45F6-A170-2FD727E509E7}" destId="{81825254-6B88-4170-864C-776F6E08E95E}" srcOrd="3" destOrd="0" parTransId="{A44DC896-71AE-474A-A3C3-A6480F0F4B33}" sibTransId="{C5A76E31-F220-4109-9769-639F43E06C96}"/>
    <dgm:cxn modelId="{9AA5736D-E293-4A64-8149-623EFDFDD08C}" type="presOf" srcId="{5106EBCB-B9F4-46CF-B5C1-D90F11E720DA}" destId="{F89FDDA3-651A-4E54-B910-43EC86BFBED8}" srcOrd="0" destOrd="0" presId="urn:microsoft.com/office/officeart/2005/8/layout/vList2"/>
    <dgm:cxn modelId="{A510D399-FB9B-4F0D-9D4B-6F814D6D43C5}" srcId="{8410235F-438D-45F6-A170-2FD727E509E7}" destId="{0FEECC4B-1FDF-47F1-BAA1-F643F158A541}" srcOrd="0" destOrd="0" parTransId="{B7317BF5-9B60-47F3-823D-7372B85A7A28}" sibTransId="{097453F2-D1F0-4CE2-AE45-774A3EB42A4A}"/>
    <dgm:cxn modelId="{BF78CEAA-164D-4063-B39B-44C83EFD01D4}" type="presOf" srcId="{81825254-6B88-4170-864C-776F6E08E95E}" destId="{F46B7564-171C-4F77-B7C2-A898799E073A}" srcOrd="0" destOrd="0" presId="urn:microsoft.com/office/officeart/2005/8/layout/vList2"/>
    <dgm:cxn modelId="{2120F0AB-F19F-46E4-9155-8A61DB61DD14}" type="presOf" srcId="{C13B24A4-7F4A-4A10-9066-178494417593}" destId="{AD146234-FB5C-4BB1-AB1C-B87711F2EB23}" srcOrd="0" destOrd="0" presId="urn:microsoft.com/office/officeart/2005/8/layout/vList2"/>
    <dgm:cxn modelId="{72C2CDFA-A0D0-4525-9801-368C024C9D7D}" type="presOf" srcId="{0FEECC4B-1FDF-47F1-BAA1-F643F158A541}" destId="{DDBE070F-1E28-4608-ACB6-818F7F0AD56F}" srcOrd="0" destOrd="0" presId="urn:microsoft.com/office/officeart/2005/8/layout/vList2"/>
    <dgm:cxn modelId="{E659F771-0E97-4D8A-B923-65CA5A4E4658}" type="presParOf" srcId="{8D728E1D-08D4-4CE0-A4AE-BBCECC5D81B1}" destId="{DDBE070F-1E28-4608-ACB6-818F7F0AD56F}" srcOrd="0" destOrd="0" presId="urn:microsoft.com/office/officeart/2005/8/layout/vList2"/>
    <dgm:cxn modelId="{03F6B844-C752-4536-B70C-FFFC61A21E95}" type="presParOf" srcId="{8D728E1D-08D4-4CE0-A4AE-BBCECC5D81B1}" destId="{0F8366D7-F7D8-4FC6-B449-D6F8EC27DF68}" srcOrd="1" destOrd="0" presId="urn:microsoft.com/office/officeart/2005/8/layout/vList2"/>
    <dgm:cxn modelId="{BD05256C-636F-4C29-AB7B-EECE1CE4BF2D}" type="presParOf" srcId="{8D728E1D-08D4-4CE0-A4AE-BBCECC5D81B1}" destId="{AD146234-FB5C-4BB1-AB1C-B87711F2EB23}" srcOrd="2" destOrd="0" presId="urn:microsoft.com/office/officeart/2005/8/layout/vList2"/>
    <dgm:cxn modelId="{16E6064E-46BA-4011-BC70-A285352711B4}" type="presParOf" srcId="{8D728E1D-08D4-4CE0-A4AE-BBCECC5D81B1}" destId="{61F61EBE-0A84-497C-B8E9-E9E5E432EABF}" srcOrd="3" destOrd="0" presId="urn:microsoft.com/office/officeart/2005/8/layout/vList2"/>
    <dgm:cxn modelId="{37C794B0-4748-4D20-9254-9A0E3A95D851}" type="presParOf" srcId="{8D728E1D-08D4-4CE0-A4AE-BBCECC5D81B1}" destId="{F89FDDA3-651A-4E54-B910-43EC86BFBED8}" srcOrd="4" destOrd="0" presId="urn:microsoft.com/office/officeart/2005/8/layout/vList2"/>
    <dgm:cxn modelId="{EB27BC2D-C3BD-4516-B60F-3C877B8C2C92}" type="presParOf" srcId="{8D728E1D-08D4-4CE0-A4AE-BBCECC5D81B1}" destId="{0BEBF0E6-D534-4141-A740-61C7DD907D41}" srcOrd="5" destOrd="0" presId="urn:microsoft.com/office/officeart/2005/8/layout/vList2"/>
    <dgm:cxn modelId="{9D044983-62F3-4DA6-90A7-75E96BFCC7AE}" type="presParOf" srcId="{8D728E1D-08D4-4CE0-A4AE-BBCECC5D81B1}" destId="{F46B7564-171C-4F77-B7C2-A898799E073A}" srcOrd="6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/>
      <dgm:t>
        <a:bodyPr/>
        <a:lstStyle/>
        <a:p>
          <a:pPr algn="ctr"/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a.Hệ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endParaRPr lang="en-GB" sz="4000" dirty="0">
            <a:solidFill>
              <a:srgbClr val="C00000"/>
            </a:solidFill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D9595FA3-4177-440E-8A80-FE4C6C76301A}">
      <dgm:prSet custT="1"/>
      <dgm:spPr/>
      <dgm:t>
        <a:bodyPr/>
        <a:lstStyle/>
        <a:p>
          <a:pPr algn="ctr"/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b.Trở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endParaRPr lang="en-US" sz="4000" dirty="0">
            <a:solidFill>
              <a:srgbClr val="7030A0"/>
            </a:solidFill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75E096A5-D93D-48AE-96FF-71207D25F07A}">
      <dgm:prSet custT="1"/>
      <dgm:spPr/>
      <dgm:t>
        <a:bodyPr/>
        <a:lstStyle/>
        <a:p>
          <a:pPr algn="ctr"/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c.Vận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tốc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vận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tốc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pha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n-US" sz="4000" dirty="0">
            <a:solidFill>
              <a:srgbClr val="C00000"/>
            </a:solidFill>
          </a:endParaRPr>
        </a:p>
      </dgm:t>
    </dgm:pt>
    <dgm:pt modelId="{98921CB3-B983-409E-9FF8-3A49F931B8A2}" type="parTrans" cxnId="{615F7EB6-E9B4-4700-A663-7F5DC9275445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B0A053E6-B223-467B-AB29-2BDCA8475397}" type="sibTrans" cxnId="{615F7EB6-E9B4-4700-A663-7F5DC9275445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499B1A23-E9BC-42BE-B524-28379BF30755}">
      <dgm:prSet custT="1"/>
      <dgm:spPr/>
      <dgm:t>
        <a:bodyPr/>
        <a:lstStyle/>
        <a:p>
          <a:pPr algn="ctr"/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d.Hằng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thời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gian</a:t>
          </a:r>
          <a:endParaRPr lang="en-US" sz="4000" dirty="0">
            <a:solidFill>
              <a:srgbClr val="7030A0"/>
            </a:solidFill>
          </a:endParaRPr>
        </a:p>
      </dgm:t>
    </dgm:pt>
    <dgm:pt modelId="{4E487779-1308-4855-8481-09029DB3B8D0}" type="parTrans" cxnId="{776E46CA-6288-4A54-9D5F-75EEF26CDF1C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EF1EC8B7-3A00-41B5-A9FA-5CCEC3812E38}" type="sibTrans" cxnId="{776E46CA-6288-4A54-9D5F-75EEF26CDF1C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E9B851-84A9-4C0C-8E0A-4DE0C3DA6520}" type="pres">
      <dgm:prSet presAssocID="{6395772F-4E14-436C-9C57-70E7B93F4964}" presName="spacer" presStyleCnt="0"/>
      <dgm:spPr/>
    </dgm:pt>
    <dgm:pt modelId="{257C6472-755C-4C7D-9920-5C5AA3F21531}" type="pres">
      <dgm:prSet presAssocID="{75E096A5-D93D-48AE-96FF-71207D25F07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7B08CA0-4215-441A-8EB2-55AA3DD747D2}" type="pres">
      <dgm:prSet presAssocID="{B0A053E6-B223-467B-AB29-2BDCA8475397}" presName="spacer" presStyleCnt="0"/>
      <dgm:spPr/>
    </dgm:pt>
    <dgm:pt modelId="{0DBBB7C8-0405-4EE2-BA55-FFE093144999}" type="pres">
      <dgm:prSet presAssocID="{499B1A23-E9BC-42BE-B524-28379BF3075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B73A9664-2DFD-48D9-AFA1-8C20413DABEE}" type="presOf" srcId="{75E096A5-D93D-48AE-96FF-71207D25F07A}" destId="{257C6472-755C-4C7D-9920-5C5AA3F21531}" srcOrd="0" destOrd="0" presId="urn:microsoft.com/office/officeart/2005/8/layout/vList2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58F10091-59C3-4002-8504-FD67ACE808A5}" type="presOf" srcId="{499B1A23-E9BC-42BE-B524-28379BF30755}" destId="{0DBBB7C8-0405-4EE2-BA55-FFE093144999}" srcOrd="0" destOrd="0" presId="urn:microsoft.com/office/officeart/2005/8/layout/vList2"/>
    <dgm:cxn modelId="{615F7EB6-E9B4-4700-A663-7F5DC9275445}" srcId="{E537FC6B-0D26-4505-899D-71E3C1654B7F}" destId="{75E096A5-D93D-48AE-96FF-71207D25F07A}" srcOrd="2" destOrd="0" parTransId="{98921CB3-B983-409E-9FF8-3A49F931B8A2}" sibTransId="{B0A053E6-B223-467B-AB29-2BDCA8475397}"/>
    <dgm:cxn modelId="{776E46CA-6288-4A54-9D5F-75EEF26CDF1C}" srcId="{E537FC6B-0D26-4505-899D-71E3C1654B7F}" destId="{499B1A23-E9BC-42BE-B524-28379BF30755}" srcOrd="3" destOrd="0" parTransId="{4E487779-1308-4855-8481-09029DB3B8D0}" sibTransId="{EF1EC8B7-3A00-41B5-A9FA-5CCEC3812E38}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  <dgm:cxn modelId="{FF61F5BA-8294-48D5-B15A-4B9575C22712}" type="presParOf" srcId="{DFB60D4E-3B53-44AE-B818-187E0E3279A9}" destId="{9BE9B851-84A9-4C0C-8E0A-4DE0C3DA6520}" srcOrd="3" destOrd="0" presId="urn:microsoft.com/office/officeart/2005/8/layout/vList2"/>
    <dgm:cxn modelId="{BBC19BF5-422E-4504-9525-7E0EDC389CB6}" type="presParOf" srcId="{DFB60D4E-3B53-44AE-B818-187E0E3279A9}" destId="{257C6472-755C-4C7D-9920-5C5AA3F21531}" srcOrd="4" destOrd="0" presId="urn:microsoft.com/office/officeart/2005/8/layout/vList2"/>
    <dgm:cxn modelId="{77332345-B923-4D75-8712-DB58DD9AF1AF}" type="presParOf" srcId="{DFB60D4E-3B53-44AE-B818-187E0E3279A9}" destId="{A7B08CA0-4215-441A-8EB2-55AA3DD747D2}" srcOrd="5" destOrd="0" presId="urn:microsoft.com/office/officeart/2005/8/layout/vList2"/>
    <dgm:cxn modelId="{A848C407-6883-492B-ABA1-4F8E146436CF}" type="presParOf" srcId="{DFB60D4E-3B53-44AE-B818-187E0E3279A9}" destId="{0DBBB7C8-0405-4EE2-BA55-FFE09314499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DCFE18-F1CE-4BAC-AD53-E82AC4F2FC42}">
      <dgm:prSet/>
      <dgm:spPr/>
      <dgm:t>
        <a:bodyPr/>
        <a:lstStyle/>
        <a:p>
          <a:r>
            <a:rPr lang="en-GB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kim</a:t>
          </a:r>
          <a:r>
            <a: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loại</a:t>
          </a:r>
          <a:endParaRPr lang="en-GB" dirty="0">
            <a:solidFill>
              <a:srgbClr val="C00000"/>
            </a:solidFill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endParaRPr lang="en-US"/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endParaRPr lang="en-US"/>
        </a:p>
      </dgm:t>
    </dgm:pt>
    <dgm:pt modelId="{D9595FA3-4177-440E-8A80-FE4C6C76301A}">
      <dgm:prSet/>
      <dgm:spPr/>
      <dgm:t>
        <a:bodyPr/>
        <a:lstStyle/>
        <a:p>
          <a:r>
            <a:rPr lang="en-GB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môi</a:t>
          </a:r>
          <a:endParaRPr lang="en-US" dirty="0">
            <a:solidFill>
              <a:srgbClr val="7030A0"/>
            </a:solidFill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endParaRPr lang="en-US"/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endParaRPr lang="en-US"/>
        </a:p>
      </dgm:t>
    </dgm:pt>
    <dgm:pt modelId="{BFDE9FF6-DABE-46C2-9B68-105B33C6BC3C}">
      <dgm:prSet/>
      <dgm:spPr/>
      <dgm:t>
        <a:bodyPr/>
        <a:lstStyle/>
        <a:p>
          <a:r>
            <a:rPr lang="en-GB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khác</a:t>
          </a:r>
          <a:endParaRPr lang="en-US" dirty="0">
            <a:solidFill>
              <a:srgbClr val="00B050"/>
            </a:solidFill>
          </a:endParaRPr>
        </a:p>
      </dgm:t>
    </dgm:pt>
    <dgm:pt modelId="{D2241988-C56B-4FF8-9899-A9C16614ED92}" type="parTrans" cxnId="{58801ECB-872C-45D5-81EB-B01F290C74EC}">
      <dgm:prSet/>
      <dgm:spPr/>
      <dgm:t>
        <a:bodyPr/>
        <a:lstStyle/>
        <a:p>
          <a:endParaRPr lang="en-GB"/>
        </a:p>
      </dgm:t>
    </dgm:pt>
    <dgm:pt modelId="{4D08EA88-ED95-40A3-909B-11388EC25390}" type="sibTrans" cxnId="{58801ECB-872C-45D5-81EB-B01F290C74EC}">
      <dgm:prSet/>
      <dgm:spPr/>
      <dgm:t>
        <a:bodyPr/>
        <a:lstStyle/>
        <a:p>
          <a:endParaRPr lang="en-GB"/>
        </a:p>
      </dgm:t>
    </dgm:pt>
    <dgm:pt modelId="{D8A5B443-ADD6-47E7-B0AA-86C3158E61CA}" type="pres">
      <dgm:prSet presAssocID="{E537FC6B-0D26-4505-899D-71E3C1654B7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CAA2AFB-185E-488A-8F82-6DC2EF25C105}" type="pres">
      <dgm:prSet presAssocID="{FCDCFE18-F1CE-4BAC-AD53-E82AC4F2FC42}" presName="hierRoot1" presStyleCnt="0"/>
      <dgm:spPr/>
    </dgm:pt>
    <dgm:pt modelId="{68271511-AA01-492B-ACCB-3E994F756673}" type="pres">
      <dgm:prSet presAssocID="{FCDCFE18-F1CE-4BAC-AD53-E82AC4F2FC42}" presName="composite" presStyleCnt="0"/>
      <dgm:spPr/>
    </dgm:pt>
    <dgm:pt modelId="{9D0FFB14-5D41-448E-B9C7-AA58FB223F8E}" type="pres">
      <dgm:prSet presAssocID="{FCDCFE18-F1CE-4BAC-AD53-E82AC4F2FC42}" presName="background" presStyleLbl="node0" presStyleIdx="0" presStyleCnt="3"/>
      <dgm:spPr/>
    </dgm:pt>
    <dgm:pt modelId="{63B7DBE9-65C1-44F2-B77D-F5E04565B78C}" type="pres">
      <dgm:prSet presAssocID="{FCDCFE18-F1CE-4BAC-AD53-E82AC4F2FC42}" presName="text" presStyleLbl="fgAcc0" presStyleIdx="0" presStyleCnt="3">
        <dgm:presLayoutVars>
          <dgm:chPref val="3"/>
        </dgm:presLayoutVars>
      </dgm:prSet>
      <dgm:spPr/>
    </dgm:pt>
    <dgm:pt modelId="{461C9796-0ADC-42D6-9939-417E46349639}" type="pres">
      <dgm:prSet presAssocID="{FCDCFE18-F1CE-4BAC-AD53-E82AC4F2FC42}" presName="hierChild2" presStyleCnt="0"/>
      <dgm:spPr/>
    </dgm:pt>
    <dgm:pt modelId="{C6EE35A0-7B98-4C1B-9622-A5A38C5A4530}" type="pres">
      <dgm:prSet presAssocID="{D9595FA3-4177-440E-8A80-FE4C6C76301A}" presName="hierRoot1" presStyleCnt="0"/>
      <dgm:spPr/>
    </dgm:pt>
    <dgm:pt modelId="{E5A4524E-F735-4835-8342-CF215B942D3B}" type="pres">
      <dgm:prSet presAssocID="{D9595FA3-4177-440E-8A80-FE4C6C76301A}" presName="composite" presStyleCnt="0"/>
      <dgm:spPr/>
    </dgm:pt>
    <dgm:pt modelId="{C977355B-8E0F-4B67-8B41-064661DF75E8}" type="pres">
      <dgm:prSet presAssocID="{D9595FA3-4177-440E-8A80-FE4C6C76301A}" presName="background" presStyleLbl="node0" presStyleIdx="1" presStyleCnt="3"/>
      <dgm:spPr/>
    </dgm:pt>
    <dgm:pt modelId="{5D513C94-F5EA-4E54-8670-57DCB4C2F4E9}" type="pres">
      <dgm:prSet presAssocID="{D9595FA3-4177-440E-8A80-FE4C6C76301A}" presName="text" presStyleLbl="fgAcc0" presStyleIdx="1" presStyleCnt="3">
        <dgm:presLayoutVars>
          <dgm:chPref val="3"/>
        </dgm:presLayoutVars>
      </dgm:prSet>
      <dgm:spPr/>
    </dgm:pt>
    <dgm:pt modelId="{9F8C9F30-DA00-49E5-8A15-D18A5595CCC0}" type="pres">
      <dgm:prSet presAssocID="{D9595FA3-4177-440E-8A80-FE4C6C76301A}" presName="hierChild2" presStyleCnt="0"/>
      <dgm:spPr/>
    </dgm:pt>
    <dgm:pt modelId="{92AA5563-9BAD-41FB-9F3F-9CBCB87EBC96}" type="pres">
      <dgm:prSet presAssocID="{BFDE9FF6-DABE-46C2-9B68-105B33C6BC3C}" presName="hierRoot1" presStyleCnt="0"/>
      <dgm:spPr/>
    </dgm:pt>
    <dgm:pt modelId="{A4F2CA61-A2E4-4D09-8C54-9713AEA7A196}" type="pres">
      <dgm:prSet presAssocID="{BFDE9FF6-DABE-46C2-9B68-105B33C6BC3C}" presName="composite" presStyleCnt="0"/>
      <dgm:spPr/>
    </dgm:pt>
    <dgm:pt modelId="{E6453034-3C7B-4F8B-864B-A772B7EF7939}" type="pres">
      <dgm:prSet presAssocID="{BFDE9FF6-DABE-46C2-9B68-105B33C6BC3C}" presName="background" presStyleLbl="node0" presStyleIdx="2" presStyleCnt="3"/>
      <dgm:spPr/>
    </dgm:pt>
    <dgm:pt modelId="{139BBD82-8876-4996-B6AD-6BCFDEC56688}" type="pres">
      <dgm:prSet presAssocID="{BFDE9FF6-DABE-46C2-9B68-105B33C6BC3C}" presName="text" presStyleLbl="fgAcc0" presStyleIdx="2" presStyleCnt="3">
        <dgm:presLayoutVars>
          <dgm:chPref val="3"/>
        </dgm:presLayoutVars>
      </dgm:prSet>
      <dgm:spPr/>
    </dgm:pt>
    <dgm:pt modelId="{17D10CBF-4144-4142-9854-F6F9CAB2432A}" type="pres">
      <dgm:prSet presAssocID="{BFDE9FF6-DABE-46C2-9B68-105B33C6BC3C}" presName="hierChild2" presStyleCnt="0"/>
      <dgm:spPr/>
    </dgm:pt>
  </dgm:ptLst>
  <dgm:cxnLst>
    <dgm:cxn modelId="{2BC6E91E-7B17-4940-B507-8A67ACA419BB}" type="presOf" srcId="{E537FC6B-0D26-4505-899D-71E3C1654B7F}" destId="{D8A5B443-ADD6-47E7-B0AA-86C3158E61CA}" srcOrd="0" destOrd="0" presId="urn:microsoft.com/office/officeart/2005/8/layout/hierarchy1"/>
    <dgm:cxn modelId="{5448382E-9C70-4240-AA02-0DDE39CE1631}" type="presOf" srcId="{D9595FA3-4177-440E-8A80-FE4C6C76301A}" destId="{5D513C94-F5EA-4E54-8670-57DCB4C2F4E9}" srcOrd="0" destOrd="0" presId="urn:microsoft.com/office/officeart/2005/8/layout/hierarchy1"/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1D3C653F-40E7-4FB1-A1D6-512CDAD9A537}" type="presOf" srcId="{FCDCFE18-F1CE-4BAC-AD53-E82AC4F2FC42}" destId="{63B7DBE9-65C1-44F2-B77D-F5E04565B78C}" srcOrd="0" destOrd="0" presId="urn:microsoft.com/office/officeart/2005/8/layout/hierarchy1"/>
    <dgm:cxn modelId="{6C91AE83-C230-4822-8305-500B946FFDE2}" type="presOf" srcId="{BFDE9FF6-DABE-46C2-9B68-105B33C6BC3C}" destId="{139BBD82-8876-4996-B6AD-6BCFDEC56688}" srcOrd="0" destOrd="0" presId="urn:microsoft.com/office/officeart/2005/8/layout/hierarchy1"/>
    <dgm:cxn modelId="{58801ECB-872C-45D5-81EB-B01F290C74EC}" srcId="{E537FC6B-0D26-4505-899D-71E3C1654B7F}" destId="{BFDE9FF6-DABE-46C2-9B68-105B33C6BC3C}" srcOrd="2" destOrd="0" parTransId="{D2241988-C56B-4FF8-9899-A9C16614ED92}" sibTransId="{4D08EA88-ED95-40A3-909B-11388EC25390}"/>
    <dgm:cxn modelId="{CBAB6B2C-DB17-481D-859C-113A1D06FC9B}" type="presParOf" srcId="{D8A5B443-ADD6-47E7-B0AA-86C3158E61CA}" destId="{ACAA2AFB-185E-488A-8F82-6DC2EF25C105}" srcOrd="0" destOrd="0" presId="urn:microsoft.com/office/officeart/2005/8/layout/hierarchy1"/>
    <dgm:cxn modelId="{3AB34C27-E00F-4328-9D54-336FF8286F2C}" type="presParOf" srcId="{ACAA2AFB-185E-488A-8F82-6DC2EF25C105}" destId="{68271511-AA01-492B-ACCB-3E994F756673}" srcOrd="0" destOrd="0" presId="urn:microsoft.com/office/officeart/2005/8/layout/hierarchy1"/>
    <dgm:cxn modelId="{D8A3B5DA-C4FC-4B23-928B-E801A63958D1}" type="presParOf" srcId="{68271511-AA01-492B-ACCB-3E994F756673}" destId="{9D0FFB14-5D41-448E-B9C7-AA58FB223F8E}" srcOrd="0" destOrd="0" presId="urn:microsoft.com/office/officeart/2005/8/layout/hierarchy1"/>
    <dgm:cxn modelId="{D04B48D7-DF78-457B-9083-9AB776DE4CDA}" type="presParOf" srcId="{68271511-AA01-492B-ACCB-3E994F756673}" destId="{63B7DBE9-65C1-44F2-B77D-F5E04565B78C}" srcOrd="1" destOrd="0" presId="urn:microsoft.com/office/officeart/2005/8/layout/hierarchy1"/>
    <dgm:cxn modelId="{8753B170-D270-41BB-B19F-A34DAE788D66}" type="presParOf" srcId="{ACAA2AFB-185E-488A-8F82-6DC2EF25C105}" destId="{461C9796-0ADC-42D6-9939-417E46349639}" srcOrd="1" destOrd="0" presId="urn:microsoft.com/office/officeart/2005/8/layout/hierarchy1"/>
    <dgm:cxn modelId="{215D38B3-3D13-401E-B658-5F910A42DE9E}" type="presParOf" srcId="{D8A5B443-ADD6-47E7-B0AA-86C3158E61CA}" destId="{C6EE35A0-7B98-4C1B-9622-A5A38C5A4530}" srcOrd="1" destOrd="0" presId="urn:microsoft.com/office/officeart/2005/8/layout/hierarchy1"/>
    <dgm:cxn modelId="{38EE2483-96C1-4A53-BE04-CD891CFFF3FF}" type="presParOf" srcId="{C6EE35A0-7B98-4C1B-9622-A5A38C5A4530}" destId="{E5A4524E-F735-4835-8342-CF215B942D3B}" srcOrd="0" destOrd="0" presId="urn:microsoft.com/office/officeart/2005/8/layout/hierarchy1"/>
    <dgm:cxn modelId="{BF6C38F0-8CD8-4F4D-B756-2539CDF79F89}" type="presParOf" srcId="{E5A4524E-F735-4835-8342-CF215B942D3B}" destId="{C977355B-8E0F-4B67-8B41-064661DF75E8}" srcOrd="0" destOrd="0" presId="urn:microsoft.com/office/officeart/2005/8/layout/hierarchy1"/>
    <dgm:cxn modelId="{84CF5EAD-B9B2-4FA5-9EB7-8655C6F89DE2}" type="presParOf" srcId="{E5A4524E-F735-4835-8342-CF215B942D3B}" destId="{5D513C94-F5EA-4E54-8670-57DCB4C2F4E9}" srcOrd="1" destOrd="0" presId="urn:microsoft.com/office/officeart/2005/8/layout/hierarchy1"/>
    <dgm:cxn modelId="{42E51DB2-12D8-4D13-A4B0-315C2B2D9F01}" type="presParOf" srcId="{C6EE35A0-7B98-4C1B-9622-A5A38C5A4530}" destId="{9F8C9F30-DA00-49E5-8A15-D18A5595CCC0}" srcOrd="1" destOrd="0" presId="urn:microsoft.com/office/officeart/2005/8/layout/hierarchy1"/>
    <dgm:cxn modelId="{3A718E61-C9F2-4495-81D1-CF9B3B583252}" type="presParOf" srcId="{D8A5B443-ADD6-47E7-B0AA-86C3158E61CA}" destId="{92AA5563-9BAD-41FB-9F3F-9CBCB87EBC96}" srcOrd="2" destOrd="0" presId="urn:microsoft.com/office/officeart/2005/8/layout/hierarchy1"/>
    <dgm:cxn modelId="{746DCA41-8C50-488C-850D-E2AF26B3C7BA}" type="presParOf" srcId="{92AA5563-9BAD-41FB-9F3F-9CBCB87EBC96}" destId="{A4F2CA61-A2E4-4D09-8C54-9713AEA7A196}" srcOrd="0" destOrd="0" presId="urn:microsoft.com/office/officeart/2005/8/layout/hierarchy1"/>
    <dgm:cxn modelId="{6B097954-7F26-4693-932B-B09E47D4EA0E}" type="presParOf" srcId="{A4F2CA61-A2E4-4D09-8C54-9713AEA7A196}" destId="{E6453034-3C7B-4F8B-864B-A772B7EF7939}" srcOrd="0" destOrd="0" presId="urn:microsoft.com/office/officeart/2005/8/layout/hierarchy1"/>
    <dgm:cxn modelId="{60E2FCC7-582A-443F-B954-B52756DA2311}" type="presParOf" srcId="{A4F2CA61-A2E4-4D09-8C54-9713AEA7A196}" destId="{139BBD82-8876-4996-B6AD-6BCFDEC56688}" srcOrd="1" destOrd="0" presId="urn:microsoft.com/office/officeart/2005/8/layout/hierarchy1"/>
    <dgm:cxn modelId="{01B3A553-A5BC-435B-8AA1-A9C3C0C33076}" type="presParOf" srcId="{92AA5563-9BAD-41FB-9F3F-9CBCB87EBC96}" destId="{17D10CBF-4144-4142-9854-F6F9CAB2432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9595FA3-4177-440E-8A80-FE4C6C76301A}">
      <dgm:prSet custT="1"/>
      <dgm:spPr/>
      <dgm:t>
        <a:bodyPr/>
        <a:lstStyle/>
        <a:p>
          <a:pPr algn="ctr"/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5.2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Công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thức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E096A5-D93D-48AE-96FF-71207D25F07A}">
      <dgm:prSet custT="1"/>
      <dgm:spPr/>
      <dgm:t>
        <a:bodyPr/>
        <a:lstStyle/>
        <a:p>
          <a:pPr algn="ctr"/>
          <a:r>
            <a: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5.3 </a:t>
          </a:r>
          <a:r>
            <a:rPr lang="en-US" sz="3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trường</a:t>
          </a:r>
          <a:r>
            <a: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hợp</a:t>
          </a:r>
          <a:r>
            <a: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biệt</a:t>
          </a:r>
          <a:endParaRPr lang="en-US" sz="3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921CB3-B983-409E-9FF8-3A49F931B8A2}" type="parTrans" cxnId="{615F7EB6-E9B4-4700-A663-7F5DC9275445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A053E6-B223-467B-AB29-2BDCA8475397}" type="sibTrans" cxnId="{615F7EB6-E9B4-4700-A663-7F5DC9275445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9B1A23-E9BC-42BE-B524-28379BF30755}">
      <dgm:prSet custT="1"/>
      <dgm:spPr/>
      <dgm:t>
        <a:bodyPr/>
        <a:lstStyle/>
        <a:p>
          <a:pPr algn="ctr"/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5.4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chuẩn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hóa</a:t>
          </a:r>
          <a:endParaRPr lang="en-US" sz="3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487779-1308-4855-8481-09029DB3B8D0}" type="parTrans" cxnId="{776E46CA-6288-4A54-9D5F-75EEF26CDF1C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1EC8B7-3A00-41B5-A9FA-5CCEC3812E38}" type="sibTrans" cxnId="{776E46CA-6288-4A54-9D5F-75EEF26CDF1C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DCFE18-F1CE-4BAC-AD53-E82AC4F2FC42}">
      <dgm:prSet custT="1"/>
      <dgm:spPr/>
      <dgm:t>
        <a:bodyPr/>
        <a:lstStyle/>
        <a:p>
          <a:pPr algn="ctr"/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5.1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nghĩa</a:t>
          </a:r>
          <a:endParaRPr lang="en-GB" sz="3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5BFE11-D429-4617-889F-E5C921806422}">
      <dgm:prSet custT="1"/>
      <dgm:spPr/>
      <dgm:t>
        <a:bodyPr/>
        <a:lstStyle/>
        <a:p>
          <a:pPr algn="ctr"/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5.5 Quan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hệ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giữa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đường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và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hệ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số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phản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xạ</a:t>
          </a:r>
          <a:endParaRPr lang="en-US" sz="3200" kern="1200" dirty="0">
            <a:solidFill>
              <a:srgbClr val="C0000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50219E87-539E-4960-A552-49D71B1E77B0}" type="parTrans" cxnId="{AFA6A258-5D3A-4A65-9D66-AA692EBB0708}">
      <dgm:prSet/>
      <dgm:spPr/>
      <dgm:t>
        <a:bodyPr/>
        <a:lstStyle/>
        <a:p>
          <a:endParaRPr lang="en-GB"/>
        </a:p>
      </dgm:t>
    </dgm:pt>
    <dgm:pt modelId="{4703511F-E0D2-4FB8-8C1E-283DF3B659F5}" type="sibTrans" cxnId="{AFA6A258-5D3A-4A65-9D66-AA692EBB0708}">
      <dgm:prSet/>
      <dgm:spPr/>
      <dgm:t>
        <a:bodyPr/>
        <a:lstStyle/>
        <a:p>
          <a:endParaRPr lang="en-GB"/>
        </a:p>
      </dgm:t>
    </dgm:pt>
    <dgm:pt modelId="{99318074-D5E4-483D-8251-20942317DD44}">
      <dgm:prSet custT="1"/>
      <dgm:spPr/>
      <dgm:t>
        <a:bodyPr/>
        <a:lstStyle/>
        <a:p>
          <a:pPr algn="ctr"/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5.6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Dẫn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nạp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9845AEE-C502-4999-A852-0C904ACDC0D4}" type="parTrans" cxnId="{7D97D55F-236C-4E2A-9D9D-485508306677}">
      <dgm:prSet/>
      <dgm:spPr/>
      <dgm:t>
        <a:bodyPr/>
        <a:lstStyle/>
        <a:p>
          <a:endParaRPr lang="en-GB"/>
        </a:p>
      </dgm:t>
    </dgm:pt>
    <dgm:pt modelId="{F768C8D7-2859-44F4-8F4E-4167CD8F1657}" type="sibTrans" cxnId="{7D97D55F-236C-4E2A-9D9D-485508306677}">
      <dgm:prSet/>
      <dgm:spPr/>
      <dgm:t>
        <a:bodyPr/>
        <a:lstStyle/>
        <a:p>
          <a:endParaRPr lang="en-GB"/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BE9B851-84A9-4C0C-8E0A-4DE0C3DA6520}" type="pres">
      <dgm:prSet presAssocID="{6395772F-4E14-436C-9C57-70E7B93F4964}" presName="spacer" presStyleCnt="0"/>
      <dgm:spPr/>
    </dgm:pt>
    <dgm:pt modelId="{257C6472-755C-4C7D-9920-5C5AA3F21531}" type="pres">
      <dgm:prSet presAssocID="{75E096A5-D93D-48AE-96FF-71207D25F07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7B08CA0-4215-441A-8EB2-55AA3DD747D2}" type="pres">
      <dgm:prSet presAssocID="{B0A053E6-B223-467B-AB29-2BDCA8475397}" presName="spacer" presStyleCnt="0"/>
      <dgm:spPr/>
    </dgm:pt>
    <dgm:pt modelId="{0DBBB7C8-0405-4EE2-BA55-FFE093144999}" type="pres">
      <dgm:prSet presAssocID="{499B1A23-E9BC-42BE-B524-28379BF3075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839DE53-3D2E-4946-B326-EDD8641ECF39}" type="pres">
      <dgm:prSet presAssocID="{EF1EC8B7-3A00-41B5-A9FA-5CCEC3812E38}" presName="spacer" presStyleCnt="0"/>
      <dgm:spPr/>
    </dgm:pt>
    <dgm:pt modelId="{6F155BB1-8AC8-469E-9DD6-86926840532E}" type="pres">
      <dgm:prSet presAssocID="{DA5BFE11-D429-4617-889F-E5C92180642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FADE108-3D85-4A6C-99EC-DBD868387787}" type="pres">
      <dgm:prSet presAssocID="{4703511F-E0D2-4FB8-8C1E-283DF3B659F5}" presName="spacer" presStyleCnt="0"/>
      <dgm:spPr/>
    </dgm:pt>
    <dgm:pt modelId="{2B62B0ED-6F95-4D28-AB90-E09B5AFBF59A}" type="pres">
      <dgm:prSet presAssocID="{99318074-D5E4-483D-8251-20942317DD4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7D97D55F-236C-4E2A-9D9D-485508306677}" srcId="{E537FC6B-0D26-4505-899D-71E3C1654B7F}" destId="{99318074-D5E4-483D-8251-20942317DD44}" srcOrd="5" destOrd="0" parTransId="{89845AEE-C502-4999-A852-0C904ACDC0D4}" sibTransId="{F768C8D7-2859-44F4-8F4E-4167CD8F1657}"/>
    <dgm:cxn modelId="{B73A9664-2DFD-48D9-AFA1-8C20413DABEE}" type="presOf" srcId="{75E096A5-D93D-48AE-96FF-71207D25F07A}" destId="{257C6472-755C-4C7D-9920-5C5AA3F21531}" srcOrd="0" destOrd="0" presId="urn:microsoft.com/office/officeart/2005/8/layout/vList2"/>
    <dgm:cxn modelId="{79C5A665-4A9A-4712-AEEA-D5B798373AF4}" type="presOf" srcId="{DA5BFE11-D429-4617-889F-E5C921806422}" destId="{6F155BB1-8AC8-469E-9DD6-86926840532E}" srcOrd="0" destOrd="0" presId="urn:microsoft.com/office/officeart/2005/8/layout/vList2"/>
    <dgm:cxn modelId="{674A9F78-52EC-471C-90F8-260946B40F84}" type="presOf" srcId="{99318074-D5E4-483D-8251-20942317DD44}" destId="{2B62B0ED-6F95-4D28-AB90-E09B5AFBF59A}" srcOrd="0" destOrd="0" presId="urn:microsoft.com/office/officeart/2005/8/layout/vList2"/>
    <dgm:cxn modelId="{AFA6A258-5D3A-4A65-9D66-AA692EBB0708}" srcId="{E537FC6B-0D26-4505-899D-71E3C1654B7F}" destId="{DA5BFE11-D429-4617-889F-E5C921806422}" srcOrd="4" destOrd="0" parTransId="{50219E87-539E-4960-A552-49D71B1E77B0}" sibTransId="{4703511F-E0D2-4FB8-8C1E-283DF3B659F5}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58F10091-59C3-4002-8504-FD67ACE808A5}" type="presOf" srcId="{499B1A23-E9BC-42BE-B524-28379BF30755}" destId="{0DBBB7C8-0405-4EE2-BA55-FFE093144999}" srcOrd="0" destOrd="0" presId="urn:microsoft.com/office/officeart/2005/8/layout/vList2"/>
    <dgm:cxn modelId="{615F7EB6-E9B4-4700-A663-7F5DC9275445}" srcId="{E537FC6B-0D26-4505-899D-71E3C1654B7F}" destId="{75E096A5-D93D-48AE-96FF-71207D25F07A}" srcOrd="2" destOrd="0" parTransId="{98921CB3-B983-409E-9FF8-3A49F931B8A2}" sibTransId="{B0A053E6-B223-467B-AB29-2BDCA8475397}"/>
    <dgm:cxn modelId="{776E46CA-6288-4A54-9D5F-75EEF26CDF1C}" srcId="{E537FC6B-0D26-4505-899D-71E3C1654B7F}" destId="{499B1A23-E9BC-42BE-B524-28379BF30755}" srcOrd="3" destOrd="0" parTransId="{4E487779-1308-4855-8481-09029DB3B8D0}" sibTransId="{EF1EC8B7-3A00-41B5-A9FA-5CCEC3812E38}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  <dgm:cxn modelId="{FF61F5BA-8294-48D5-B15A-4B9575C22712}" type="presParOf" srcId="{DFB60D4E-3B53-44AE-B818-187E0E3279A9}" destId="{9BE9B851-84A9-4C0C-8E0A-4DE0C3DA6520}" srcOrd="3" destOrd="0" presId="urn:microsoft.com/office/officeart/2005/8/layout/vList2"/>
    <dgm:cxn modelId="{BBC19BF5-422E-4504-9525-7E0EDC389CB6}" type="presParOf" srcId="{DFB60D4E-3B53-44AE-B818-187E0E3279A9}" destId="{257C6472-755C-4C7D-9920-5C5AA3F21531}" srcOrd="4" destOrd="0" presId="urn:microsoft.com/office/officeart/2005/8/layout/vList2"/>
    <dgm:cxn modelId="{77332345-B923-4D75-8712-DB58DD9AF1AF}" type="presParOf" srcId="{DFB60D4E-3B53-44AE-B818-187E0E3279A9}" destId="{A7B08CA0-4215-441A-8EB2-55AA3DD747D2}" srcOrd="5" destOrd="0" presId="urn:microsoft.com/office/officeart/2005/8/layout/vList2"/>
    <dgm:cxn modelId="{A848C407-6883-492B-ABA1-4F8E146436CF}" type="presParOf" srcId="{DFB60D4E-3B53-44AE-B818-187E0E3279A9}" destId="{0DBBB7C8-0405-4EE2-BA55-FFE093144999}" srcOrd="6" destOrd="0" presId="urn:microsoft.com/office/officeart/2005/8/layout/vList2"/>
    <dgm:cxn modelId="{947BD282-EA31-4B05-A117-BF1DE72FBB6D}" type="presParOf" srcId="{DFB60D4E-3B53-44AE-B818-187E0E3279A9}" destId="{A839DE53-3D2E-4946-B326-EDD8641ECF39}" srcOrd="7" destOrd="0" presId="urn:microsoft.com/office/officeart/2005/8/layout/vList2"/>
    <dgm:cxn modelId="{AABA42A0-3C6E-4445-A6D2-12F3D1118B71}" type="presParOf" srcId="{DFB60D4E-3B53-44AE-B818-187E0E3279A9}" destId="{6F155BB1-8AC8-469E-9DD6-86926840532E}" srcOrd="8" destOrd="0" presId="urn:microsoft.com/office/officeart/2005/8/layout/vList2"/>
    <dgm:cxn modelId="{9F5E39E6-80C2-41B3-BFC7-99726DD61DBE}" type="presParOf" srcId="{DFB60D4E-3B53-44AE-B818-187E0E3279A9}" destId="{2FADE108-3D85-4A6C-99EC-DBD868387787}" srcOrd="9" destOrd="0" presId="urn:microsoft.com/office/officeart/2005/8/layout/vList2"/>
    <dgm:cxn modelId="{F784DC3B-A24E-46AE-B502-91E092766A53}" type="presParOf" srcId="{DFB60D4E-3B53-44AE-B818-187E0E3279A9}" destId="{2B62B0ED-6F95-4D28-AB90-E09B5AFBF59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9595FA3-4177-440E-8A80-FE4C6C76301A}">
      <dgm:prSet custT="1"/>
      <dgm:spPr/>
      <dgm:t>
        <a:bodyPr/>
        <a:lstStyle/>
        <a:p>
          <a:pPr algn="ctr"/>
          <a:r>
            <a:rPr lang="en-US" sz="4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6.2 </a:t>
          </a:r>
          <a:r>
            <a:rPr lang="en-US" sz="48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4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8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US" sz="4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8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US" sz="4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8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</a:t>
          </a:r>
          <a:endParaRPr lang="en-US" sz="48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8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8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DCFE18-F1CE-4BAC-AD53-E82AC4F2FC42}">
      <dgm:prSet custT="1"/>
      <dgm:spPr/>
      <dgm:t>
        <a:bodyPr/>
        <a:lstStyle/>
        <a:p>
          <a:pPr algn="ctr"/>
          <a:r>
            <a:rPr lang="en-GB" sz="4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6.1 </a:t>
          </a:r>
          <a:r>
            <a:rPr lang="en-GB" sz="48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4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8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tượng</a:t>
          </a:r>
          <a:r>
            <a:rPr lang="en-GB" sz="4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8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4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8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</a:t>
          </a:r>
          <a:endParaRPr lang="en-GB" sz="48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8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8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6179A457-E3AA-4D89-8CC1-90CD417C48C0}" type="presOf" srcId="{D9595FA3-4177-440E-8A80-FE4C6C76301A}" destId="{687E73C9-8465-4A27-8291-0DA31881B0EC}" srcOrd="0" destOrd="0" presId="urn:microsoft.com/office/officeart/2005/8/layout/vList2"/>
    <dgm:cxn modelId="{225EFC7F-3322-412F-97B8-197244CD5037}" type="presOf" srcId="{FCDCFE18-F1CE-4BAC-AD53-E82AC4F2FC42}" destId="{905D1A40-57F5-42D5-9C79-3CC7DBB2A280}" srcOrd="0" destOrd="0" presId="urn:microsoft.com/office/officeart/2005/8/layout/vList2"/>
    <dgm:cxn modelId="{6949009B-8988-463C-9B95-864901674018}" type="presOf" srcId="{E537FC6B-0D26-4505-899D-71E3C1654B7F}" destId="{DFB60D4E-3B53-44AE-B818-187E0E3279A9}" srcOrd="0" destOrd="0" presId="urn:microsoft.com/office/officeart/2005/8/layout/vList2"/>
    <dgm:cxn modelId="{C398E63F-4E0F-454E-AA42-FB41BE6453E8}" type="presParOf" srcId="{DFB60D4E-3B53-44AE-B818-187E0E3279A9}" destId="{905D1A40-57F5-42D5-9C79-3CC7DBB2A280}" srcOrd="0" destOrd="0" presId="urn:microsoft.com/office/officeart/2005/8/layout/vList2"/>
    <dgm:cxn modelId="{59A1B32A-DFD5-400F-BF67-ECFA4BF962E9}" type="presParOf" srcId="{DFB60D4E-3B53-44AE-B818-187E0E3279A9}" destId="{AE438052-A537-48BD-9EFC-33C4C3EA82A1}" srcOrd="1" destOrd="0" presId="urn:microsoft.com/office/officeart/2005/8/layout/vList2"/>
    <dgm:cxn modelId="{F9730578-A2CB-46AC-8080-54DC292A9BC0}" type="presParOf" srcId="{DFB60D4E-3B53-44AE-B818-187E0E3279A9}" destId="{687E73C9-8465-4A27-8291-0DA31881B0E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9595FA3-4177-440E-8A80-FE4C6C76301A}">
      <dgm:prSet custT="1"/>
      <dgm:spPr/>
      <dgm:t>
        <a:bodyPr/>
        <a:lstStyle/>
        <a:p>
          <a:pPr algn="ctr"/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7.3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khi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tần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thay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đổi</a:t>
          </a:r>
          <a:endParaRPr lang="en-US" sz="40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DCFE18-F1CE-4BAC-AD53-E82AC4F2FC42}">
      <dgm:prSet custT="1"/>
      <dgm:spPr/>
      <dgm:t>
        <a:bodyPr/>
        <a:lstStyle/>
        <a:p>
          <a:pPr algn="ctr"/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7.1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phần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bước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endParaRPr lang="en-GB" sz="40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04330B-97A8-496E-9662-7382D4036868}">
      <dgm:prSet custT="1"/>
      <dgm:spPr/>
      <dgm:t>
        <a:bodyPr/>
        <a:lstStyle/>
        <a:p>
          <a:pPr algn="ctr"/>
          <a:r>
            <a:rPr lang="en-US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7.2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Đường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truyền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nửa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bước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sóng</a:t>
          </a:r>
          <a:endParaRPr lang="en-GB" sz="40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9944DB-7BD8-4D50-8E52-5D5C9799E986}" type="parTrans" cxnId="{1E7EB4DF-CCF8-4A71-88EB-A85ACBDFB1F9}">
      <dgm:prSet/>
      <dgm:spPr/>
      <dgm:t>
        <a:bodyPr/>
        <a:lstStyle/>
        <a:p>
          <a:pPr algn="ctr"/>
          <a:endParaRPr lang="en-GB" sz="4000"/>
        </a:p>
      </dgm:t>
    </dgm:pt>
    <dgm:pt modelId="{2EDE4D53-7647-4F9B-AB46-AE7F19FF11CF}" type="sibTrans" cxnId="{1E7EB4DF-CCF8-4A71-88EB-A85ACBDFB1F9}">
      <dgm:prSet/>
      <dgm:spPr/>
      <dgm:t>
        <a:bodyPr/>
        <a:lstStyle/>
        <a:p>
          <a:pPr algn="ctr"/>
          <a:endParaRPr lang="en-GB" sz="4000"/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7304E0B9-01B1-4716-8110-62B30F7051AD}" type="pres">
      <dgm:prSet presAssocID="{6804330B-97A8-496E-9662-7382D403686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4887129-5B66-4677-B4F4-A35480919930}" type="pres">
      <dgm:prSet presAssocID="{2EDE4D53-7647-4F9B-AB46-AE7F19FF11CF}" presName="spacer" presStyleCnt="0"/>
      <dgm:spPr/>
    </dgm:pt>
    <dgm:pt modelId="{687E73C9-8465-4A27-8291-0DA31881B0EC}" type="pres">
      <dgm:prSet presAssocID="{D9595FA3-4177-440E-8A80-FE4C6C76301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2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6179A457-E3AA-4D89-8CC1-90CD417C48C0}" type="presOf" srcId="{D9595FA3-4177-440E-8A80-FE4C6C76301A}" destId="{687E73C9-8465-4A27-8291-0DA31881B0EC}" srcOrd="0" destOrd="0" presId="urn:microsoft.com/office/officeart/2005/8/layout/vList2"/>
    <dgm:cxn modelId="{225EFC7F-3322-412F-97B8-197244CD5037}" type="presOf" srcId="{FCDCFE18-F1CE-4BAC-AD53-E82AC4F2FC42}" destId="{905D1A40-57F5-42D5-9C79-3CC7DBB2A280}" srcOrd="0" destOrd="0" presId="urn:microsoft.com/office/officeart/2005/8/layout/vList2"/>
    <dgm:cxn modelId="{6949009B-8988-463C-9B95-864901674018}" type="presOf" srcId="{E537FC6B-0D26-4505-899D-71E3C1654B7F}" destId="{DFB60D4E-3B53-44AE-B818-187E0E3279A9}" srcOrd="0" destOrd="0" presId="urn:microsoft.com/office/officeart/2005/8/layout/vList2"/>
    <dgm:cxn modelId="{268ABFCF-10F1-4795-A3DE-DEF34D662EA8}" type="presOf" srcId="{6804330B-97A8-496E-9662-7382D4036868}" destId="{7304E0B9-01B1-4716-8110-62B30F7051AD}" srcOrd="0" destOrd="0" presId="urn:microsoft.com/office/officeart/2005/8/layout/vList2"/>
    <dgm:cxn modelId="{1E7EB4DF-CCF8-4A71-88EB-A85ACBDFB1F9}" srcId="{E537FC6B-0D26-4505-899D-71E3C1654B7F}" destId="{6804330B-97A8-496E-9662-7382D4036868}" srcOrd="1" destOrd="0" parTransId="{759944DB-7BD8-4D50-8E52-5D5C9799E986}" sibTransId="{2EDE4D53-7647-4F9B-AB46-AE7F19FF11CF}"/>
    <dgm:cxn modelId="{C398E63F-4E0F-454E-AA42-FB41BE6453E8}" type="presParOf" srcId="{DFB60D4E-3B53-44AE-B818-187E0E3279A9}" destId="{905D1A40-57F5-42D5-9C79-3CC7DBB2A280}" srcOrd="0" destOrd="0" presId="urn:microsoft.com/office/officeart/2005/8/layout/vList2"/>
    <dgm:cxn modelId="{59A1B32A-DFD5-400F-BF67-ECFA4BF962E9}" type="presParOf" srcId="{DFB60D4E-3B53-44AE-B818-187E0E3279A9}" destId="{AE438052-A537-48BD-9EFC-33C4C3EA82A1}" srcOrd="1" destOrd="0" presId="urn:microsoft.com/office/officeart/2005/8/layout/vList2"/>
    <dgm:cxn modelId="{2933E318-40D0-4809-9E6C-BB142FCFB42A}" type="presParOf" srcId="{DFB60D4E-3B53-44AE-B818-187E0E3279A9}" destId="{7304E0B9-01B1-4716-8110-62B30F7051AD}" srcOrd="2" destOrd="0" presId="urn:microsoft.com/office/officeart/2005/8/layout/vList2"/>
    <dgm:cxn modelId="{57C35DDF-4EAA-4EE2-9755-36CC95E57B91}" type="presParOf" srcId="{DFB60D4E-3B53-44AE-B818-187E0E3279A9}" destId="{04887129-5B66-4677-B4F4-A35480919930}" srcOrd="3" destOrd="0" presId="urn:microsoft.com/office/officeart/2005/8/layout/vList2"/>
    <dgm:cxn modelId="{F9730578-A2CB-46AC-8080-54DC292A9BC0}" type="presParOf" srcId="{DFB60D4E-3B53-44AE-B818-187E0E3279A9}" destId="{687E73C9-8465-4A27-8291-0DA31881B0E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E94A7AA-9E2D-4C73-8C68-A6BB36AA23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FA0BC4-3F44-4C5B-B866-091AF9492447}">
      <dgm:prSet custT="1"/>
      <dgm:spPr/>
      <dgm:t>
        <a:bodyPr/>
        <a:lstStyle/>
        <a:p>
          <a:pPr algn="ctr"/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Vũ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Đình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Kĩ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thuật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siêu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cao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tần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NXB ĐHQG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Tp.HCM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2010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3FB7A1-5AAE-44F0-A528-F9D1BE9DD58F}" type="parTrans" cxnId="{7E17D22C-2E09-4327-ACFE-EF12E0ABEF2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75C701-F6E5-44C5-B595-5E5A4D641050}" type="sibTrans" cxnId="{7E17D22C-2E09-4327-ACFE-EF12E0ABEF2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973621-7BDE-4E72-A1C3-452ADCEC0522}">
      <dgm:prSet custT="1"/>
      <dgm:spPr/>
      <dgm:t>
        <a:bodyPr/>
        <a:lstStyle/>
        <a:p>
          <a:pPr algn="ctr"/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David M.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Pozar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Microwave Engineering</a:t>
          </a:r>
          <a:r>
            <a:rPr lang="en-GB" sz="3200" b="0" i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Addison-Wesley Publishing 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Co., 2012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BF680A-7861-46E2-B842-47E26F1C2C7F}" type="parTrans" cxnId="{DD005F92-5C31-438B-8658-C2747E4995D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08AAE5-F24D-434E-8A7C-C13A583F926D}" type="sibTrans" cxnId="{DD005F92-5C31-438B-8658-C2747E4995D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5EFCAC-557C-4DBE-B84F-79EE97A153A0}" type="pres">
      <dgm:prSet presAssocID="{3E94A7AA-9E2D-4C73-8C68-A6BB36AA2362}" presName="linear" presStyleCnt="0">
        <dgm:presLayoutVars>
          <dgm:animLvl val="lvl"/>
          <dgm:resizeHandles val="exact"/>
        </dgm:presLayoutVars>
      </dgm:prSet>
      <dgm:spPr/>
    </dgm:pt>
    <dgm:pt modelId="{4C5DBB0B-BB04-457D-B4D9-3B35C251940D}" type="pres">
      <dgm:prSet presAssocID="{39FA0BC4-3F44-4C5B-B866-091AF949244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6D41059-C0FB-49E4-B721-961C87638FF8}" type="pres">
      <dgm:prSet presAssocID="{D275C701-F6E5-44C5-B595-5E5A4D641050}" presName="spacer" presStyleCnt="0"/>
      <dgm:spPr/>
    </dgm:pt>
    <dgm:pt modelId="{946035A0-FC0F-4561-800D-AB1B90AC0FBC}" type="pres">
      <dgm:prSet presAssocID="{5C973621-7BDE-4E72-A1C3-452ADCEC052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E17D22C-2E09-4327-ACFE-EF12E0ABEF22}" srcId="{3E94A7AA-9E2D-4C73-8C68-A6BB36AA2362}" destId="{39FA0BC4-3F44-4C5B-B866-091AF9492447}" srcOrd="0" destOrd="0" parTransId="{133FB7A1-5AAE-44F0-A528-F9D1BE9DD58F}" sibTransId="{D275C701-F6E5-44C5-B595-5E5A4D641050}"/>
    <dgm:cxn modelId="{394D7C58-BA63-43A7-AF38-3024332B15F3}" type="presOf" srcId="{39FA0BC4-3F44-4C5B-B866-091AF9492447}" destId="{4C5DBB0B-BB04-457D-B4D9-3B35C251940D}" srcOrd="0" destOrd="0" presId="urn:microsoft.com/office/officeart/2005/8/layout/vList2"/>
    <dgm:cxn modelId="{F8046E84-EFD6-43BB-BD8B-43AAB0BCB00C}" type="presOf" srcId="{3E94A7AA-9E2D-4C73-8C68-A6BB36AA2362}" destId="{255EFCAC-557C-4DBE-B84F-79EE97A153A0}" srcOrd="0" destOrd="0" presId="urn:microsoft.com/office/officeart/2005/8/layout/vList2"/>
    <dgm:cxn modelId="{DD005F92-5C31-438B-8658-C2747E4995D2}" srcId="{3E94A7AA-9E2D-4C73-8C68-A6BB36AA2362}" destId="{5C973621-7BDE-4E72-A1C3-452ADCEC0522}" srcOrd="1" destOrd="0" parTransId="{BBBF680A-7861-46E2-B842-47E26F1C2C7F}" sibTransId="{6E08AAE5-F24D-434E-8A7C-C13A583F926D}"/>
    <dgm:cxn modelId="{4D20C9CF-CB17-48C9-B83F-7412543E850A}" type="presOf" srcId="{5C973621-7BDE-4E72-A1C3-452ADCEC0522}" destId="{946035A0-FC0F-4561-800D-AB1B90AC0FBC}" srcOrd="0" destOrd="0" presId="urn:microsoft.com/office/officeart/2005/8/layout/vList2"/>
    <dgm:cxn modelId="{6414CE57-8676-4957-8D1C-C3BBBD71869F}" type="presParOf" srcId="{255EFCAC-557C-4DBE-B84F-79EE97A153A0}" destId="{4C5DBB0B-BB04-457D-B4D9-3B35C251940D}" srcOrd="0" destOrd="0" presId="urn:microsoft.com/office/officeart/2005/8/layout/vList2"/>
    <dgm:cxn modelId="{5CC72EE3-F232-4B59-9C62-9CE5D96D5D78}" type="presParOf" srcId="{255EFCAC-557C-4DBE-B84F-79EE97A153A0}" destId="{96D41059-C0FB-49E4-B721-961C87638FF8}" srcOrd="1" destOrd="0" presId="urn:microsoft.com/office/officeart/2005/8/layout/vList2"/>
    <dgm:cxn modelId="{06B1F622-C70B-4B6D-941B-E2C673640046}" type="presParOf" srcId="{255EFCAC-557C-4DBE-B84F-79EE97A153A0}" destId="{946035A0-FC0F-4561-800D-AB1B90AC0FB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DBB0B-BB04-457D-B4D9-3B35C251940D}">
      <dsp:nvSpPr>
        <dsp:cNvPr id="0" name=""/>
        <dsp:cNvSpPr/>
      </dsp:nvSpPr>
      <dsp:spPr>
        <a:xfrm>
          <a:off x="0" y="336"/>
          <a:ext cx="10753725" cy="529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Khái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niệm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7" y="26163"/>
        <a:ext cx="10702071" cy="477416"/>
      </dsp:txXfrm>
    </dsp:sp>
    <dsp:sp modelId="{946035A0-FC0F-4561-800D-AB1B90AC0FBC}">
      <dsp:nvSpPr>
        <dsp:cNvPr id="0" name=""/>
        <dsp:cNvSpPr/>
      </dsp:nvSpPr>
      <dsp:spPr>
        <a:xfrm>
          <a:off x="0" y="539743"/>
          <a:ext cx="10753725" cy="529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Phương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trình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7" y="565570"/>
        <a:ext cx="10702071" cy="477416"/>
      </dsp:txXfrm>
    </dsp:sp>
    <dsp:sp modelId="{B6D9F51C-9549-4640-B0CC-A741A4E9FAE3}">
      <dsp:nvSpPr>
        <dsp:cNvPr id="0" name=""/>
        <dsp:cNvSpPr/>
      </dsp:nvSpPr>
      <dsp:spPr>
        <a:xfrm>
          <a:off x="0" y="1079150"/>
          <a:ext cx="10753725" cy="529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7" y="1104977"/>
        <a:ext cx="10702071" cy="477416"/>
      </dsp:txXfrm>
    </dsp:sp>
    <dsp:sp modelId="{E317D8FA-2EC4-4469-9F3E-90BF01A6B026}">
      <dsp:nvSpPr>
        <dsp:cNvPr id="0" name=""/>
        <dsp:cNvSpPr/>
      </dsp:nvSpPr>
      <dsp:spPr>
        <a:xfrm>
          <a:off x="0" y="1618557"/>
          <a:ext cx="10753725" cy="529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tương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dây-Hệ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7" y="1644384"/>
        <a:ext cx="10702071" cy="477416"/>
      </dsp:txXfrm>
    </dsp:sp>
    <dsp:sp modelId="{836CFD1A-3471-4686-9208-51A76B7592A4}">
      <dsp:nvSpPr>
        <dsp:cNvPr id="0" name=""/>
        <dsp:cNvSpPr/>
      </dsp:nvSpPr>
      <dsp:spPr>
        <a:xfrm>
          <a:off x="0" y="2157963"/>
          <a:ext cx="10753725" cy="529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dây-Dẫn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nạp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7" y="2183790"/>
        <a:ext cx="10702071" cy="477416"/>
      </dsp:txXfrm>
    </dsp:sp>
    <dsp:sp modelId="{E3BF4F65-1930-4DEF-867A-0D8B47319A0E}">
      <dsp:nvSpPr>
        <dsp:cNvPr id="0" name=""/>
        <dsp:cNvSpPr/>
      </dsp:nvSpPr>
      <dsp:spPr>
        <a:xfrm>
          <a:off x="0" y="2697370"/>
          <a:ext cx="10753725" cy="529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tượng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đứng-Hệ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7" y="2723197"/>
        <a:ext cx="10702071" cy="477416"/>
      </dsp:txXfrm>
    </dsp:sp>
    <dsp:sp modelId="{088178DD-33D2-452D-A4A0-11899327D426}">
      <dsp:nvSpPr>
        <dsp:cNvPr id="0" name=""/>
        <dsp:cNvSpPr/>
      </dsp:nvSpPr>
      <dsp:spPr>
        <a:xfrm>
          <a:off x="0" y="3236777"/>
          <a:ext cx="10753725" cy="529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cộng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hưởng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cộng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hưởng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7" y="3262604"/>
        <a:ext cx="10702071" cy="4774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66DFE9-0CF7-496D-AC04-0403C3D42235}">
      <dsp:nvSpPr>
        <dsp:cNvPr id="0" name=""/>
        <dsp:cNvSpPr/>
      </dsp:nvSpPr>
      <dsp:spPr>
        <a:xfrm>
          <a:off x="655" y="78440"/>
          <a:ext cx="5403903" cy="36074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DA1389-A4DC-473E-ACF4-E1034BECD39C}">
      <dsp:nvSpPr>
        <dsp:cNvPr id="0" name=""/>
        <dsp:cNvSpPr/>
      </dsp:nvSpPr>
      <dsp:spPr>
        <a:xfrm>
          <a:off x="420503" y="477297"/>
          <a:ext cx="5403903" cy="36074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8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8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tập</a:t>
          </a:r>
          <a:r>
            <a:rPr lang="en-GB" sz="28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GB" sz="28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đại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xuất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hoặc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tồn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tại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ở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nào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đó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;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biểu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diễn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bởi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phần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tử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tương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hoặc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đạc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trực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tiếp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en-GB" sz="2800" b="1" u="sng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Ví</a:t>
          </a:r>
          <a:r>
            <a:rPr lang="en-GB" sz="2800" b="1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u="sng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dụ</a:t>
          </a:r>
          <a:r>
            <a:rPr lang="en-GB" sz="2800" b="1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n-GB" sz="28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tụ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diode, transistor…</a:t>
          </a:r>
        </a:p>
      </dsp:txBody>
      <dsp:txXfrm>
        <a:off x="526161" y="582955"/>
        <a:ext cx="5192587" cy="3396113"/>
      </dsp:txXfrm>
    </dsp:sp>
    <dsp:sp modelId="{4EE433E0-71DC-4345-BBB6-787728B895AB}">
      <dsp:nvSpPr>
        <dsp:cNvPr id="0" name=""/>
        <dsp:cNvSpPr/>
      </dsp:nvSpPr>
      <dsp:spPr>
        <a:xfrm>
          <a:off x="6244255" y="78440"/>
          <a:ext cx="5428766" cy="39264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9EFF8D-6B38-4FD5-9584-8366202AB25B}">
      <dsp:nvSpPr>
        <dsp:cNvPr id="0" name=""/>
        <dsp:cNvSpPr/>
      </dsp:nvSpPr>
      <dsp:spPr>
        <a:xfrm>
          <a:off x="6664104" y="477297"/>
          <a:ext cx="5428766" cy="39264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5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5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GB" sz="25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bố</a:t>
          </a:r>
          <a:r>
            <a:rPr lang="en-GB" sz="25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đại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nhưng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chúng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tồn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tại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ở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tại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duy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nhất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ở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ví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cố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mà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chúng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bố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rải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đều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chiều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dài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đó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;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thường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tuyến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đơn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chiều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dài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phương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Chúng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GB" sz="25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r>
            <a:rPr lang="en-GB" sz="25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25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đạc</a:t>
          </a:r>
          <a:r>
            <a:rPr lang="en-GB" sz="25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trực</a:t>
          </a:r>
          <a:r>
            <a:rPr lang="en-GB" sz="25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tiếp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mà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chỉ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suy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ra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từ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phép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tương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đương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79107" y="592300"/>
        <a:ext cx="5198760" cy="36964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1185"/>
          <a:ext cx="6254724" cy="1364452"/>
        </a:xfrm>
        <a:prstGeom prst="roundRect">
          <a:avLst/>
        </a:prstGeom>
        <a:solidFill>
          <a:srgbClr val="A8B97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2.1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ô hình vật lý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 thông số sơ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cấp</a:t>
          </a:r>
          <a:endParaRPr lang="en-GB" sz="3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6607" y="67792"/>
        <a:ext cx="6121510" cy="1231238"/>
      </dsp:txXfrm>
    </dsp:sp>
    <dsp:sp modelId="{687E73C9-8465-4A27-8291-0DA31881B0EC}">
      <dsp:nvSpPr>
        <dsp:cNvPr id="0" name=""/>
        <dsp:cNvSpPr/>
      </dsp:nvSpPr>
      <dsp:spPr>
        <a:xfrm>
          <a:off x="0" y="1376494"/>
          <a:ext cx="6254724" cy="1364452"/>
        </a:xfrm>
        <a:prstGeom prst="roundRect">
          <a:avLst/>
        </a:prstGeom>
        <a:solidFill>
          <a:srgbClr val="A7B07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2.2 P</a:t>
          </a:r>
          <a:r>
            <a:rPr lang="vi-VN" sz="3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hương trình truyền sóng </a:t>
          </a:r>
          <a:endParaRPr lang="en-US" sz="34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6607" y="1443101"/>
        <a:ext cx="6121510" cy="1231238"/>
      </dsp:txXfrm>
    </dsp:sp>
    <dsp:sp modelId="{257C6472-755C-4C7D-9920-5C5AA3F21531}">
      <dsp:nvSpPr>
        <dsp:cNvPr id="0" name=""/>
        <dsp:cNvSpPr/>
      </dsp:nvSpPr>
      <dsp:spPr>
        <a:xfrm>
          <a:off x="0" y="2751803"/>
          <a:ext cx="6254724" cy="1364452"/>
        </a:xfrm>
        <a:prstGeom prst="roundRect">
          <a:avLst/>
        </a:prstGeom>
        <a:solidFill>
          <a:srgbClr val="A7A86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2.3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Nghiệm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 phương trình truyền sóng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 tới và sóng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 xạ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sz="3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6607" y="2818410"/>
        <a:ext cx="6121510" cy="1231238"/>
      </dsp:txXfrm>
    </dsp:sp>
    <dsp:sp modelId="{0DBBB7C8-0405-4EE2-BA55-FFE093144999}">
      <dsp:nvSpPr>
        <dsp:cNvPr id="0" name=""/>
        <dsp:cNvSpPr/>
      </dsp:nvSpPr>
      <dsp:spPr>
        <a:xfrm>
          <a:off x="0" y="4127111"/>
          <a:ext cx="6254724" cy="1364452"/>
        </a:xfrm>
        <a:prstGeom prst="roundRect">
          <a:avLst/>
        </a:prstGeom>
        <a:solidFill>
          <a:srgbClr val="9B925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2.4 </a:t>
          </a:r>
          <a:r>
            <a:rPr lang="vi-VN" sz="34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Các thông </a:t>
          </a:r>
          <a:r>
            <a:rPr lang="vi-VN" sz="3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 thứ cấp</a:t>
          </a:r>
          <a:endParaRPr lang="en-US" sz="34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6607" y="4193718"/>
        <a:ext cx="6121510" cy="12312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BE070F-1E28-4608-ACB6-818F7F0AD56F}">
      <dsp:nvSpPr>
        <dsp:cNvPr id="0" name=""/>
        <dsp:cNvSpPr/>
      </dsp:nvSpPr>
      <dsp:spPr>
        <a:xfrm>
          <a:off x="0" y="2215"/>
          <a:ext cx="4639055" cy="1224221"/>
        </a:xfrm>
        <a:prstGeom prst="roundRect">
          <a:avLst/>
        </a:prstGeom>
        <a:solidFill>
          <a:srgbClr val="A8B9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𝑅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 (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𝑂h𝑚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/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𝑚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)</m:t>
              </m:r>
            </m:oMath>
          </a14:m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diễn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tả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sự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kim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loại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8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762" y="61977"/>
        <a:ext cx="4519531" cy="1104697"/>
      </dsp:txXfrm>
    </dsp:sp>
    <dsp:sp modelId="{AD146234-FB5C-4BB1-AB1C-B87711F2EB23}">
      <dsp:nvSpPr>
        <dsp:cNvPr id="0" name=""/>
        <dsp:cNvSpPr/>
      </dsp:nvSpPr>
      <dsp:spPr>
        <a:xfrm>
          <a:off x="0" y="1238346"/>
          <a:ext cx="4639055" cy="1224221"/>
        </a:xfrm>
        <a:prstGeom prst="roundRect">
          <a:avLst/>
        </a:prstGeom>
        <a:solidFill>
          <a:srgbClr val="A7B07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𝐺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 (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𝑆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/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𝑚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)</m:t>
              </m:r>
            </m:oMath>
          </a14:m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diễn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tả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sự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rò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rỉ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giữa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2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dẫn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hay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độ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dẫn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lớp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môi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8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762" y="1298108"/>
        <a:ext cx="4519531" cy="1104697"/>
      </dsp:txXfrm>
    </dsp:sp>
    <dsp:sp modelId="{F89FDDA3-651A-4E54-B910-43EC86BFBED8}">
      <dsp:nvSpPr>
        <dsp:cNvPr id="0" name=""/>
        <dsp:cNvSpPr/>
      </dsp:nvSpPr>
      <dsp:spPr>
        <a:xfrm>
          <a:off x="0" y="2474478"/>
          <a:ext cx="4639055" cy="1224221"/>
        </a:xfrm>
        <a:prstGeom prst="roundRect">
          <a:avLst/>
        </a:prstGeom>
        <a:solidFill>
          <a:srgbClr val="A7A86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𝐿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 (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𝐻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/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𝑚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)</m:t>
              </m:r>
            </m:oMath>
          </a14:m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diễn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tả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cảm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giữa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2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dẫn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8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762" y="2534240"/>
        <a:ext cx="4519531" cy="1104697"/>
      </dsp:txXfrm>
    </dsp:sp>
    <dsp:sp modelId="{F46B7564-171C-4F77-B7C2-A898799E073A}">
      <dsp:nvSpPr>
        <dsp:cNvPr id="0" name=""/>
        <dsp:cNvSpPr/>
      </dsp:nvSpPr>
      <dsp:spPr>
        <a:xfrm>
          <a:off x="0" y="3710610"/>
          <a:ext cx="4639055" cy="1224221"/>
        </a:xfrm>
        <a:prstGeom prst="roundRect">
          <a:avLst/>
        </a:prstGeom>
        <a:solidFill>
          <a:srgbClr val="9B925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𝐶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 (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𝐹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/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𝑚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)</m:t>
              </m:r>
            </m:oMath>
          </a14:m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diễn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tả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dung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giữa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2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dẫn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8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762" y="3770372"/>
        <a:ext cx="4519531" cy="11046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2247"/>
          <a:ext cx="6254724" cy="136262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a.Hệ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endParaRPr lang="en-GB" sz="4000" kern="1200" dirty="0">
            <a:solidFill>
              <a:srgbClr val="C00000"/>
            </a:solidFill>
          </a:endParaRPr>
        </a:p>
      </dsp:txBody>
      <dsp:txXfrm>
        <a:off x="66518" y="68765"/>
        <a:ext cx="6121688" cy="1229588"/>
      </dsp:txXfrm>
    </dsp:sp>
    <dsp:sp modelId="{687E73C9-8465-4A27-8291-0DA31881B0EC}">
      <dsp:nvSpPr>
        <dsp:cNvPr id="0" name=""/>
        <dsp:cNvSpPr/>
      </dsp:nvSpPr>
      <dsp:spPr>
        <a:xfrm>
          <a:off x="0" y="1377457"/>
          <a:ext cx="6254724" cy="1362624"/>
        </a:xfrm>
        <a:prstGeom prst="roundRect">
          <a:avLst/>
        </a:prstGeom>
        <a:solidFill>
          <a:schemeClr val="accent2">
            <a:hueOff val="-508265"/>
            <a:satOff val="-221"/>
            <a:lumOff val="-46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b.Trở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endParaRPr lang="en-US" sz="4000" kern="1200" dirty="0">
            <a:solidFill>
              <a:srgbClr val="7030A0"/>
            </a:solidFill>
          </a:endParaRPr>
        </a:p>
      </dsp:txBody>
      <dsp:txXfrm>
        <a:off x="66518" y="1443975"/>
        <a:ext cx="6121688" cy="1229588"/>
      </dsp:txXfrm>
    </dsp:sp>
    <dsp:sp modelId="{257C6472-755C-4C7D-9920-5C5AA3F21531}">
      <dsp:nvSpPr>
        <dsp:cNvPr id="0" name=""/>
        <dsp:cNvSpPr/>
      </dsp:nvSpPr>
      <dsp:spPr>
        <a:xfrm>
          <a:off x="0" y="2752667"/>
          <a:ext cx="6254724" cy="1362624"/>
        </a:xfrm>
        <a:prstGeom prst="roundRect">
          <a:avLst/>
        </a:prstGeom>
        <a:solidFill>
          <a:schemeClr val="accent2">
            <a:hueOff val="-1016531"/>
            <a:satOff val="-441"/>
            <a:lumOff val="-92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c.Vận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tốc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vận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tốc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pha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n-US" sz="4000" kern="1200" dirty="0">
            <a:solidFill>
              <a:srgbClr val="C00000"/>
            </a:solidFill>
          </a:endParaRPr>
        </a:p>
      </dsp:txBody>
      <dsp:txXfrm>
        <a:off x="66518" y="2819185"/>
        <a:ext cx="6121688" cy="1229588"/>
      </dsp:txXfrm>
    </dsp:sp>
    <dsp:sp modelId="{0DBBB7C8-0405-4EE2-BA55-FFE093144999}">
      <dsp:nvSpPr>
        <dsp:cNvPr id="0" name=""/>
        <dsp:cNvSpPr/>
      </dsp:nvSpPr>
      <dsp:spPr>
        <a:xfrm>
          <a:off x="0" y="4127878"/>
          <a:ext cx="6254724" cy="1362624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d.Hằng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thời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gian</a:t>
          </a:r>
          <a:endParaRPr lang="en-US" sz="4000" kern="1200" dirty="0">
            <a:solidFill>
              <a:srgbClr val="7030A0"/>
            </a:solidFill>
          </a:endParaRPr>
        </a:p>
      </dsp:txBody>
      <dsp:txXfrm>
        <a:off x="66518" y="4194396"/>
        <a:ext cx="6121688" cy="12295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FFB14-5D41-448E-B9C7-AA58FB223F8E}">
      <dsp:nvSpPr>
        <dsp:cNvPr id="0" name=""/>
        <dsp:cNvSpPr/>
      </dsp:nvSpPr>
      <dsp:spPr>
        <a:xfrm>
          <a:off x="0" y="679717"/>
          <a:ext cx="3024485" cy="19205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7DBE9-65C1-44F2-B77D-F5E04565B78C}">
      <dsp:nvSpPr>
        <dsp:cNvPr id="0" name=""/>
        <dsp:cNvSpPr/>
      </dsp:nvSpPr>
      <dsp:spPr>
        <a:xfrm>
          <a:off x="336053" y="998968"/>
          <a:ext cx="3024485" cy="1920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sz="5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sz="5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kim</a:t>
          </a:r>
          <a:r>
            <a:rPr lang="en-GB" sz="5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loại</a:t>
          </a:r>
          <a:endParaRPr lang="en-GB" sz="5200" kern="1200" dirty="0">
            <a:solidFill>
              <a:srgbClr val="C00000"/>
            </a:solidFill>
          </a:endParaRPr>
        </a:p>
      </dsp:txBody>
      <dsp:txXfrm>
        <a:off x="392304" y="1055219"/>
        <a:ext cx="2911983" cy="1808046"/>
      </dsp:txXfrm>
    </dsp:sp>
    <dsp:sp modelId="{C977355B-8E0F-4B67-8B41-064661DF75E8}">
      <dsp:nvSpPr>
        <dsp:cNvPr id="0" name=""/>
        <dsp:cNvSpPr/>
      </dsp:nvSpPr>
      <dsp:spPr>
        <a:xfrm>
          <a:off x="3696592" y="679717"/>
          <a:ext cx="3024485" cy="19205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13C94-F5EA-4E54-8670-57DCB4C2F4E9}">
      <dsp:nvSpPr>
        <dsp:cNvPr id="0" name=""/>
        <dsp:cNvSpPr/>
      </dsp:nvSpPr>
      <dsp:spPr>
        <a:xfrm>
          <a:off x="4032646" y="998968"/>
          <a:ext cx="3024485" cy="1920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sz="5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sz="5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5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môi</a:t>
          </a:r>
          <a:endParaRPr lang="en-US" sz="5200" kern="1200" dirty="0">
            <a:solidFill>
              <a:srgbClr val="7030A0"/>
            </a:solidFill>
          </a:endParaRPr>
        </a:p>
      </dsp:txBody>
      <dsp:txXfrm>
        <a:off x="4088897" y="1055219"/>
        <a:ext cx="2911983" cy="1808046"/>
      </dsp:txXfrm>
    </dsp:sp>
    <dsp:sp modelId="{E6453034-3C7B-4F8B-864B-A772B7EF7939}">
      <dsp:nvSpPr>
        <dsp:cNvPr id="0" name=""/>
        <dsp:cNvSpPr/>
      </dsp:nvSpPr>
      <dsp:spPr>
        <a:xfrm>
          <a:off x="7393185" y="679717"/>
          <a:ext cx="3024485" cy="19205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BBD82-8876-4996-B6AD-6BCFDEC56688}">
      <dsp:nvSpPr>
        <dsp:cNvPr id="0" name=""/>
        <dsp:cNvSpPr/>
      </dsp:nvSpPr>
      <dsp:spPr>
        <a:xfrm>
          <a:off x="7729239" y="998968"/>
          <a:ext cx="3024485" cy="1920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sz="5200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sz="5200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khác</a:t>
          </a:r>
          <a:endParaRPr lang="en-US" sz="5200" kern="1200" dirty="0">
            <a:solidFill>
              <a:srgbClr val="00B050"/>
            </a:solidFill>
          </a:endParaRPr>
        </a:p>
      </dsp:txBody>
      <dsp:txXfrm>
        <a:off x="7785490" y="1055219"/>
        <a:ext cx="2911983" cy="18080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2264"/>
          <a:ext cx="6254724" cy="10765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5.1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nghĩa</a:t>
          </a:r>
          <a:endParaRPr lang="en-GB" sz="32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554" y="54818"/>
        <a:ext cx="6149616" cy="971456"/>
      </dsp:txXfrm>
    </dsp:sp>
    <dsp:sp modelId="{687E73C9-8465-4A27-8291-0DA31881B0EC}">
      <dsp:nvSpPr>
        <dsp:cNvPr id="0" name=""/>
        <dsp:cNvSpPr/>
      </dsp:nvSpPr>
      <dsp:spPr>
        <a:xfrm>
          <a:off x="0" y="1091527"/>
          <a:ext cx="6254724" cy="1076564"/>
        </a:xfrm>
        <a:prstGeom prst="roundRect">
          <a:avLst/>
        </a:prstGeom>
        <a:solidFill>
          <a:schemeClr val="accent2">
            <a:hueOff val="-304959"/>
            <a:satOff val="-132"/>
            <a:lumOff val="-2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5.2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Công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thức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554" y="1144081"/>
        <a:ext cx="6149616" cy="971456"/>
      </dsp:txXfrm>
    </dsp:sp>
    <dsp:sp modelId="{257C6472-755C-4C7D-9920-5C5AA3F21531}">
      <dsp:nvSpPr>
        <dsp:cNvPr id="0" name=""/>
        <dsp:cNvSpPr/>
      </dsp:nvSpPr>
      <dsp:spPr>
        <a:xfrm>
          <a:off x="0" y="2180790"/>
          <a:ext cx="6254724" cy="1076564"/>
        </a:xfrm>
        <a:prstGeom prst="roundRect">
          <a:avLst/>
        </a:prstGeom>
        <a:solidFill>
          <a:schemeClr val="accent2">
            <a:hueOff val="-609918"/>
            <a:satOff val="-265"/>
            <a:lumOff val="-556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5.3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trường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hợp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biệt</a:t>
          </a:r>
          <a:endParaRPr lang="en-US" sz="32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554" y="2233344"/>
        <a:ext cx="6149616" cy="971456"/>
      </dsp:txXfrm>
    </dsp:sp>
    <dsp:sp modelId="{0DBBB7C8-0405-4EE2-BA55-FFE093144999}">
      <dsp:nvSpPr>
        <dsp:cNvPr id="0" name=""/>
        <dsp:cNvSpPr/>
      </dsp:nvSpPr>
      <dsp:spPr>
        <a:xfrm>
          <a:off x="0" y="3270053"/>
          <a:ext cx="6254724" cy="1076564"/>
        </a:xfrm>
        <a:prstGeom prst="roundRect">
          <a:avLst/>
        </a:prstGeom>
        <a:solidFill>
          <a:schemeClr val="accent2">
            <a:hueOff val="-914878"/>
            <a:satOff val="-397"/>
            <a:lumOff val="-8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5.4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chuẩn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hóa</a:t>
          </a:r>
          <a:endParaRPr lang="en-US" sz="32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554" y="3322607"/>
        <a:ext cx="6149616" cy="971456"/>
      </dsp:txXfrm>
    </dsp:sp>
    <dsp:sp modelId="{6F155BB1-8AC8-469E-9DD6-86926840532E}">
      <dsp:nvSpPr>
        <dsp:cNvPr id="0" name=""/>
        <dsp:cNvSpPr/>
      </dsp:nvSpPr>
      <dsp:spPr>
        <a:xfrm>
          <a:off x="0" y="4359316"/>
          <a:ext cx="6254724" cy="1076564"/>
        </a:xfrm>
        <a:prstGeom prst="roundRect">
          <a:avLst/>
        </a:prstGeom>
        <a:solidFill>
          <a:schemeClr val="accent2">
            <a:hueOff val="-1219837"/>
            <a:satOff val="-530"/>
            <a:lumOff val="-111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5.5 Quan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hệ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giữa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đường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và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hệ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số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phản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xạ</a:t>
          </a:r>
          <a:endParaRPr lang="en-US" sz="3200" kern="1200" dirty="0">
            <a:solidFill>
              <a:srgbClr val="C0000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52554" y="4411870"/>
        <a:ext cx="6149616" cy="971456"/>
      </dsp:txXfrm>
    </dsp:sp>
    <dsp:sp modelId="{2B62B0ED-6F95-4D28-AB90-E09B5AFBF59A}">
      <dsp:nvSpPr>
        <dsp:cNvPr id="0" name=""/>
        <dsp:cNvSpPr/>
      </dsp:nvSpPr>
      <dsp:spPr>
        <a:xfrm>
          <a:off x="0" y="5448579"/>
          <a:ext cx="6254724" cy="1076564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5.6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Dẫn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nạp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554" y="5501133"/>
        <a:ext cx="6149616" cy="97145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71778"/>
          <a:ext cx="6254724" cy="1825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6.1 </a:t>
          </a:r>
          <a:r>
            <a:rPr lang="en-GB" sz="4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4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tượng</a:t>
          </a:r>
          <a:r>
            <a:rPr lang="en-GB" sz="4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4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</a:t>
          </a:r>
          <a:endParaRPr lang="en-GB" sz="48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9099" y="160877"/>
        <a:ext cx="6076526" cy="1647002"/>
      </dsp:txXfrm>
    </dsp:sp>
    <dsp:sp modelId="{687E73C9-8465-4A27-8291-0DA31881B0EC}">
      <dsp:nvSpPr>
        <dsp:cNvPr id="0" name=""/>
        <dsp:cNvSpPr/>
      </dsp:nvSpPr>
      <dsp:spPr>
        <a:xfrm>
          <a:off x="0" y="2084178"/>
          <a:ext cx="6254724" cy="1825200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6.2 </a:t>
          </a:r>
          <a:r>
            <a:rPr lang="en-US" sz="4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4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US" sz="4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US" sz="4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</a:t>
          </a:r>
          <a:endParaRPr lang="en-US" sz="48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9099" y="2173277"/>
        <a:ext cx="6076526" cy="16470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277674"/>
          <a:ext cx="6254724" cy="1521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7.1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phần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bước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endParaRPr lang="en-GB" sz="40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249" y="351923"/>
        <a:ext cx="6106226" cy="1372502"/>
      </dsp:txXfrm>
    </dsp:sp>
    <dsp:sp modelId="{7304E0B9-01B1-4716-8110-62B30F7051AD}">
      <dsp:nvSpPr>
        <dsp:cNvPr id="0" name=""/>
        <dsp:cNvSpPr/>
      </dsp:nvSpPr>
      <dsp:spPr>
        <a:xfrm>
          <a:off x="0" y="1985875"/>
          <a:ext cx="6254724" cy="1521000"/>
        </a:xfrm>
        <a:prstGeom prst="roundRect">
          <a:avLst/>
        </a:prstGeom>
        <a:solidFill>
          <a:schemeClr val="accent2">
            <a:hueOff val="-762398"/>
            <a:satOff val="-331"/>
            <a:lumOff val="-6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7.2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Đường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truyền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nửa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bước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sóng</a:t>
          </a:r>
          <a:endParaRPr lang="en-GB" sz="40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249" y="2060124"/>
        <a:ext cx="6106226" cy="1372502"/>
      </dsp:txXfrm>
    </dsp:sp>
    <dsp:sp modelId="{687E73C9-8465-4A27-8291-0DA31881B0EC}">
      <dsp:nvSpPr>
        <dsp:cNvPr id="0" name=""/>
        <dsp:cNvSpPr/>
      </dsp:nvSpPr>
      <dsp:spPr>
        <a:xfrm>
          <a:off x="0" y="3694075"/>
          <a:ext cx="6254724" cy="1521000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7.3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khi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tần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thay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đổi</a:t>
          </a:r>
          <a:endParaRPr lang="en-US" sz="40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74249" y="3768324"/>
        <a:ext cx="6106226" cy="13725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DBB0B-BB04-457D-B4D9-3B35C251940D}">
      <dsp:nvSpPr>
        <dsp:cNvPr id="0" name=""/>
        <dsp:cNvSpPr/>
      </dsp:nvSpPr>
      <dsp:spPr>
        <a:xfrm>
          <a:off x="0" y="572692"/>
          <a:ext cx="1075372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Vũ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Đình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Kĩ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thuật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siêu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cao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tần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NXB ĐHQG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Tp.HCM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2010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632091"/>
        <a:ext cx="10634927" cy="1098002"/>
      </dsp:txXfrm>
    </dsp:sp>
    <dsp:sp modelId="{946035A0-FC0F-4561-800D-AB1B90AC0FBC}">
      <dsp:nvSpPr>
        <dsp:cNvPr id="0" name=""/>
        <dsp:cNvSpPr/>
      </dsp:nvSpPr>
      <dsp:spPr>
        <a:xfrm>
          <a:off x="0" y="1976692"/>
          <a:ext cx="1075372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David M.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Pozar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Microwave Engineering</a:t>
          </a:r>
          <a:r>
            <a:rPr lang="en-GB" sz="3200" b="0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Addison-Wesley Publishing 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Co., 2012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2036091"/>
        <a:ext cx="10634927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F733C-6A50-4F7C-9CF3-8DF485F69EA0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C66C3-0844-4EA8-8FF7-530CF3D98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211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890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620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837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00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985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179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52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827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17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128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49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393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149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openxmlformats.org/officeDocument/2006/relationships/image" Target="../media/image11.png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0.png"/><Relationship Id="rId2" Type="http://schemas.openxmlformats.org/officeDocument/2006/relationships/image" Target="../media/image10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4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0.png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0.png"/><Relationship Id="rId2" Type="http://schemas.openxmlformats.org/officeDocument/2006/relationships/image" Target="../media/image18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6.png"/><Relationship Id="rId7" Type="http://schemas.openxmlformats.org/officeDocument/2006/relationships/image" Target="../media/image2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1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511.png"/><Relationship Id="rId7" Type="http://schemas.openxmlformats.org/officeDocument/2006/relationships/image" Target="../media/image7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1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image" Target="../media/image7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0.png"/><Relationship Id="rId2" Type="http://schemas.openxmlformats.org/officeDocument/2006/relationships/image" Target="../media/image8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105.png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0.png"/><Relationship Id="rId2" Type="http://schemas.openxmlformats.org/officeDocument/2006/relationships/image" Target="../media/image10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0.png"/><Relationship Id="rId7" Type="http://schemas.openxmlformats.org/officeDocument/2006/relationships/image" Target="../media/image1140.png"/><Relationship Id="rId2" Type="http://schemas.openxmlformats.org/officeDocument/2006/relationships/image" Target="../media/image10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0.png"/><Relationship Id="rId5" Type="http://schemas.openxmlformats.org/officeDocument/2006/relationships/image" Target="../media/image1120.png"/><Relationship Id="rId4" Type="http://schemas.openxmlformats.org/officeDocument/2006/relationships/image" Target="../media/image111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0.png"/><Relationship Id="rId2" Type="http://schemas.openxmlformats.org/officeDocument/2006/relationships/image" Target="../media/image115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0.png"/><Relationship Id="rId2" Type="http://schemas.openxmlformats.org/officeDocument/2006/relationships/image" Target="../media/image1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19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0.png"/><Relationship Id="rId5" Type="http://schemas.openxmlformats.org/officeDocument/2006/relationships/image" Target="../media/image122.png"/><Relationship Id="rId4" Type="http://schemas.openxmlformats.org/officeDocument/2006/relationships/image" Target="../media/image124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133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7" Type="http://schemas.openxmlformats.org/officeDocument/2006/relationships/image" Target="../media/image141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9.png"/><Relationship Id="rId4" Type="http://schemas.openxmlformats.org/officeDocument/2006/relationships/image" Target="../media/image14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7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26" Type="http://schemas.openxmlformats.org/officeDocument/2006/relationships/image" Target="../media/image199.png"/><Relationship Id="rId3" Type="http://schemas.openxmlformats.org/officeDocument/2006/relationships/image" Target="../media/image168.png"/><Relationship Id="rId21" Type="http://schemas.openxmlformats.org/officeDocument/2006/relationships/image" Target="../media/image194.png"/><Relationship Id="rId7" Type="http://schemas.openxmlformats.org/officeDocument/2006/relationships/image" Target="../media/image180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5" Type="http://schemas.openxmlformats.org/officeDocument/2006/relationships/image" Target="../media/image198.png"/><Relationship Id="rId2" Type="http://schemas.openxmlformats.org/officeDocument/2006/relationships/image" Target="../media/image166.png"/><Relationship Id="rId16" Type="http://schemas.openxmlformats.org/officeDocument/2006/relationships/image" Target="../media/image189.png"/><Relationship Id="rId20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24" Type="http://schemas.openxmlformats.org/officeDocument/2006/relationships/image" Target="../media/image197.png"/><Relationship Id="rId5" Type="http://schemas.openxmlformats.org/officeDocument/2006/relationships/image" Target="../media/image178.png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28" Type="http://schemas.openxmlformats.org/officeDocument/2006/relationships/image" Target="../media/image201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4" Type="http://schemas.openxmlformats.org/officeDocument/2006/relationships/image" Target="../media/image169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Relationship Id="rId22" Type="http://schemas.openxmlformats.org/officeDocument/2006/relationships/image" Target="../media/image195.png"/><Relationship Id="rId27" Type="http://schemas.openxmlformats.org/officeDocument/2006/relationships/image" Target="../media/image20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2.png"/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30.png"/><Relationship Id="rId4" Type="http://schemas.openxmlformats.org/officeDocument/2006/relationships/image" Target="../media/image182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1.png"/><Relationship Id="rId2" Type="http://schemas.openxmlformats.org/officeDocument/2006/relationships/image" Target="../media/image18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5" Type="http://schemas.openxmlformats.org/officeDocument/2006/relationships/image" Target="../media/image1880.png"/><Relationship Id="rId4" Type="http://schemas.openxmlformats.org/officeDocument/2006/relationships/image" Target="../media/image187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7.png"/><Relationship Id="rId4" Type="http://schemas.openxmlformats.org/officeDocument/2006/relationships/image" Target="../media/image20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0.png"/><Relationship Id="rId2" Type="http://schemas.openxmlformats.org/officeDocument/2006/relationships/image" Target="../media/image17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60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0.png"/><Relationship Id="rId2" Type="http://schemas.openxmlformats.org/officeDocument/2006/relationships/image" Target="../media/image19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30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195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0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E50961-0F1B-484C-85BC-4BD16B9FF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green clovers">
            <a:extLst>
              <a:ext uri="{FF2B5EF4-FFF2-40B4-BE49-F238E27FC236}">
                <a16:creationId xmlns:a16="http://schemas.microsoft.com/office/drawing/2014/main" id="{57B42F96-CBEA-453D-B15A-3854B7BEE7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t="13854" b="187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047CE8-0BEC-4CC6-A284-DD2E7D62D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849" y="1303666"/>
            <a:ext cx="10782300" cy="1255281"/>
          </a:xfrm>
        </p:spPr>
        <p:txBody>
          <a:bodyPr>
            <a:normAutofit/>
          </a:bodyPr>
          <a:lstStyle/>
          <a:p>
            <a:pPr algn="ctr"/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F7C4C-4B85-4AB2-B881-4F62FCD13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783" y="3186592"/>
            <a:ext cx="11374433" cy="1255281"/>
          </a:xfrm>
        </p:spPr>
        <p:txBody>
          <a:bodyPr>
            <a:noAutofit/>
          </a:bodyPr>
          <a:lstStyle/>
          <a:p>
            <a:pPr algn="ctr"/>
            <a:r>
              <a:rPr lang="en-GB" sz="8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8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8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8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8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8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8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8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113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E4EA-A42B-4635-B8E9-CC3A870A9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119405"/>
          </a:xfrm>
          <a:solidFill>
            <a:srgbClr val="B9E1E9"/>
          </a:solidFill>
        </p:spPr>
        <p:txBody>
          <a:bodyPr/>
          <a:lstStyle/>
          <a:p>
            <a:pPr algn="ctr"/>
            <a:r>
              <a:rPr lang="en-GB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lục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1C0461-7157-4FC7-8F1C-FF8B2B7F2B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3293943"/>
              </p:ext>
            </p:extLst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3859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2C8716-F84C-46D5-985C-2076A734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84" y="335961"/>
            <a:ext cx="6657975" cy="1658198"/>
          </a:xfrm>
          <a:solidFill>
            <a:srgbClr val="B9E1E9"/>
          </a:solidFill>
        </p:spPr>
        <p:txBody>
          <a:bodyPr>
            <a:normAutofit/>
          </a:bodyPr>
          <a:lstStyle/>
          <a:p>
            <a:pPr algn="ctr">
              <a:buFont typeface="+mj-lt"/>
              <a:buAutoNum type="arabicPeriod"/>
            </a:pPr>
            <a:r>
              <a:rPr lang="en-GB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9008" y="2110154"/>
                <a:ext cx="6638543" cy="4635420"/>
              </a:xfrm>
              <a:solidFill>
                <a:schemeClr val="tx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Môn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kỹ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thuật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siêu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hoạt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vùng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siêu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Phạm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vùng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tùy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quốc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quốc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thường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GB" sz="32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𝑮𝑯𝒛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𝟑𝟎𝟎</m:t>
                    </m:r>
                    <m:r>
                      <a:rPr lang="en-GB" sz="32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𝑮𝑯𝒛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9008" y="2110154"/>
                <a:ext cx="6638543" cy="4635420"/>
              </a:xfrm>
              <a:blipFill>
                <a:blip r:embed="rId2"/>
                <a:stretch>
                  <a:fillRect l="-2020" t="-1971" r="-2388" b="-4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A2AABEFD-D737-4E9B-A997-1C1507F52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0"/>
            <a:ext cx="46390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97BCBD-99A0-4F5A-8661-190A4BAAA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730" y="116868"/>
            <a:ext cx="2737481" cy="33085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140ED0-728D-4128-8EA1-BC2BB6198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680" y="3432586"/>
            <a:ext cx="2277583" cy="342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38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061683-0840-4319-9381-7C13B6BE0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2" y="119921"/>
            <a:ext cx="11951893" cy="445208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01006E82-9DB1-4B8C-BFCA-4E033E468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81" y="5294906"/>
            <a:ext cx="10923638" cy="840189"/>
          </a:xfr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6E5761B-D9A2-4AA8-945D-00903061A908}"/>
                  </a:ext>
                </a:extLst>
              </p:cNvPr>
              <p:cNvSpPr txBox="1"/>
              <p:nvPr/>
            </p:nvSpPr>
            <p:spPr>
              <a:xfrm>
                <a:off x="5346190" y="2283034"/>
                <a:ext cx="1259897" cy="102188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6E5761B-D9A2-4AA8-945D-00903061A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190" y="2283034"/>
                <a:ext cx="1259897" cy="10218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599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545" y="2903403"/>
            <a:ext cx="3526732" cy="1051193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F7AA4E6C-199B-48D3-ADDD-663E3903D9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4236651"/>
                  </p:ext>
                </p:extLst>
              </p:nvPr>
            </p:nvGraphicFramePr>
            <p:xfrm>
              <a:off x="4832012" y="80672"/>
              <a:ext cx="7110945" cy="6666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64868">
                      <a:extLst>
                        <a:ext uri="{9D8B030D-6E8A-4147-A177-3AD203B41FA5}">
                          <a16:colId xmlns:a16="http://schemas.microsoft.com/office/drawing/2014/main" val="1148972167"/>
                        </a:ext>
                      </a:extLst>
                    </a:gridCol>
                    <a:gridCol w="2575762">
                      <a:extLst>
                        <a:ext uri="{9D8B030D-6E8A-4147-A177-3AD203B41FA5}">
                          <a16:colId xmlns:a16="http://schemas.microsoft.com/office/drawing/2014/main" val="1786843527"/>
                        </a:ext>
                      </a:extLst>
                    </a:gridCol>
                    <a:gridCol w="2370315">
                      <a:extLst>
                        <a:ext uri="{9D8B030D-6E8A-4147-A177-3AD203B41FA5}">
                          <a16:colId xmlns:a16="http://schemas.microsoft.com/office/drawing/2014/main" val="3022699298"/>
                        </a:ext>
                      </a:extLst>
                    </a:gridCol>
                  </a:tblGrid>
                  <a:tr h="3287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Dãy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băng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tần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Phạm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vi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tần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số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Bước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sóng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(mm)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290846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HF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 MHz–30 MHz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100000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10000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021084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VHF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 MHz–300 MHz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10000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019131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UHF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300 MHz–3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300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633137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1–2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300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150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41724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2–4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150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75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664760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4–8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75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37,5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48757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8–12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37,5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035989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Ku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12–18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16,66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06452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18–26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6,66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10,55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567743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Ka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26–40 GHz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,55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7,5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38262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Sóng</a:t>
                          </a:r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mm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40-300 GHz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7,5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50461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Sóng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Submm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 300 GHz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&lt;1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457286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F7AA4E6C-199B-48D3-ADDD-663E3903D9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4236651"/>
                  </p:ext>
                </p:extLst>
              </p:nvPr>
            </p:nvGraphicFramePr>
            <p:xfrm>
              <a:off x="4832012" y="80672"/>
              <a:ext cx="7110945" cy="6666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64868">
                      <a:extLst>
                        <a:ext uri="{9D8B030D-6E8A-4147-A177-3AD203B41FA5}">
                          <a16:colId xmlns:a16="http://schemas.microsoft.com/office/drawing/2014/main" val="1148972167"/>
                        </a:ext>
                      </a:extLst>
                    </a:gridCol>
                    <a:gridCol w="2575762">
                      <a:extLst>
                        <a:ext uri="{9D8B030D-6E8A-4147-A177-3AD203B41FA5}">
                          <a16:colId xmlns:a16="http://schemas.microsoft.com/office/drawing/2014/main" val="1786843527"/>
                        </a:ext>
                      </a:extLst>
                    </a:gridCol>
                    <a:gridCol w="2370315">
                      <a:extLst>
                        <a:ext uri="{9D8B030D-6E8A-4147-A177-3AD203B41FA5}">
                          <a16:colId xmlns:a16="http://schemas.microsoft.com/office/drawing/2014/main" val="302269929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Dãy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băng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tần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Phạm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vi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tần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số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Bước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sóng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(mm)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29084663"/>
                      </a:ext>
                    </a:extLst>
                  </a:tr>
                  <a:tr h="81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HF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 MHz–30 MHz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106716" r="-514" b="-632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210842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VHF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 MHz–300 MHz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369333" r="-514" b="-10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191316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UHF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300 MHz–3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469333" r="-514" b="-9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3137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1–2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569333" r="-514" b="-8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7240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2–4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669333" r="-514" b="-7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647601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4–8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769333" r="-514" b="-6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875736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8–12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869333" r="-514" b="-5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5989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Ku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12–18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969333" r="-514" b="-4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45276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18–26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1069333" r="-514" b="-3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677439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Ka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26–40 GHz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1169333" r="-514" b="-2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38262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Sóng</a:t>
                          </a:r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mm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40-300 GHz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1269333" r="-514" b="-1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046149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Sóng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Submm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 300 GHz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1369333" r="-514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57286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50256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022" y="0"/>
            <a:ext cx="7027975" cy="6858000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Ta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GB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GB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trễ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3C9665D-274F-4CA4-966F-B79B33764B2F}"/>
              </a:ext>
            </a:extLst>
          </p:cNvPr>
          <p:cNvSpPr txBox="1">
            <a:spLocks/>
          </p:cNvSpPr>
          <p:nvPr/>
        </p:nvSpPr>
        <p:spPr>
          <a:xfrm>
            <a:off x="889545" y="2903403"/>
            <a:ext cx="3526732" cy="10511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 niệm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847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solidFill>
            <a:srgbClr val="B9E1E9"/>
          </a:solidFill>
        </p:spPr>
        <p:txBody>
          <a:bodyPr>
            <a:normAutofit/>
          </a:bodyPr>
          <a:lstStyle/>
          <a:p>
            <a:pPr algn="ctr">
              <a:buFont typeface="+mj-lt"/>
              <a:buAutoNum type="arabicPeriod"/>
            </a:pPr>
            <a:r>
              <a:rPr lang="en-GB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GB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C30FCF-1307-4DA2-8235-B3253299B8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64947"/>
              </p:ext>
            </p:extLst>
          </p:nvPr>
        </p:nvGraphicFramePr>
        <p:xfrm>
          <a:off x="49237" y="2134970"/>
          <a:ext cx="12093526" cy="4482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4447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>
              <a:buFont typeface="+mj-lt"/>
              <a:buAutoNum type="arabicPeriod" startAt="2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965878"/>
              </p:ext>
            </p:extLst>
          </p:nvPr>
        </p:nvGraphicFramePr>
        <p:xfrm>
          <a:off x="5288347" y="639763"/>
          <a:ext cx="6254724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2451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2C8716-F84C-46D5-985C-2076A734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3876"/>
            <a:ext cx="6657975" cy="1658198"/>
          </a:xfr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Mô hình vật lý - Các thông số sơ cấp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AABEFD-D737-4E9B-A997-1C1507F52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0"/>
            <a:ext cx="46390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5392B8-C4DE-4093-94B1-1FC2A1178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2249820"/>
            <a:ext cx="6528215" cy="447974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80816" y="74951"/>
                <a:ext cx="4553331" cy="6723089"/>
              </a:xfrm>
              <a:solidFill>
                <a:schemeClr val="tx1"/>
              </a:solidFill>
            </p:spPr>
            <p:txBody>
              <a:bodyPr anchor="ctr">
                <a:no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≫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2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thống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bố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GB" sz="2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GB" sz="2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GB" sz="2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+∆</m:t>
                        </m:r>
                        <m:r>
                          <a:rPr lang="en-GB" sz="2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tượng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≪ </m:t>
                    </m:r>
                  </m:oMath>
                </a14:m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2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thế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GB" sz="2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bố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tập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80816" y="74951"/>
                <a:ext cx="4553331" cy="6723089"/>
              </a:xfrm>
              <a:blipFill>
                <a:blip r:embed="rId3"/>
                <a:stretch>
                  <a:fillRect l="-2142" r="-2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9912B3-B2A5-4982-B89B-25EB020AC261}"/>
              </a:ext>
            </a:extLst>
          </p:cNvPr>
          <p:cNvCxnSpPr>
            <a:cxnSpLocks/>
          </p:cNvCxnSpPr>
          <p:nvPr/>
        </p:nvCxnSpPr>
        <p:spPr>
          <a:xfrm>
            <a:off x="3481565" y="4101259"/>
            <a:ext cx="0" cy="634181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452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2C8716-F84C-46D5-985C-2076A734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AABEFD-D737-4E9B-A997-1C1507F52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0"/>
            <a:ext cx="46390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E4EC16C-B778-4E8E-876B-ABB00B353637}"/>
              </a:ext>
            </a:extLst>
          </p:cNvPr>
          <p:cNvSpPr txBox="1">
            <a:spLocks/>
          </p:cNvSpPr>
          <p:nvPr/>
        </p:nvSpPr>
        <p:spPr>
          <a:xfrm>
            <a:off x="457201" y="453876"/>
            <a:ext cx="6657975" cy="1658198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Content Placeholder 2">
                <a:extLst>
                  <a:ext uri="{FF2B5EF4-FFF2-40B4-BE49-F238E27FC236}">
                    <a16:creationId xmlns:a16="http://schemas.microsoft.com/office/drawing/2014/main" id="{B0C1CFB7-3D2F-41D2-8A3D-C72487BE2EA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79270675"/>
                  </p:ext>
                </p:extLst>
              </p:nvPr>
            </p:nvGraphicFramePr>
            <p:xfrm>
              <a:off x="7530595" y="960476"/>
              <a:ext cx="4639056" cy="493704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14" name="Content Placeholder 2">
                <a:extLst>
                  <a:ext uri="{FF2B5EF4-FFF2-40B4-BE49-F238E27FC236}">
                    <a16:creationId xmlns:a16="http://schemas.microsoft.com/office/drawing/2014/main" id="{B0C1CFB7-3D2F-41D2-8A3D-C72487BE2EA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79270675"/>
                  </p:ext>
                </p:extLst>
              </p:nvPr>
            </p:nvGraphicFramePr>
            <p:xfrm>
              <a:off x="7530595" y="960476"/>
              <a:ext cx="4639056" cy="493704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B0892CC-4A96-4C43-BC7A-7766CCE0E5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509" y="3015655"/>
            <a:ext cx="6969577" cy="268060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976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2C8716-F84C-46D5-985C-2076A734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AABEFD-D737-4E9B-A997-1C1507F52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0"/>
            <a:ext cx="46390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D93C4DF-38E4-4F5F-BF0A-EDE7A8820361}"/>
              </a:ext>
            </a:extLst>
          </p:cNvPr>
          <p:cNvSpPr txBox="1">
            <a:spLocks/>
          </p:cNvSpPr>
          <p:nvPr/>
        </p:nvSpPr>
        <p:spPr>
          <a:xfrm>
            <a:off x="457201" y="453876"/>
            <a:ext cx="6657975" cy="1658198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9D4F2A-159A-443D-A520-4EDF52B2E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09" y="3015655"/>
            <a:ext cx="6969577" cy="268060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52944" y="0"/>
                <a:ext cx="4639056" cy="6858000"/>
              </a:xfrm>
              <a:solidFill>
                <a:schemeClr val="tx1"/>
              </a:solidFill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sơ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cấp</a:t>
                </a:r>
                <a:r>
                  <a:rPr lang="en-GB" sz="32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sơ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cấp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tuyến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lần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lượt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.∆</m:t>
                    </m:r>
                    <m:r>
                      <a:rPr lang="en-GB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.∆</m:t>
                    </m:r>
                    <m:r>
                      <a:rPr lang="en-GB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.∆</m:t>
                    </m:r>
                    <m:r>
                      <a:rPr lang="en-GB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.∆</m:t>
                    </m:r>
                    <m:r>
                      <a:rPr lang="en-GB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GB" sz="3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52944" y="0"/>
                <a:ext cx="4639056" cy="6858000"/>
              </a:xfrm>
              <a:blipFill>
                <a:blip r:embed="rId3"/>
                <a:stretch>
                  <a:fillRect l="-2891" r="-3285" b="-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63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3429000"/>
            <a:ext cx="10753725" cy="3072751"/>
          </a:xfrm>
        </p:spPr>
        <p:txBody>
          <a:bodyPr>
            <a:normAutofit/>
          </a:bodyPr>
          <a:lstStyle/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Kirchhoff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Kirchhoff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/>
              <p:nvPr/>
            </p:nvSpPr>
            <p:spPr>
              <a:xfrm>
                <a:off x="1641659" y="3989906"/>
                <a:ext cx="9395072" cy="1030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.∆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.∆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659" y="3989906"/>
                <a:ext cx="9395072" cy="10303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/>
              <p:nvPr/>
            </p:nvSpPr>
            <p:spPr>
              <a:xfrm>
                <a:off x="657222" y="5628785"/>
                <a:ext cx="11363945" cy="104804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.∆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.∆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+∆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2" y="5628785"/>
                <a:ext cx="11363945" cy="1048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A5DC19EB-B7F0-49B9-9D87-ED72CA382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479" y="90175"/>
            <a:ext cx="2242796" cy="33813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49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09F12-EF71-41B4-A595-C810BF937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242" y="181171"/>
            <a:ext cx="9087803" cy="307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488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3424639"/>
            <a:ext cx="10753725" cy="134090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miền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/>
              <p:nvPr/>
            </p:nvSpPr>
            <p:spPr>
              <a:xfrm>
                <a:off x="2164502" y="4547915"/>
                <a:ext cx="8633582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.∆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502" y="4547915"/>
                <a:ext cx="863358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/>
              <p:nvPr/>
            </p:nvSpPr>
            <p:spPr>
              <a:xfrm>
                <a:off x="1713065" y="5495477"/>
                <a:ext cx="9536457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.∆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065" y="5495477"/>
                <a:ext cx="953645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53E9B9B9-2EBF-420C-AC4D-0800A72E42C7}"/>
              </a:ext>
            </a:extLst>
          </p:cNvPr>
          <p:cNvSpPr txBox="1">
            <a:spLocks/>
          </p:cNvSpPr>
          <p:nvPr/>
        </p:nvSpPr>
        <p:spPr>
          <a:xfrm>
            <a:off x="794479" y="90175"/>
            <a:ext cx="2242796" cy="33813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49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36047D-B90A-400B-8508-426BEF09B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242" y="181171"/>
            <a:ext cx="9087803" cy="307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31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9137" y="3534154"/>
                <a:ext cx="10753725" cy="1726827"/>
              </a:xfrm>
            </p:spPr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vế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chia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137" y="3534154"/>
                <a:ext cx="10753725" cy="1726827"/>
              </a:xfrm>
              <a:blipFill>
                <a:blip r:embed="rId2"/>
                <a:stretch>
                  <a:fillRect l="-1304" t="-91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/>
              <p:nvPr/>
            </p:nvSpPr>
            <p:spPr>
              <a:xfrm>
                <a:off x="2122299" y="4102465"/>
                <a:ext cx="8464048" cy="104804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+∆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299" y="4102465"/>
                <a:ext cx="8464048" cy="1048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/>
              <p:nvPr/>
            </p:nvSpPr>
            <p:spPr>
              <a:xfrm>
                <a:off x="1670861" y="5440852"/>
                <a:ext cx="9366923" cy="104483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+∆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861" y="5440852"/>
                <a:ext cx="9366923" cy="10448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AA4B65D4-79BB-49CA-8E6E-111ADB0EE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479" y="90175"/>
            <a:ext cx="2242796" cy="33813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49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D673AD-4639-4054-B203-D229E4AAE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242" y="181171"/>
            <a:ext cx="9087803" cy="307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49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2926" y="3530992"/>
                <a:ext cx="10753725" cy="1883092"/>
              </a:xfrm>
            </p:spPr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Giới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hạn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2926" y="3530992"/>
                <a:ext cx="10753725" cy="1883092"/>
              </a:xfrm>
              <a:blipFill>
                <a:blip r:embed="rId2"/>
                <a:stretch>
                  <a:fillRect l="-1247" t="-84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/>
              <p:nvPr/>
            </p:nvSpPr>
            <p:spPr>
              <a:xfrm>
                <a:off x="3217586" y="4097233"/>
                <a:ext cx="5784404" cy="104804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86" y="4097233"/>
                <a:ext cx="5784404" cy="1048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/>
              <p:nvPr/>
            </p:nvSpPr>
            <p:spPr>
              <a:xfrm>
                <a:off x="3217586" y="5454310"/>
                <a:ext cx="5824030" cy="104804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86" y="5454310"/>
                <a:ext cx="5824030" cy="10480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3CA7B4BD-B757-4A4E-89E4-45E7E7042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479" y="90175"/>
            <a:ext cx="2242796" cy="33813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49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2B26C1-1A00-4C72-B54D-F7E9EABBA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242" y="181171"/>
            <a:ext cx="9087803" cy="307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13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926" y="3530992"/>
            <a:ext cx="10753725" cy="1883092"/>
          </a:xfrm>
        </p:spPr>
        <p:txBody>
          <a:bodyPr>
            <a:normAutofit/>
          </a:bodyPr>
          <a:lstStyle/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/>
              <p:nvPr/>
            </p:nvSpPr>
            <p:spPr>
              <a:xfrm>
                <a:off x="2555648" y="4135627"/>
                <a:ext cx="7755392" cy="108048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648" y="4135627"/>
                <a:ext cx="7755392" cy="10804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/>
              <p:nvPr/>
            </p:nvSpPr>
            <p:spPr>
              <a:xfrm>
                <a:off x="2656637" y="5478474"/>
                <a:ext cx="7553413" cy="108048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637" y="5478474"/>
                <a:ext cx="7553413" cy="10804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11E6F2A2-588A-47E0-9F71-31CC7009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479" y="90175"/>
            <a:ext cx="2242796" cy="33813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49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54EB2B-4438-4672-8F43-E25AC26DB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242" y="181171"/>
            <a:ext cx="9087803" cy="307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49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2926" y="3530991"/>
                <a:ext cx="10753725" cy="3010485"/>
              </a:xfrm>
            </p:spPr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𝜸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𝝎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hằng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2926" y="3530991"/>
                <a:ext cx="10753725" cy="3010485"/>
              </a:xfrm>
              <a:blipFill>
                <a:blip r:embed="rId2"/>
                <a:stretch>
                  <a:fillRect l="-1247" t="-5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/>
              <p:nvPr/>
            </p:nvSpPr>
            <p:spPr>
              <a:xfrm>
                <a:off x="3224637" y="4220033"/>
                <a:ext cx="5742726" cy="68871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637" y="4220033"/>
                <a:ext cx="5742726" cy="6887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B5E817DA-6CAC-44DD-BE3B-9FDE3E56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479" y="90175"/>
            <a:ext cx="2242796" cy="33813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49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6FD4D4-86E6-40CB-A3B8-D2CC1E33C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242" y="181171"/>
            <a:ext cx="9087803" cy="307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273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926" y="3530992"/>
            <a:ext cx="10753725" cy="1883092"/>
          </a:xfrm>
        </p:spPr>
        <p:txBody>
          <a:bodyPr>
            <a:normAutofit/>
          </a:bodyPr>
          <a:lstStyle/>
          <a:p>
            <a:pPr algn="just"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/>
              <p:nvPr/>
            </p:nvSpPr>
            <p:spPr>
              <a:xfrm>
                <a:off x="3529145" y="4149695"/>
                <a:ext cx="5161285" cy="108048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145" y="4149695"/>
                <a:ext cx="5161285" cy="10804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/>
              <p:nvPr/>
            </p:nvSpPr>
            <p:spPr>
              <a:xfrm>
                <a:off x="3664887" y="5492542"/>
                <a:ext cx="4889800" cy="108048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887" y="5492542"/>
                <a:ext cx="4889800" cy="10804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677AA2F4-2A67-438B-BABC-F26E3146E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479" y="90175"/>
            <a:ext cx="2242796" cy="3381375"/>
          </a:xfrm>
          <a:solidFill>
            <a:srgbClr val="D9D9D9"/>
          </a:solidFill>
        </p:spPr>
        <p:txBody>
          <a:bodyPr>
            <a:normAutofit/>
          </a:bodyPr>
          <a:lstStyle/>
          <a:p>
            <a:pPr algn="ctr"/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49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7B932E-1B89-4B5C-9EE8-B2F94A754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242" y="181171"/>
            <a:ext cx="9087803" cy="307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241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1658198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d>
                      <m:d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</m:d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GB" sz="3200" b="1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GB" sz="3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</m:oMath>
                </a14:m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7" t="-420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C5EFB0-B2D7-43CF-B3A5-077F56731EE8}"/>
                  </a:ext>
                </a:extLst>
              </p:cNvPr>
              <p:cNvSpPr txBox="1"/>
              <p:nvPr/>
            </p:nvSpPr>
            <p:spPr>
              <a:xfrm>
                <a:off x="657225" y="2497480"/>
                <a:ext cx="5856020" cy="61824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C5EFB0-B2D7-43CF-B3A5-077F56731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5" y="2497480"/>
                <a:ext cx="5856020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E663FB-DBAA-4973-A247-0BFA03E76719}"/>
                  </a:ext>
                </a:extLst>
              </p:cNvPr>
              <p:cNvSpPr txBox="1"/>
              <p:nvPr/>
            </p:nvSpPr>
            <p:spPr>
              <a:xfrm>
                <a:off x="7234645" y="2514215"/>
                <a:ext cx="4410886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E663FB-DBAA-4973-A247-0BFA03E76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645" y="2514215"/>
                <a:ext cx="441088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405596-C160-41BA-B3BC-883826B405F7}"/>
                  </a:ext>
                </a:extLst>
              </p:cNvPr>
              <p:cNvSpPr txBox="1"/>
              <p:nvPr/>
            </p:nvSpPr>
            <p:spPr>
              <a:xfrm>
                <a:off x="6588194" y="4513897"/>
                <a:ext cx="2205091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405596-C160-41BA-B3BC-883826B40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194" y="4513897"/>
                <a:ext cx="220509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07FF9A-E968-4FFE-9862-36A9ED1C097A}"/>
                  </a:ext>
                </a:extLst>
              </p:cNvPr>
              <p:cNvSpPr txBox="1"/>
              <p:nvPr/>
            </p:nvSpPr>
            <p:spPr>
              <a:xfrm>
                <a:off x="2936799" y="5464904"/>
                <a:ext cx="6213624" cy="60792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07FF9A-E968-4FFE-9862-36A9ED1C0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799" y="5464904"/>
                <a:ext cx="6213624" cy="6079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4D1D11-09D7-41AF-84C0-9FF1BDE63050}"/>
              </a:ext>
            </a:extLst>
          </p:cNvPr>
          <p:cNvCxnSpPr/>
          <p:nvPr/>
        </p:nvCxnSpPr>
        <p:spPr>
          <a:xfrm>
            <a:off x="1545483" y="5780882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66B6715-3461-4B85-A1C4-E7FCB0B41314}"/>
              </a:ext>
            </a:extLst>
          </p:cNvPr>
          <p:cNvSpPr/>
          <p:nvPr/>
        </p:nvSpPr>
        <p:spPr>
          <a:xfrm>
            <a:off x="4433205" y="5292241"/>
            <a:ext cx="2340318" cy="871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4FA475-0CBE-4B0F-8504-16053AC12A25}"/>
              </a:ext>
            </a:extLst>
          </p:cNvPr>
          <p:cNvSpPr/>
          <p:nvPr/>
        </p:nvSpPr>
        <p:spPr>
          <a:xfrm>
            <a:off x="7099770" y="5291518"/>
            <a:ext cx="2340318" cy="871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344530-A881-4E7E-B5D4-70B25711D77A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5305403" y="6163794"/>
            <a:ext cx="297961" cy="4259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83A19D-EF95-4CBE-ACB0-7932A4EA4387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7918043" y="6163071"/>
            <a:ext cx="351886" cy="4673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B5CD3DF-11D0-4544-8E75-DDC36B861846}"/>
              </a:ext>
            </a:extLst>
          </p:cNvPr>
          <p:cNvSpPr txBox="1"/>
          <p:nvPr/>
        </p:nvSpPr>
        <p:spPr>
          <a:xfrm>
            <a:off x="4643042" y="6236914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906EAF-A0FC-4C62-90B3-D72C598C2321}"/>
              </a:ext>
            </a:extLst>
          </p:cNvPr>
          <p:cNvSpPr txBox="1"/>
          <p:nvPr/>
        </p:nvSpPr>
        <p:spPr>
          <a:xfrm>
            <a:off x="7284608" y="6236915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283495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600135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Thừa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dần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trễ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dần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GB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Thừa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dần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trễ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dần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GB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 </a:t>
                </a:r>
                <a:r>
                  <a:rPr lang="en-GB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d>
                      <m:dPr>
                        <m:ctrlP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coi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gặp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đang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khảo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sát</a:t>
                </a:r>
                <a:endParaRPr lang="en-GB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600135"/>
              </a:xfrm>
              <a:blipFill>
                <a:blip r:embed="rId2"/>
                <a:stretch>
                  <a:fillRect l="-1020" r="-11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8B87266C-0188-48E9-8D7E-75904E0C3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1658198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494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D4BBAA4-5350-4225-A232-680E7C33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74B87-291D-42D5-849E-368485E04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12" y="4863177"/>
            <a:ext cx="10923638" cy="1488613"/>
          </a:xfr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B8A1B-F478-46E3-B3D4-FC7E87D51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42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AC0B8E4-5300-4C61-88F7-65C6625BC42C}"/>
              </a:ext>
            </a:extLst>
          </p:cNvPr>
          <p:cNvGrpSpPr/>
          <p:nvPr/>
        </p:nvGrpSpPr>
        <p:grpSpPr>
          <a:xfrm>
            <a:off x="2678359" y="22087"/>
            <a:ext cx="6835282" cy="4220729"/>
            <a:chOff x="1871917" y="49568"/>
            <a:chExt cx="6835282" cy="422072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0590AA3-DE6A-4956-B292-CA56B74216A1}"/>
                </a:ext>
              </a:extLst>
            </p:cNvPr>
            <p:cNvSpPr/>
            <p:nvPr/>
          </p:nvSpPr>
          <p:spPr>
            <a:xfrm>
              <a:off x="2608288" y="2889354"/>
              <a:ext cx="539646" cy="539646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80526C-4F47-4DF4-96F0-DB66C7D55A02}"/>
                </a:ext>
              </a:extLst>
            </p:cNvPr>
            <p:cNvSpPr/>
            <p:nvPr/>
          </p:nvSpPr>
          <p:spPr>
            <a:xfrm>
              <a:off x="2623279" y="1379095"/>
              <a:ext cx="494675" cy="696443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5510E5-1BA2-4833-97BB-C3CD48237686}"/>
                </a:ext>
              </a:extLst>
            </p:cNvPr>
            <p:cNvSpPr/>
            <p:nvPr/>
          </p:nvSpPr>
          <p:spPr>
            <a:xfrm>
              <a:off x="7602511" y="1727316"/>
              <a:ext cx="494675" cy="696443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6490E49-9EBC-4C63-B7F0-557A54F214E9}"/>
                </a:ext>
              </a:extLst>
            </p:cNvPr>
            <p:cNvCxnSpPr>
              <a:cxnSpLocks/>
              <a:stCxn id="6" idx="0"/>
              <a:endCxn id="8" idx="2"/>
            </p:cNvCxnSpPr>
            <p:nvPr/>
          </p:nvCxnSpPr>
          <p:spPr>
            <a:xfrm flipH="1" flipV="1">
              <a:off x="2870617" y="2075538"/>
              <a:ext cx="7494" cy="8138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CDF16E1-4859-4933-BE62-7B05DD787AE6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2858223" y="970900"/>
              <a:ext cx="12394" cy="4081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EA86E80-8597-44EF-9988-A1157E389F9F}"/>
                </a:ext>
              </a:extLst>
            </p:cNvPr>
            <p:cNvCxnSpPr>
              <a:cxnSpLocks/>
              <a:endCxn id="6" idx="4"/>
            </p:cNvCxnSpPr>
            <p:nvPr/>
          </p:nvCxnSpPr>
          <p:spPr>
            <a:xfrm flipV="1">
              <a:off x="2878111" y="3429000"/>
              <a:ext cx="0" cy="27197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7A60B9F-EB0B-4AEC-997E-FD53A639F7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8111" y="3700972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6986008-7D7D-4B07-8321-E194D67A91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0616" y="970900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50FF376-CF8E-4275-8AD6-3FFC471F2E67}"/>
                </a:ext>
              </a:extLst>
            </p:cNvPr>
            <p:cNvCxnSpPr>
              <a:cxnSpLocks/>
            </p:cNvCxnSpPr>
            <p:nvPr/>
          </p:nvCxnSpPr>
          <p:spPr>
            <a:xfrm>
              <a:off x="4027358" y="970900"/>
              <a:ext cx="2661757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4E58934-0123-4D3D-A0C0-3C72424B9ED9}"/>
                </a:ext>
              </a:extLst>
            </p:cNvPr>
            <p:cNvSpPr/>
            <p:nvPr/>
          </p:nvSpPr>
          <p:spPr>
            <a:xfrm>
              <a:off x="3874957" y="8989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45A4995-6155-4A05-A9BA-7FC265500E73}"/>
                </a:ext>
              </a:extLst>
            </p:cNvPr>
            <p:cNvSpPr/>
            <p:nvPr/>
          </p:nvSpPr>
          <p:spPr>
            <a:xfrm>
              <a:off x="3883358" y="362897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D2C7F18-1D91-4F0D-83E1-D41C39647462}"/>
                </a:ext>
              </a:extLst>
            </p:cNvPr>
            <p:cNvCxnSpPr>
              <a:cxnSpLocks/>
            </p:cNvCxnSpPr>
            <p:nvPr/>
          </p:nvCxnSpPr>
          <p:spPr>
            <a:xfrm>
              <a:off x="4027358" y="3700972"/>
              <a:ext cx="2661757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BA8E9BC-05C8-4CDA-9164-837E576268AF}"/>
                </a:ext>
              </a:extLst>
            </p:cNvPr>
            <p:cNvSpPr/>
            <p:nvPr/>
          </p:nvSpPr>
          <p:spPr>
            <a:xfrm>
              <a:off x="6689115" y="8989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DD7EF35-25BE-4C2C-8EC3-397BBF612E0B}"/>
                </a:ext>
              </a:extLst>
            </p:cNvPr>
            <p:cNvSpPr/>
            <p:nvPr/>
          </p:nvSpPr>
          <p:spPr>
            <a:xfrm>
              <a:off x="6697516" y="362897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6703C08-2ACA-4967-8D2E-91B0B03EFE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41516" y="970900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08B45E4-7703-438D-8AC2-5FC4F8C4A5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3115" y="3700972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020D230-83A5-4F15-9CE9-E8117A08181E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 flipV="1">
              <a:off x="7849849" y="970900"/>
              <a:ext cx="0" cy="7564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77E315B-0A50-43B6-BFAD-C6779A06F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37212" y="2407866"/>
              <a:ext cx="244" cy="129310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AD9B905-0BA0-4FED-B022-E318A759E5A6}"/>
                </a:ext>
              </a:extLst>
            </p:cNvPr>
            <p:cNvCxnSpPr>
              <a:cxnSpLocks/>
              <a:stCxn id="30" idx="4"/>
              <a:endCxn id="31" idx="0"/>
            </p:cNvCxnSpPr>
            <p:nvPr/>
          </p:nvCxnSpPr>
          <p:spPr>
            <a:xfrm>
              <a:off x="3946957" y="1042900"/>
              <a:ext cx="8401" cy="2586072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ACCDA83-CE0F-4818-BB7D-35366DA80D38}"/>
                </a:ext>
              </a:extLst>
            </p:cNvPr>
            <p:cNvCxnSpPr>
              <a:cxnSpLocks/>
              <a:stCxn id="38" idx="4"/>
            </p:cNvCxnSpPr>
            <p:nvPr/>
          </p:nvCxnSpPr>
          <p:spPr>
            <a:xfrm>
              <a:off x="6761115" y="1042900"/>
              <a:ext cx="15444" cy="2618921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9283BD2-75CE-405F-8E10-8B2E90CF078E}"/>
                </a:ext>
              </a:extLst>
            </p:cNvPr>
            <p:cNvCxnSpPr>
              <a:cxnSpLocks/>
            </p:cNvCxnSpPr>
            <p:nvPr/>
          </p:nvCxnSpPr>
          <p:spPr>
            <a:xfrm>
              <a:off x="5339711" y="1008235"/>
              <a:ext cx="40163" cy="2692737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5D4D189-BCEA-43AC-9A83-781169E2AFB6}"/>
                    </a:ext>
                  </a:extLst>
                </p:cNvPr>
                <p:cNvSpPr txBox="1"/>
                <p:nvPr/>
              </p:nvSpPr>
              <p:spPr>
                <a:xfrm>
                  <a:off x="3297076" y="3664558"/>
                  <a:ext cx="127951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5D4D189-BCEA-43AC-9A83-781169E2A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7076" y="3664558"/>
                  <a:ext cx="1279517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414661D-81FF-4459-895A-68288D76C57F}"/>
                    </a:ext>
                  </a:extLst>
                </p:cNvPr>
                <p:cNvSpPr txBox="1"/>
                <p:nvPr/>
              </p:nvSpPr>
              <p:spPr>
                <a:xfrm>
                  <a:off x="6239336" y="3685522"/>
                  <a:ext cx="119475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414661D-81FF-4459-895A-68288D76C5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9336" y="3685522"/>
                  <a:ext cx="1194751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BC6CFCE-18FD-42BC-ADA9-406860B8348F}"/>
                    </a:ext>
                  </a:extLst>
                </p:cNvPr>
                <p:cNvSpPr txBox="1"/>
                <p:nvPr/>
              </p:nvSpPr>
              <p:spPr>
                <a:xfrm>
                  <a:off x="5119157" y="3612632"/>
                  <a:ext cx="51770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BC6CFCE-18FD-42BC-ADA9-406860B83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9157" y="3612632"/>
                  <a:ext cx="517706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F71C7F7-E33D-46D6-BA7C-D3DFBEC6FFD1}"/>
                    </a:ext>
                  </a:extLst>
                </p:cNvPr>
                <p:cNvSpPr txBox="1"/>
                <p:nvPr/>
              </p:nvSpPr>
              <p:spPr>
                <a:xfrm>
                  <a:off x="1871917" y="1379095"/>
                  <a:ext cx="68640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F71C7F7-E33D-46D6-BA7C-D3DFBEC6FF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1917" y="1379095"/>
                  <a:ext cx="686405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4EEDFE2-B796-41A0-AE73-0B30F31FB388}"/>
                    </a:ext>
                  </a:extLst>
                </p:cNvPr>
                <p:cNvSpPr txBox="1"/>
                <p:nvPr/>
              </p:nvSpPr>
              <p:spPr>
                <a:xfrm>
                  <a:off x="1921883" y="2804943"/>
                  <a:ext cx="68916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4EEDFE2-B796-41A0-AE73-0B30F31FB3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1883" y="2804943"/>
                  <a:ext cx="689163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82F2F11-35D9-4889-8212-649908E031C2}"/>
                    </a:ext>
                  </a:extLst>
                </p:cNvPr>
                <p:cNvSpPr txBox="1"/>
                <p:nvPr/>
              </p:nvSpPr>
              <p:spPr>
                <a:xfrm>
                  <a:off x="7999698" y="1727316"/>
                  <a:ext cx="70750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82F2F11-35D9-4889-8212-649908E031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9698" y="1727316"/>
                  <a:ext cx="707501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D0A8F63-69F9-4C83-B3D7-B01A61CF47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4198" y="1042900"/>
              <a:ext cx="44282" cy="2522087"/>
            </a:xfrm>
            <a:prstGeom prst="line">
              <a:avLst/>
            </a:prstGeom>
            <a:ln w="381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D5BFEB9-D0A5-4E19-9BAE-00E0AF80AFFB}"/>
                    </a:ext>
                  </a:extLst>
                </p:cNvPr>
                <p:cNvSpPr txBox="1"/>
                <p:nvPr/>
              </p:nvSpPr>
              <p:spPr>
                <a:xfrm>
                  <a:off x="4196545" y="1838984"/>
                  <a:ext cx="112780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GB" sz="3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D5BFEB9-D0A5-4E19-9BAE-00E0AF80AF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6545" y="1838984"/>
                  <a:ext cx="1127808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1E54019-C238-4D77-BEF1-CFF8989317A9}"/>
                </a:ext>
              </a:extLst>
            </p:cNvPr>
            <p:cNvCxnSpPr>
              <a:cxnSpLocks/>
              <a:stCxn id="73" idx="2"/>
            </p:cNvCxnSpPr>
            <p:nvPr/>
          </p:nvCxnSpPr>
          <p:spPr>
            <a:xfrm flipH="1">
              <a:off x="4576594" y="659567"/>
              <a:ext cx="709642" cy="0"/>
            </a:xfrm>
            <a:prstGeom prst="line">
              <a:avLst/>
            </a:prstGeom>
            <a:ln w="38100"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454BBB8-CA7B-4F9B-8691-3C295277F36E}"/>
                </a:ext>
              </a:extLst>
            </p:cNvPr>
            <p:cNvSpPr/>
            <p:nvPr/>
          </p:nvSpPr>
          <p:spPr>
            <a:xfrm>
              <a:off x="5286236" y="587567"/>
              <a:ext cx="144000" cy="144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6FECA0B-FCC4-4BDF-9BEE-14BE199E2F9F}"/>
                </a:ext>
              </a:extLst>
            </p:cNvPr>
            <p:cNvSpPr/>
            <p:nvPr/>
          </p:nvSpPr>
          <p:spPr>
            <a:xfrm>
              <a:off x="5289002" y="304464"/>
              <a:ext cx="144000" cy="144000"/>
            </a:xfrm>
            <a:prstGeom prst="ellipse">
              <a:avLst/>
            </a:prstGeom>
            <a:solidFill>
              <a:srgbClr val="A7B070"/>
            </a:solidFill>
            <a:ln>
              <a:solidFill>
                <a:srgbClr val="A7A8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EE3A2D0-73A6-402B-A01C-ABAE800D5CCB}"/>
                </a:ext>
              </a:extLst>
            </p:cNvPr>
            <p:cNvCxnSpPr>
              <a:cxnSpLocks/>
              <a:stCxn id="74" idx="6"/>
            </p:cNvCxnSpPr>
            <p:nvPr/>
          </p:nvCxnSpPr>
          <p:spPr>
            <a:xfrm>
              <a:off x="5433002" y="376464"/>
              <a:ext cx="662998" cy="0"/>
            </a:xfrm>
            <a:prstGeom prst="line">
              <a:avLst/>
            </a:prstGeom>
            <a:ln w="38100">
              <a:solidFill>
                <a:srgbClr val="A7A86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5485AB0-A11F-427F-BEF5-62D5FCB83403}"/>
                </a:ext>
              </a:extLst>
            </p:cNvPr>
            <p:cNvSpPr txBox="1"/>
            <p:nvPr/>
          </p:nvSpPr>
          <p:spPr>
            <a:xfrm>
              <a:off x="6054281" y="49568"/>
              <a:ext cx="157447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A7B07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A7B07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A7B07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tới</a:t>
              </a:r>
              <a:endParaRPr lang="en-GB" sz="3200" dirty="0">
                <a:solidFill>
                  <a:srgbClr val="A7B07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6BF0789-F757-40B6-ABD1-A28FD4E67F48}"/>
                </a:ext>
              </a:extLst>
            </p:cNvPr>
            <p:cNvSpPr txBox="1"/>
            <p:nvPr/>
          </p:nvSpPr>
          <p:spPr>
            <a:xfrm>
              <a:off x="2701728" y="106013"/>
              <a:ext cx="241925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GB" sz="32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endParaRPr lang="en-GB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6779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D4BBAA4-5350-4225-A232-680E7C33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74B87-291D-42D5-849E-368485E04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12" y="4863177"/>
            <a:ext cx="10923638" cy="1488613"/>
          </a:xfr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B8A1B-F478-46E3-B3D4-FC7E87D51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42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3A56965-98CF-437D-B783-F739B1F4D7A5}"/>
              </a:ext>
            </a:extLst>
          </p:cNvPr>
          <p:cNvGrpSpPr/>
          <p:nvPr/>
        </p:nvGrpSpPr>
        <p:grpSpPr>
          <a:xfrm>
            <a:off x="1099507" y="-29980"/>
            <a:ext cx="10202847" cy="4389366"/>
            <a:chOff x="1573967" y="-32399"/>
            <a:chExt cx="10202847" cy="4389366"/>
          </a:xfrm>
        </p:grpSpPr>
        <p:pic>
          <p:nvPicPr>
            <p:cNvPr id="23" name="Picture 22" descr="A picture containing sky, wire, line, different&#10;&#10;Description automatically generated">
              <a:extLst>
                <a:ext uri="{FF2B5EF4-FFF2-40B4-BE49-F238E27FC236}">
                  <a16:creationId xmlns:a16="http://schemas.microsoft.com/office/drawing/2014/main" id="{3EEE34F4-EECF-4755-8D6C-4ED95B709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73716" y="0"/>
              <a:ext cx="7901476" cy="4242816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A12AA82-D42B-444B-BAD8-D7634E480EBB}"/>
                </a:ext>
              </a:extLst>
            </p:cNvPr>
            <p:cNvCxnSpPr>
              <a:cxnSpLocks/>
            </p:cNvCxnSpPr>
            <p:nvPr/>
          </p:nvCxnSpPr>
          <p:spPr>
            <a:xfrm>
              <a:off x="2712749" y="3834612"/>
              <a:ext cx="7702461" cy="0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86074F7-8474-4AF9-96D1-DB91D65603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2943" y="254834"/>
              <a:ext cx="0" cy="3753891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6D76435-B862-4CE5-AA0A-689B2721D0E7}"/>
                </a:ext>
              </a:extLst>
            </p:cNvPr>
            <p:cNvSpPr txBox="1"/>
            <p:nvPr/>
          </p:nvSpPr>
          <p:spPr>
            <a:xfrm>
              <a:off x="1573967" y="20743"/>
              <a:ext cx="155897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Biên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endPara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794A376-8A7F-4502-B478-1746EAFBA309}"/>
                </a:ext>
              </a:extLst>
            </p:cNvPr>
            <p:cNvSpPr txBox="1"/>
            <p:nvPr/>
          </p:nvSpPr>
          <p:spPr>
            <a:xfrm>
              <a:off x="2209022" y="3772192"/>
              <a:ext cx="15589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3A57814-8E3D-4276-9FDB-16131D71B83C}"/>
                    </a:ext>
                  </a:extLst>
                </p:cNvPr>
                <p:cNvSpPr txBox="1"/>
                <p:nvPr/>
              </p:nvSpPr>
              <p:spPr>
                <a:xfrm>
                  <a:off x="8156737" y="3752031"/>
                  <a:ext cx="155897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3A57814-8E3D-4276-9FDB-16131D71B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6737" y="3752031"/>
                  <a:ext cx="1558976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4415931E-2D90-4BEB-A9D6-8F579E3C96EF}"/>
                    </a:ext>
                  </a:extLst>
                </p:cNvPr>
                <p:cNvSpPr txBox="1"/>
                <p:nvPr/>
              </p:nvSpPr>
              <p:spPr>
                <a:xfrm>
                  <a:off x="9795704" y="3252732"/>
                  <a:ext cx="155897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4415931E-2D90-4BEB-A9D6-8F579E3C96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5704" y="3252732"/>
                  <a:ext cx="1558976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1E887AE-33AF-4FF2-A722-869115717913}"/>
                </a:ext>
              </a:extLst>
            </p:cNvPr>
            <p:cNvSpPr txBox="1"/>
            <p:nvPr/>
          </p:nvSpPr>
          <p:spPr>
            <a:xfrm>
              <a:off x="4763110" y="-25423"/>
              <a:ext cx="16563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tới</a:t>
              </a:r>
              <a:endPara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796588C-3C02-4F88-BC9F-B959F820375F}"/>
                </a:ext>
              </a:extLst>
            </p:cNvPr>
            <p:cNvSpPr txBox="1"/>
            <p:nvPr/>
          </p:nvSpPr>
          <p:spPr>
            <a:xfrm>
              <a:off x="9053606" y="2185011"/>
              <a:ext cx="27232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endPara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9D38C20-9549-4F7F-93C4-EBAD12C35BC0}"/>
                </a:ext>
              </a:extLst>
            </p:cNvPr>
            <p:cNvCxnSpPr/>
            <p:nvPr/>
          </p:nvCxnSpPr>
          <p:spPr>
            <a:xfrm>
              <a:off x="3152934" y="685787"/>
              <a:ext cx="5846164" cy="0"/>
            </a:xfrm>
            <a:prstGeom prst="line">
              <a:avLst/>
            </a:prstGeom>
            <a:ln w="57150"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1E0F03D-CA9C-461B-BFF4-D100A9CE5C79}"/>
                </a:ext>
              </a:extLst>
            </p:cNvPr>
            <p:cNvCxnSpPr/>
            <p:nvPr/>
          </p:nvCxnSpPr>
          <p:spPr>
            <a:xfrm>
              <a:off x="3162923" y="2289734"/>
              <a:ext cx="5846164" cy="0"/>
            </a:xfrm>
            <a:prstGeom prst="line">
              <a:avLst/>
            </a:prstGeom>
            <a:ln w="57150"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071E06-39C0-418E-80EE-C0F88FBA9C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752" y="989351"/>
              <a:ext cx="52405" cy="2845262"/>
            </a:xfrm>
            <a:prstGeom prst="line">
              <a:avLst/>
            </a:prstGeom>
            <a:ln w="571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3AF1574-7618-4430-ACF5-1E2EBDEE5B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2236" y="254834"/>
              <a:ext cx="606440" cy="43095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052D84D1-8B6B-4E7E-AB0C-9BDA1F23AD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7108" y="407234"/>
              <a:ext cx="563968" cy="69072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C5E7BEE9-463D-4D7C-ADFE-94C90B031E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9836" y="2297733"/>
              <a:ext cx="1349115" cy="29556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1CEAD664-A889-4EBE-982B-6389816F38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9836" y="2639567"/>
              <a:ext cx="1648448" cy="8865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9C38E43F-93FE-49E3-AC2B-AB4575A95E9F}"/>
                    </a:ext>
                  </a:extLst>
                </p:cNvPr>
                <p:cNvSpPr txBox="1"/>
                <p:nvPr/>
              </p:nvSpPr>
              <p:spPr>
                <a:xfrm>
                  <a:off x="8369213" y="-32399"/>
                  <a:ext cx="2730633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2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Không </a:t>
                  </a:r>
                  <a:r>
                    <a:rPr lang="en-GB" sz="3200" dirty="0" err="1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suy</a:t>
                  </a:r>
                  <a:r>
                    <a:rPr lang="en-GB" sz="32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hao</a:t>
                  </a:r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e>
                        </m:d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9C38E43F-93FE-49E3-AC2B-AB4575A95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9213" y="-32399"/>
                  <a:ext cx="2730633" cy="1077218"/>
                </a:xfrm>
                <a:prstGeom prst="rect">
                  <a:avLst/>
                </a:prstGeom>
                <a:blipFill>
                  <a:blip r:embed="rId5"/>
                  <a:stretch>
                    <a:fillRect l="-4241" t="-7910" r="-424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F5DEF29D-878D-4D41-B26D-28FFBFA2378F}"/>
                    </a:ext>
                  </a:extLst>
                </p:cNvPr>
                <p:cNvSpPr txBox="1"/>
                <p:nvPr/>
              </p:nvSpPr>
              <p:spPr>
                <a:xfrm>
                  <a:off x="3180279" y="1245139"/>
                  <a:ext cx="2730633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Không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suy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hao</a:t>
                  </a:r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e>
                        </m:d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F5DEF29D-878D-4D41-B26D-28FFBFA237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0279" y="1245139"/>
                  <a:ext cx="2730633" cy="1077218"/>
                </a:xfrm>
                <a:prstGeom prst="rect">
                  <a:avLst/>
                </a:prstGeom>
                <a:blipFill>
                  <a:blip r:embed="rId6"/>
                  <a:stretch>
                    <a:fillRect l="-4464" t="-7955" r="-40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8F14CA7-70FB-4C8F-9115-30A52AD01FD4}"/>
                    </a:ext>
                  </a:extLst>
                </p:cNvPr>
                <p:cNvSpPr txBox="1"/>
                <p:nvPr/>
              </p:nvSpPr>
              <p:spPr>
                <a:xfrm>
                  <a:off x="5645344" y="1143044"/>
                  <a:ext cx="273063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3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en-GB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8F14CA7-70FB-4C8F-9115-30A52AD01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5344" y="1143044"/>
                  <a:ext cx="2730633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0858468-D49B-43E6-B77F-E20196AAF122}"/>
                    </a:ext>
                  </a:extLst>
                </p:cNvPr>
                <p:cNvSpPr txBox="1"/>
                <p:nvPr/>
              </p:nvSpPr>
              <p:spPr>
                <a:xfrm>
                  <a:off x="4388426" y="2849955"/>
                  <a:ext cx="273063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3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en-GB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0858468-D49B-43E6-B77F-E20196AAF1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8426" y="2849955"/>
                  <a:ext cx="2730633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79972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3967086"/>
              </a:xfrm>
            </p:spPr>
            <p:txBody>
              <a:bodyPr>
                <a:no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𝑰</m:t>
                    </m:r>
                    <m:d>
                      <m:d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</m:d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                                 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hằng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phụ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cấu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trúc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3967086"/>
              </a:xfrm>
              <a:blipFill>
                <a:blip r:embed="rId2"/>
                <a:stretch>
                  <a:fillRect l="-1417" t="-3994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655650-41CB-41ED-9AB6-E49A6201C6B1}"/>
                  </a:ext>
                </a:extLst>
              </p:cNvPr>
              <p:cNvSpPr txBox="1"/>
              <p:nvPr/>
            </p:nvSpPr>
            <p:spPr>
              <a:xfrm>
                <a:off x="3201134" y="2465161"/>
                <a:ext cx="5684953" cy="61824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655650-41CB-41ED-9AB6-E49A6201C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134" y="2465161"/>
                <a:ext cx="5684953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1CE5C5-20D1-4E3B-80BA-F68174980E85}"/>
                  </a:ext>
                </a:extLst>
              </p:cNvPr>
              <p:cNvSpPr txBox="1"/>
              <p:nvPr/>
            </p:nvSpPr>
            <p:spPr>
              <a:xfrm>
                <a:off x="3414802" y="3133515"/>
                <a:ext cx="1624996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1CE5C5-20D1-4E3B-80BA-F68174980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802" y="3133515"/>
                <a:ext cx="1624996" cy="10979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447E37-C548-464A-B1D9-2FF7F6261367}"/>
                  </a:ext>
                </a:extLst>
              </p:cNvPr>
              <p:cNvSpPr txBox="1"/>
              <p:nvPr/>
            </p:nvSpPr>
            <p:spPr>
              <a:xfrm>
                <a:off x="6474579" y="3120913"/>
                <a:ext cx="1984389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447E37-C548-464A-B1D9-2FF7F6261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579" y="3120913"/>
                <a:ext cx="1984389" cy="1097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9E8F3E-49E3-4854-AEFB-843BE3BEDF73}"/>
                  </a:ext>
                </a:extLst>
              </p:cNvPr>
              <p:cNvSpPr txBox="1"/>
              <p:nvPr/>
            </p:nvSpPr>
            <p:spPr>
              <a:xfrm>
                <a:off x="3122173" y="5611049"/>
                <a:ext cx="5947654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9E8F3E-49E3-4854-AEFB-843BE3BED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173" y="5611049"/>
                <a:ext cx="5947654" cy="10979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C5A5E5-BA41-434A-8B2D-945F6F3C35C1}"/>
              </a:ext>
            </a:extLst>
          </p:cNvPr>
          <p:cNvCxnSpPr/>
          <p:nvPr/>
        </p:nvCxnSpPr>
        <p:spPr>
          <a:xfrm>
            <a:off x="1768231" y="6160013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48E2D67A-2510-4B90-8206-1362DFCD8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165819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008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2.4 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9152689"/>
              </p:ext>
            </p:extLst>
          </p:nvPr>
        </p:nvGraphicFramePr>
        <p:xfrm>
          <a:off x="5288347" y="639763"/>
          <a:ext cx="6254724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58097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Tx/>
                  <a:buChar char="-"/>
                </a:pPr>
                <a:endParaRPr lang="en-GB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d>
                      <m:d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</m:d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𝑁𝑝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𝑑𝐵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  <m:d>
                      <m:dPr>
                        <m:ctrlP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</m:d>
                  </m:oMath>
                </a14:m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𝑟𝑎𝑑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95CE3D-9A91-450E-908A-44EF6833FEFC}"/>
                  </a:ext>
                </a:extLst>
              </p:cNvPr>
              <p:cNvSpPr txBox="1"/>
              <p:nvPr/>
            </p:nvSpPr>
            <p:spPr>
              <a:xfrm>
                <a:off x="1686363" y="2187733"/>
                <a:ext cx="8819274" cy="68871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95CE3D-9A91-450E-908A-44EF6833F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363" y="2187733"/>
                <a:ext cx="8819274" cy="6887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720465-D7C3-4A9F-9415-F40F5FEEB28A}"/>
                  </a:ext>
                </a:extLst>
              </p:cNvPr>
              <p:cNvSpPr txBox="1"/>
              <p:nvPr/>
            </p:nvSpPr>
            <p:spPr>
              <a:xfrm>
                <a:off x="2287361" y="4611557"/>
                <a:ext cx="7617278" cy="63293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𝑑𝐵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20</m:t>
                      </m:r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𝑁𝑝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/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sub>
                              </m:sSub>
                            </m:sup>
                          </m:sSup>
                        </m:e>
                      </m:func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≈8.68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𝑁𝑝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720465-D7C3-4A9F-9415-F40F5FEEB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361" y="4611557"/>
                <a:ext cx="7617278" cy="6329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C7D194B1-3A54-4298-BE24-092B219E138A}"/>
              </a:ext>
            </a:extLst>
          </p:cNvPr>
          <p:cNvSpPr txBox="1">
            <a:spLocks/>
          </p:cNvSpPr>
          <p:nvPr/>
        </p:nvSpPr>
        <p:spPr>
          <a:xfrm>
            <a:off x="657224" y="260132"/>
            <a:ext cx="10772775" cy="1152009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a.Hệ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07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1701142"/>
                <a:ext cx="10753725" cy="5051351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tưởng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thuyết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bỏ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1701142"/>
                <a:ext cx="10753725" cy="5051351"/>
              </a:xfrm>
              <a:blipFill>
                <a:blip r:embed="rId2"/>
                <a:stretch>
                  <a:fillRect l="-1417" t="-3136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6A0FC1-2D14-40A1-99DF-654FA6743F4B}"/>
                  </a:ext>
                </a:extLst>
              </p:cNvPr>
              <p:cNvSpPr txBox="1"/>
              <p:nvPr/>
            </p:nvSpPr>
            <p:spPr>
              <a:xfrm>
                <a:off x="782302" y="2434714"/>
                <a:ext cx="10627396" cy="68871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6A0FC1-2D14-40A1-99DF-654FA6743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02" y="2434714"/>
                <a:ext cx="10627396" cy="6887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BE1008-2795-4473-9C9C-56DE70110934}"/>
                  </a:ext>
                </a:extLst>
              </p:cNvPr>
              <p:cNvSpPr txBox="1"/>
              <p:nvPr/>
            </p:nvSpPr>
            <p:spPr>
              <a:xfrm>
                <a:off x="887947" y="3400412"/>
                <a:ext cx="1956177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BE1008-2795-4473-9C9C-56DE70110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47" y="3400412"/>
                <a:ext cx="195617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C72E11-85EF-48B0-A170-7A461F4E547F}"/>
                  </a:ext>
                </a:extLst>
              </p:cNvPr>
              <p:cNvSpPr txBox="1"/>
              <p:nvPr/>
            </p:nvSpPr>
            <p:spPr>
              <a:xfrm>
                <a:off x="887947" y="4335851"/>
                <a:ext cx="2877903" cy="64286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C72E11-85EF-48B0-A170-7A461F4E5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47" y="4335851"/>
                <a:ext cx="2877903" cy="6428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E88BAF66-E591-42DE-A423-32685A1D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132"/>
            <a:ext cx="10772775" cy="1152009"/>
          </a:xfrm>
          <a:solidFill>
            <a:srgbClr val="8AE2C7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a.Hệ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5542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1701142"/>
                <a:ext cx="10753725" cy="5051351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1701142"/>
                <a:ext cx="10753725" cy="5051351"/>
              </a:xfrm>
              <a:blipFill>
                <a:blip r:embed="rId2"/>
                <a:stretch>
                  <a:fillRect l="-1247" t="-31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41187B-19DC-4DC3-924C-313051C9B853}"/>
                  </a:ext>
                </a:extLst>
              </p:cNvPr>
              <p:cNvSpPr txBox="1"/>
              <p:nvPr/>
            </p:nvSpPr>
            <p:spPr>
              <a:xfrm>
                <a:off x="259338" y="3429000"/>
                <a:ext cx="11673324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  <m:rad>
                        <m:radPr>
                          <m:degHide m:val="on"/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</m:d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41187B-19DC-4DC3-924C-313051C9B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38" y="3429000"/>
                <a:ext cx="11673324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FC18D8-F0C7-4954-9A18-C342CBBDA5EE}"/>
                  </a:ext>
                </a:extLst>
              </p:cNvPr>
              <p:cNvSpPr txBox="1"/>
              <p:nvPr/>
            </p:nvSpPr>
            <p:spPr>
              <a:xfrm>
                <a:off x="259338" y="5264993"/>
                <a:ext cx="7649210" cy="119885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FC18D8-F0C7-4954-9A18-C342CBBDA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38" y="5264993"/>
                <a:ext cx="7649210" cy="11988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660BE3-AC70-4779-B13B-5785D5DF0507}"/>
                  </a:ext>
                </a:extLst>
              </p:cNvPr>
              <p:cNvSpPr txBox="1"/>
              <p:nvPr/>
            </p:nvSpPr>
            <p:spPr>
              <a:xfrm>
                <a:off x="8405218" y="5572032"/>
                <a:ext cx="3442481" cy="584775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𝜀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660BE3-AC70-4779-B13B-5785D5DF0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218" y="5572032"/>
                <a:ext cx="344248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5EDA666A-605F-4CE7-A1F9-CE112ED9DFEA}"/>
              </a:ext>
            </a:extLst>
          </p:cNvPr>
          <p:cNvSpPr txBox="1">
            <a:spLocks/>
          </p:cNvSpPr>
          <p:nvPr/>
        </p:nvSpPr>
        <p:spPr>
          <a:xfrm>
            <a:off x="657224" y="260132"/>
            <a:ext cx="10772775" cy="1152009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a.Hệ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979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701142"/>
            <a:ext cx="10753725" cy="505135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FC18D8-F0C7-4954-9A18-C342CBBDA5EE}"/>
                  </a:ext>
                </a:extLst>
              </p:cNvPr>
              <p:cNvSpPr txBox="1"/>
              <p:nvPr/>
            </p:nvSpPr>
            <p:spPr>
              <a:xfrm>
                <a:off x="165014" y="2223223"/>
                <a:ext cx="11777007" cy="169174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ad>
                            <m:radPr>
                              <m:degHide m:val="on"/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ra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</m:rad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FC18D8-F0C7-4954-9A18-C342CBBDA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14" y="2223223"/>
                <a:ext cx="11777007" cy="16917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CEFC40-6A1B-455C-8191-251B840F7CBF}"/>
                  </a:ext>
                </a:extLst>
              </p:cNvPr>
              <p:cNvSpPr txBox="1"/>
              <p:nvPr/>
            </p:nvSpPr>
            <p:spPr>
              <a:xfrm>
                <a:off x="165014" y="4117961"/>
                <a:ext cx="4776244" cy="169174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ra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CEFC40-6A1B-455C-8191-251B840F7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14" y="4117961"/>
                <a:ext cx="4776244" cy="16917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565D0B-95A7-4B85-BDB7-38C4B3CD15EF}"/>
                  </a:ext>
                </a:extLst>
              </p:cNvPr>
              <p:cNvSpPr txBox="1"/>
              <p:nvPr/>
            </p:nvSpPr>
            <p:spPr>
              <a:xfrm>
                <a:off x="216855" y="6012699"/>
                <a:ext cx="2877903" cy="64286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565D0B-95A7-4B85-BDB7-38C4B3CD1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55" y="6012699"/>
                <a:ext cx="2877903" cy="6428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FC0D9B9-50B8-447F-88E7-693FC63EEE70}"/>
              </a:ext>
            </a:extLst>
          </p:cNvPr>
          <p:cNvSpPr txBox="1"/>
          <p:nvPr/>
        </p:nvSpPr>
        <p:spPr>
          <a:xfrm>
            <a:off x="6250170" y="4548900"/>
            <a:ext cx="52651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endParaRPr lang="en-GB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4C9B440-92FB-4380-8765-74BEC39E53E2}"/>
              </a:ext>
            </a:extLst>
          </p:cNvPr>
          <p:cNvSpPr txBox="1">
            <a:spLocks/>
          </p:cNvSpPr>
          <p:nvPr/>
        </p:nvSpPr>
        <p:spPr>
          <a:xfrm>
            <a:off x="657224" y="260132"/>
            <a:ext cx="10772775" cy="1152009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a.Hệ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685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177609"/>
            <a:ext cx="10772775" cy="1232960"/>
          </a:xfrm>
          <a:solidFill>
            <a:srgbClr val="8AE2C7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6095" y="3208988"/>
                <a:ext cx="10753725" cy="2516062"/>
              </a:xfrm>
            </p:spPr>
            <p:txBody>
              <a:bodyPr>
                <a:no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just">
                  <a:buNone/>
                </a:pPr>
                <a:endParaRPr lang="en-GB" sz="3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thỏa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Heavyside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6095" y="3208988"/>
                <a:ext cx="10753725" cy="2516062"/>
              </a:xfrm>
              <a:blipFill>
                <a:blip r:embed="rId2"/>
                <a:stretch>
                  <a:fillRect l="-1304" t="-62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E54F59-308D-4734-86DE-8CEB714E5EC8}"/>
                  </a:ext>
                </a:extLst>
              </p:cNvPr>
              <p:cNvSpPr txBox="1"/>
              <p:nvPr/>
            </p:nvSpPr>
            <p:spPr>
              <a:xfrm>
                <a:off x="2526016" y="1522723"/>
                <a:ext cx="7139967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E54F59-308D-4734-86DE-8CEB714E5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016" y="1522723"/>
                <a:ext cx="7139967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77ACDF-ACD3-46DC-96C0-5C0A1A243ADA}"/>
                  </a:ext>
                </a:extLst>
              </p:cNvPr>
              <p:cNvSpPr txBox="1"/>
              <p:nvPr/>
            </p:nvSpPr>
            <p:spPr>
              <a:xfrm>
                <a:off x="9249287" y="3456844"/>
                <a:ext cx="2799035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77ACDF-ACD3-46DC-96C0-5C0A1A243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287" y="3456844"/>
                <a:ext cx="2799035" cy="1547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07055A-7FC5-4AC4-BF6A-C33E992B4F56}"/>
                  </a:ext>
                </a:extLst>
              </p:cNvPr>
              <p:cNvSpPr txBox="1"/>
              <p:nvPr/>
            </p:nvSpPr>
            <p:spPr>
              <a:xfrm>
                <a:off x="8691907" y="5310653"/>
                <a:ext cx="2799035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07055A-7FC5-4AC4-BF6A-C33E992B4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907" y="5310653"/>
                <a:ext cx="2799035" cy="1547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13BDB7-0230-4052-B0D6-663950CB77A8}"/>
                  </a:ext>
                </a:extLst>
              </p:cNvPr>
              <p:cNvSpPr txBox="1"/>
              <p:nvPr/>
            </p:nvSpPr>
            <p:spPr>
              <a:xfrm>
                <a:off x="5832958" y="5770009"/>
                <a:ext cx="1370888" cy="101752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13BDB7-0230-4052-B0D6-663950CB7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958" y="5770009"/>
                <a:ext cx="1370888" cy="10175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2AD989-B4A5-4FD9-A91A-DB949516503D}"/>
              </a:ext>
            </a:extLst>
          </p:cNvPr>
          <p:cNvCxnSpPr/>
          <p:nvPr/>
        </p:nvCxnSpPr>
        <p:spPr>
          <a:xfrm>
            <a:off x="8006060" y="4255175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2345C8-6B24-4A93-A36D-3F0B0092DC1B}"/>
              </a:ext>
            </a:extLst>
          </p:cNvPr>
          <p:cNvCxnSpPr/>
          <p:nvPr/>
        </p:nvCxnSpPr>
        <p:spPr>
          <a:xfrm>
            <a:off x="7324969" y="6252788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164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701142"/>
            <a:ext cx="10753725" cy="505135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(SV CM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en-GB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BD1A69-42BD-4FA7-8D14-B056A6C6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177609"/>
            <a:ext cx="10772775" cy="1232960"/>
          </a:xfrm>
          <a:solidFill>
            <a:srgbClr val="8AE2C7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121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701142"/>
            <a:ext cx="10753725" cy="505135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FC18D8-F0C7-4954-9A18-C342CBBDA5EE}"/>
                  </a:ext>
                </a:extLst>
              </p:cNvPr>
              <p:cNvSpPr txBox="1"/>
              <p:nvPr/>
            </p:nvSpPr>
            <p:spPr>
              <a:xfrm>
                <a:off x="3099792" y="2335092"/>
                <a:ext cx="5887637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FC18D8-F0C7-4954-9A18-C342CBBDA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792" y="2335092"/>
                <a:ext cx="5887637" cy="15473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CEFC40-6A1B-455C-8191-251B840F7CBF}"/>
                  </a:ext>
                </a:extLst>
              </p:cNvPr>
              <p:cNvSpPr txBox="1"/>
              <p:nvPr/>
            </p:nvSpPr>
            <p:spPr>
              <a:xfrm>
                <a:off x="1681420" y="4543792"/>
                <a:ext cx="2490810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CEFC40-6A1B-455C-8191-251B840F7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420" y="4543792"/>
                <a:ext cx="2490810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565D0B-95A7-4B85-BDB7-38C4B3CD15EF}"/>
                  </a:ext>
                </a:extLst>
              </p:cNvPr>
              <p:cNvSpPr txBox="1"/>
              <p:nvPr/>
            </p:nvSpPr>
            <p:spPr>
              <a:xfrm>
                <a:off x="6988719" y="4543792"/>
                <a:ext cx="4878195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565D0B-95A7-4B85-BDB7-38C4B3CD1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719" y="4543792"/>
                <a:ext cx="4878195" cy="1547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E410BA78-9139-4FB8-A0D0-A202C283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177609"/>
            <a:ext cx="10772775" cy="1232960"/>
          </a:xfrm>
          <a:solidFill>
            <a:srgbClr val="8AE2C7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592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76049"/>
          </a:xfrm>
          <a:solidFill>
            <a:srgbClr val="8AE2C7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c.Vận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575582"/>
                <a:ext cx="10772775" cy="5169875"/>
              </a:xfrm>
            </p:spPr>
            <p:txBody>
              <a:bodyPr anchor="ctr">
                <a:no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quãng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dọc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gồm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nhanh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hay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chậm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tùy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Như vậy các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 số sẽ đến đầu cuối của đường dây không 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 một thời 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 quả là tại cuối đường 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 hợp lại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 tái tạo lại tín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 giống hệt tín hiệu ban 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.T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có sự méo dạng tín 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 tượng nà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 là sự tán xạ tần số</a:t>
                </a:r>
                <a:endParaRPr lang="en-GB" sz="3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575582"/>
                <a:ext cx="10772775" cy="5169875"/>
              </a:xfrm>
              <a:blipFill>
                <a:blip r:embed="rId2"/>
                <a:stretch>
                  <a:fillRect l="-1471" t="-2827" r="-1415" b="-35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/>
              <p:nvPr/>
            </p:nvSpPr>
            <p:spPr>
              <a:xfrm>
                <a:off x="5274394" y="2632409"/>
                <a:ext cx="1538434" cy="10187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394" y="2632409"/>
                <a:ext cx="1538434" cy="10187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0578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81" y="5298301"/>
            <a:ext cx="10923638" cy="833398"/>
          </a:xfrm>
          <a:solidFill>
            <a:srgbClr val="8AE2C7"/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c.Vận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A1D1960-4056-4008-913C-E1A10C551D10}"/>
              </a:ext>
            </a:extLst>
          </p:cNvPr>
          <p:cNvGrpSpPr/>
          <p:nvPr/>
        </p:nvGrpSpPr>
        <p:grpSpPr>
          <a:xfrm>
            <a:off x="882894" y="84457"/>
            <a:ext cx="10426212" cy="4403087"/>
            <a:chOff x="1553879" y="4020"/>
            <a:chExt cx="10426212" cy="440308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5FBF607-8534-4B19-A618-1D6312FED889}"/>
                </a:ext>
              </a:extLst>
            </p:cNvPr>
            <p:cNvSpPr/>
            <p:nvPr/>
          </p:nvSpPr>
          <p:spPr>
            <a:xfrm>
              <a:off x="2743200" y="1304143"/>
              <a:ext cx="374754" cy="824459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19D2534-7F4D-4EA6-95AE-7B743F238404}"/>
                </a:ext>
              </a:extLst>
            </p:cNvPr>
            <p:cNvSpPr/>
            <p:nvPr/>
          </p:nvSpPr>
          <p:spPr>
            <a:xfrm>
              <a:off x="2625152" y="3112331"/>
              <a:ext cx="610849" cy="61084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825A82-F01E-4DD1-8F84-A81D73EF868A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2930577" y="2128602"/>
              <a:ext cx="0" cy="98372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F4E1CEF-5F48-4676-B729-EB1251059307}"/>
                </a:ext>
              </a:extLst>
            </p:cNvPr>
            <p:cNvCxnSpPr>
              <a:cxnSpLocks/>
              <a:stCxn id="6" idx="4"/>
            </p:cNvCxnSpPr>
            <p:nvPr/>
          </p:nvCxnSpPr>
          <p:spPr>
            <a:xfrm>
              <a:off x="2930577" y="3723180"/>
              <a:ext cx="0" cy="5040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899B394-DCE7-4533-8837-5625B48496BA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2930576" y="800098"/>
              <a:ext cx="1" cy="5040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2606D27-8626-4819-A341-711F713537D1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2930576" y="800098"/>
              <a:ext cx="906905" cy="1030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ED6D2E3-5CF9-4838-88E0-365D1F1E54CD}"/>
                </a:ext>
              </a:extLst>
            </p:cNvPr>
            <p:cNvSpPr/>
            <p:nvPr/>
          </p:nvSpPr>
          <p:spPr>
            <a:xfrm>
              <a:off x="3837481" y="558382"/>
              <a:ext cx="4502045" cy="504045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911D8DB-D85E-4064-8B9B-CA5063573134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>
              <a:off x="8339526" y="810405"/>
              <a:ext cx="225852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855971E-B9FF-4EE4-A233-545E0161FBA4}"/>
                </a:ext>
              </a:extLst>
            </p:cNvPr>
            <p:cNvSpPr/>
            <p:nvPr/>
          </p:nvSpPr>
          <p:spPr>
            <a:xfrm>
              <a:off x="8886671" y="1716372"/>
              <a:ext cx="374754" cy="824459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E50BFBD-67A1-40F0-B92A-10E2E995D88A}"/>
                </a:ext>
              </a:extLst>
            </p:cNvPr>
            <p:cNvCxnSpPr>
              <a:cxnSpLocks/>
              <a:stCxn id="33" idx="0"/>
            </p:cNvCxnSpPr>
            <p:nvPr/>
          </p:nvCxnSpPr>
          <p:spPr>
            <a:xfrm flipV="1">
              <a:off x="9074048" y="810404"/>
              <a:ext cx="0" cy="9059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FEFB716-AA48-46FD-B000-22537BF61053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>
              <a:off x="9074048" y="2540831"/>
              <a:ext cx="0" cy="168639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6189824A-53BC-479E-BA7B-64F081AEC189}"/>
                </a:ext>
              </a:extLst>
            </p:cNvPr>
            <p:cNvSpPr/>
            <p:nvPr/>
          </p:nvSpPr>
          <p:spPr>
            <a:xfrm>
              <a:off x="9980952" y="436587"/>
              <a:ext cx="1251679" cy="1251679"/>
            </a:xfrm>
            <a:prstGeom prst="arc">
              <a:avLst>
                <a:gd name="adj1" fmla="val 16200000"/>
                <a:gd name="adj2" fmla="val 5407004"/>
              </a:avLst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B0DCEF9-10BC-4793-BC66-B04DB60B7251}"/>
                </a:ext>
              </a:extLst>
            </p:cNvPr>
            <p:cNvCxnSpPr>
              <a:cxnSpLocks/>
              <a:stCxn id="40" idx="0"/>
              <a:endCxn id="40" idx="2"/>
            </p:cNvCxnSpPr>
            <p:nvPr/>
          </p:nvCxnSpPr>
          <p:spPr>
            <a:xfrm flipH="1">
              <a:off x="10605516" y="436587"/>
              <a:ext cx="1275" cy="125167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B96956E-C4BA-4EBC-B974-8895317EF496}"/>
                </a:ext>
              </a:extLst>
            </p:cNvPr>
            <p:cNvCxnSpPr>
              <a:cxnSpLocks/>
            </p:cNvCxnSpPr>
            <p:nvPr/>
          </p:nvCxnSpPr>
          <p:spPr>
            <a:xfrm>
              <a:off x="9979676" y="1304143"/>
              <a:ext cx="61837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9DEB012-32FF-4F0D-BEEA-FEDF0773C2E8}"/>
                </a:ext>
              </a:extLst>
            </p:cNvPr>
            <p:cNvCxnSpPr>
              <a:cxnSpLocks/>
            </p:cNvCxnSpPr>
            <p:nvPr/>
          </p:nvCxnSpPr>
          <p:spPr>
            <a:xfrm>
              <a:off x="9994666" y="1304143"/>
              <a:ext cx="0" cy="93938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C9A35DC-0CCF-480B-BCAF-9DBB07CE7454}"/>
                </a:ext>
              </a:extLst>
            </p:cNvPr>
            <p:cNvSpPr/>
            <p:nvPr/>
          </p:nvSpPr>
          <p:spPr>
            <a:xfrm>
              <a:off x="3280452" y="717211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92B50E7-545C-43F8-8EE1-0A84C7E96ABD}"/>
                </a:ext>
              </a:extLst>
            </p:cNvPr>
            <p:cNvSpPr/>
            <p:nvPr/>
          </p:nvSpPr>
          <p:spPr>
            <a:xfrm>
              <a:off x="9010340" y="738403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93A11FA-5517-4C3C-A4D8-08904F8C93B1}"/>
                </a:ext>
              </a:extLst>
            </p:cNvPr>
            <p:cNvSpPr/>
            <p:nvPr/>
          </p:nvSpPr>
          <p:spPr>
            <a:xfrm>
              <a:off x="11217640" y="975436"/>
              <a:ext cx="144000" cy="144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FF0000"/>
                  </a:solidFill>
                </a:ln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E8BC1A4-9DAF-4D75-A4D5-537E757ECBFC}"/>
                </a:ext>
              </a:extLst>
            </p:cNvPr>
            <p:cNvCxnSpPr>
              <a:cxnSpLocks/>
              <a:stCxn id="52" idx="6"/>
            </p:cNvCxnSpPr>
            <p:nvPr/>
          </p:nvCxnSpPr>
          <p:spPr>
            <a:xfrm>
              <a:off x="11361640" y="1047436"/>
              <a:ext cx="618451" cy="149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C4CC2CF-9EAD-4D50-B2CA-C4A65B3BB956}"/>
                </a:ext>
              </a:extLst>
            </p:cNvPr>
            <p:cNvGrpSpPr/>
            <p:nvPr/>
          </p:nvGrpSpPr>
          <p:grpSpPr>
            <a:xfrm>
              <a:off x="2518348" y="4214734"/>
              <a:ext cx="717653" cy="179883"/>
              <a:chOff x="2518348" y="4079824"/>
              <a:chExt cx="717653" cy="179883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888D926-B0ED-4579-B0C3-DABFD744D8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25152" y="4092315"/>
                <a:ext cx="610849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D004195-8D1D-41D4-A951-286F9FAC9FDF}"/>
                  </a:ext>
                </a:extLst>
              </p:cNvPr>
              <p:cNvCxnSpPr/>
              <p:nvPr/>
            </p:nvCxnSpPr>
            <p:spPr>
              <a:xfrm flipH="1">
                <a:off x="2518348" y="40923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C8E9FE7-00C4-40B1-92FA-B4DE72919875}"/>
                  </a:ext>
                </a:extLst>
              </p:cNvPr>
              <p:cNvCxnSpPr/>
              <p:nvPr/>
            </p:nvCxnSpPr>
            <p:spPr>
              <a:xfrm flipH="1">
                <a:off x="2625778" y="40948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8A3BCA4A-BCE2-4565-82B1-C659AEED0035}"/>
                  </a:ext>
                </a:extLst>
              </p:cNvPr>
              <p:cNvCxnSpPr/>
              <p:nvPr/>
            </p:nvCxnSpPr>
            <p:spPr>
              <a:xfrm flipH="1">
                <a:off x="2745698" y="40948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1BB34AB3-78EA-46C3-AD84-818BDF2BCC7F}"/>
                  </a:ext>
                </a:extLst>
              </p:cNvPr>
              <p:cNvCxnSpPr/>
              <p:nvPr/>
            </p:nvCxnSpPr>
            <p:spPr>
              <a:xfrm flipH="1">
                <a:off x="2865618" y="407982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55CEAB3-A06A-4AD9-855D-6C4D5BFBAE3D}"/>
                  </a:ext>
                </a:extLst>
              </p:cNvPr>
              <p:cNvCxnSpPr/>
              <p:nvPr/>
            </p:nvCxnSpPr>
            <p:spPr>
              <a:xfrm flipH="1">
                <a:off x="2970550" y="4094813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02FF382-23F8-4713-97AC-41179A48F597}"/>
                  </a:ext>
                </a:extLst>
              </p:cNvPr>
              <p:cNvCxnSpPr/>
              <p:nvPr/>
            </p:nvCxnSpPr>
            <p:spPr>
              <a:xfrm flipH="1">
                <a:off x="3105460" y="40948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4D45E9E-D472-4993-9AC4-FCEE17B435D3}"/>
                </a:ext>
              </a:extLst>
            </p:cNvPr>
            <p:cNvGrpSpPr/>
            <p:nvPr/>
          </p:nvGrpSpPr>
          <p:grpSpPr>
            <a:xfrm>
              <a:off x="8651513" y="4227224"/>
              <a:ext cx="717653" cy="179883"/>
              <a:chOff x="2518348" y="4079824"/>
              <a:chExt cx="717653" cy="17988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3E59463-5AC4-4272-9B90-EE7C4FC8B0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25152" y="4092315"/>
                <a:ext cx="610849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099DC98E-E09D-453B-8A51-6B960EEA88E4}"/>
                  </a:ext>
                </a:extLst>
              </p:cNvPr>
              <p:cNvCxnSpPr/>
              <p:nvPr/>
            </p:nvCxnSpPr>
            <p:spPr>
              <a:xfrm flipH="1">
                <a:off x="2518348" y="40923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7EB1D3FE-C6AC-4360-A576-185CCFDE0053}"/>
                  </a:ext>
                </a:extLst>
              </p:cNvPr>
              <p:cNvCxnSpPr/>
              <p:nvPr/>
            </p:nvCxnSpPr>
            <p:spPr>
              <a:xfrm flipH="1">
                <a:off x="2625778" y="40948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6E6F4851-080C-4E73-8738-4AAD8C89E102}"/>
                  </a:ext>
                </a:extLst>
              </p:cNvPr>
              <p:cNvCxnSpPr/>
              <p:nvPr/>
            </p:nvCxnSpPr>
            <p:spPr>
              <a:xfrm flipH="1">
                <a:off x="2745698" y="40948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80344284-5B9A-4B57-B9B2-601FE2E0E80E}"/>
                  </a:ext>
                </a:extLst>
              </p:cNvPr>
              <p:cNvCxnSpPr/>
              <p:nvPr/>
            </p:nvCxnSpPr>
            <p:spPr>
              <a:xfrm flipH="1">
                <a:off x="2865618" y="407982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FF7A2876-D206-4D85-B15B-2ABBC7B7B663}"/>
                  </a:ext>
                </a:extLst>
              </p:cNvPr>
              <p:cNvCxnSpPr/>
              <p:nvPr/>
            </p:nvCxnSpPr>
            <p:spPr>
              <a:xfrm flipH="1">
                <a:off x="2970550" y="4094813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7719DAFA-3377-4E80-8129-2BB6588B3C61}"/>
                  </a:ext>
                </a:extLst>
              </p:cNvPr>
              <p:cNvCxnSpPr/>
              <p:nvPr/>
            </p:nvCxnSpPr>
            <p:spPr>
              <a:xfrm flipH="1">
                <a:off x="3105460" y="40948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679543F9-048A-4A78-A0B0-FE4BA2243360}"/>
                </a:ext>
              </a:extLst>
            </p:cNvPr>
            <p:cNvGrpSpPr/>
            <p:nvPr/>
          </p:nvGrpSpPr>
          <p:grpSpPr>
            <a:xfrm>
              <a:off x="3592645" y="1777485"/>
              <a:ext cx="1486524" cy="994970"/>
              <a:chOff x="4497049" y="2254147"/>
              <a:chExt cx="1486524" cy="994970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4816C7E6-A8A1-4AFF-BAB3-EFFA9A8B9E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6846" y="2265389"/>
                <a:ext cx="0" cy="983728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A26EE3C6-2FF6-4AFD-A69E-AED042547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97049" y="3219137"/>
                <a:ext cx="324788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AC58FB9-8D0D-41D2-A5FD-7CD076FCA6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1837" y="2279129"/>
                <a:ext cx="741702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B94C048E-9098-478D-BF5C-090823CC88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52762" y="3219137"/>
                <a:ext cx="430811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75BFEC8-814C-45A8-9421-8A5FE8EEC6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3539" y="2254147"/>
                <a:ext cx="0" cy="97998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71DBCDF1-172E-4AC7-836D-462D466303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4347" y="2593299"/>
                <a:ext cx="1" cy="625838"/>
              </a:xfrm>
              <a:prstGeom prst="line">
                <a:avLst/>
              </a:prstGeom>
              <a:ln w="38100">
                <a:solidFill>
                  <a:srgbClr val="00B0F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C7E0208A-2368-4326-A1E7-21183132DD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3539" y="2280379"/>
                <a:ext cx="1" cy="725051"/>
              </a:xfrm>
              <a:prstGeom prst="line">
                <a:avLst/>
              </a:prstGeom>
              <a:ln w="38100">
                <a:solidFill>
                  <a:srgbClr val="00B0F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32DBC84-5E8C-42B6-8D16-EF19F415B052}"/>
                </a:ext>
              </a:extLst>
            </p:cNvPr>
            <p:cNvCxnSpPr>
              <a:cxnSpLocks/>
              <a:stCxn id="50" idx="4"/>
            </p:cNvCxnSpPr>
            <p:nvPr/>
          </p:nvCxnSpPr>
          <p:spPr>
            <a:xfrm>
              <a:off x="3352452" y="861211"/>
              <a:ext cx="334819" cy="966240"/>
            </a:xfrm>
            <a:prstGeom prst="line">
              <a:avLst/>
            </a:prstGeom>
            <a:ln w="38100">
              <a:solidFill>
                <a:srgbClr val="002060"/>
              </a:solidFill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841817DA-0C30-434C-B4A1-8E976C076220}"/>
                </a:ext>
              </a:extLst>
            </p:cNvPr>
            <p:cNvGrpSpPr/>
            <p:nvPr/>
          </p:nvGrpSpPr>
          <p:grpSpPr>
            <a:xfrm>
              <a:off x="6725751" y="785012"/>
              <a:ext cx="2535981" cy="2778898"/>
              <a:chOff x="6156270" y="602536"/>
              <a:chExt cx="2535981" cy="2778898"/>
            </a:xfrm>
          </p:grpSpPr>
          <p:sp>
            <p:nvSpPr>
              <p:cNvPr id="99" name="Arc 98">
                <a:extLst>
                  <a:ext uri="{FF2B5EF4-FFF2-40B4-BE49-F238E27FC236}">
                    <a16:creationId xmlns:a16="http://schemas.microsoft.com/office/drawing/2014/main" id="{D1EB3417-4434-49CB-891D-7EA955D553B9}"/>
                  </a:ext>
                </a:extLst>
              </p:cNvPr>
              <p:cNvSpPr/>
              <p:nvPr/>
            </p:nvSpPr>
            <p:spPr>
              <a:xfrm flipH="1">
                <a:off x="7028798" y="602536"/>
                <a:ext cx="1660953" cy="1990040"/>
              </a:xfrm>
              <a:prstGeom prst="arc">
                <a:avLst>
                  <a:gd name="adj1" fmla="val 440624"/>
                  <a:gd name="adj2" fmla="val 4456005"/>
                </a:avLst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A470A12B-605E-4701-ACBC-7370F6F2C7C8}"/>
                  </a:ext>
                </a:extLst>
              </p:cNvPr>
              <p:cNvGrpSpPr/>
              <p:nvPr/>
            </p:nvGrpSpPr>
            <p:grpSpPr>
              <a:xfrm>
                <a:off x="6156270" y="620026"/>
                <a:ext cx="2535981" cy="2761408"/>
                <a:chOff x="6156270" y="620026"/>
                <a:chExt cx="2535981" cy="2761408"/>
              </a:xfrm>
            </p:grpSpPr>
            <p:grpSp>
              <p:nvGrpSpPr>
                <p:cNvPr id="105" name="Group 104">
                  <a:extLst>
                    <a:ext uri="{FF2B5EF4-FFF2-40B4-BE49-F238E27FC236}">
                      <a16:creationId xmlns:a16="http://schemas.microsoft.com/office/drawing/2014/main" id="{A82FB39F-F453-4C94-B62C-0F281213C77C}"/>
                    </a:ext>
                  </a:extLst>
                </p:cNvPr>
                <p:cNvGrpSpPr/>
                <p:nvPr/>
              </p:nvGrpSpPr>
              <p:grpSpPr>
                <a:xfrm>
                  <a:off x="6156270" y="1692542"/>
                  <a:ext cx="1852375" cy="1688892"/>
                  <a:chOff x="6156270" y="1692542"/>
                  <a:chExt cx="1852375" cy="1688892"/>
                </a:xfrm>
              </p:grpSpPr>
              <p:sp>
                <p:nvSpPr>
                  <p:cNvPr id="97" name="Arc 96">
                    <a:extLst>
                      <a:ext uri="{FF2B5EF4-FFF2-40B4-BE49-F238E27FC236}">
                        <a16:creationId xmlns:a16="http://schemas.microsoft.com/office/drawing/2014/main" id="{880EE6F9-CC68-4E33-8357-4C7107C5C424}"/>
                      </a:ext>
                    </a:extLst>
                  </p:cNvPr>
                  <p:cNvSpPr/>
                  <p:nvPr/>
                </p:nvSpPr>
                <p:spPr>
                  <a:xfrm flipH="1">
                    <a:off x="6580682" y="1692542"/>
                    <a:ext cx="952182" cy="1686392"/>
                  </a:xfrm>
                  <a:prstGeom prst="arc">
                    <a:avLst/>
                  </a:prstGeom>
                  <a:ln w="38100"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2298E6EC-DC03-4221-BFB2-3310853A84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156270" y="2549381"/>
                    <a:ext cx="430811" cy="0"/>
                  </a:xfrm>
                  <a:prstGeom prst="line">
                    <a:avLst/>
                  </a:prstGeom>
                  <a:ln w="38100">
                    <a:solidFill>
                      <a:srgbClr val="00B0F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24C20590-9564-4E1A-B157-D4DB7A68A7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577834" y="2534391"/>
                    <a:ext cx="430811" cy="0"/>
                  </a:xfrm>
                  <a:prstGeom prst="line">
                    <a:avLst/>
                  </a:prstGeom>
                  <a:ln w="38100">
                    <a:solidFill>
                      <a:srgbClr val="00B0F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" name="Arc 101">
                    <a:extLst>
                      <a:ext uri="{FF2B5EF4-FFF2-40B4-BE49-F238E27FC236}">
                        <a16:creationId xmlns:a16="http://schemas.microsoft.com/office/drawing/2014/main" id="{F609FA30-4DA7-4A07-BDC4-24ACFD4E48ED}"/>
                      </a:ext>
                    </a:extLst>
                  </p:cNvPr>
                  <p:cNvSpPr/>
                  <p:nvPr/>
                </p:nvSpPr>
                <p:spPr>
                  <a:xfrm flipH="1">
                    <a:off x="6583182" y="1695042"/>
                    <a:ext cx="952182" cy="1686392"/>
                  </a:xfrm>
                  <a:prstGeom prst="arc">
                    <a:avLst>
                      <a:gd name="adj1" fmla="val 17647949"/>
                      <a:gd name="adj2" fmla="val 0"/>
                    </a:avLst>
                  </a:prstGeom>
                  <a:ln w="38100">
                    <a:solidFill>
                      <a:srgbClr val="00B0F0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sp>
              <p:nvSpPr>
                <p:cNvPr id="104" name="Arc 103">
                  <a:extLst>
                    <a:ext uri="{FF2B5EF4-FFF2-40B4-BE49-F238E27FC236}">
                      <a16:creationId xmlns:a16="http://schemas.microsoft.com/office/drawing/2014/main" id="{642632F8-0468-4379-870B-AA0D1BE15BD9}"/>
                    </a:ext>
                  </a:extLst>
                </p:cNvPr>
                <p:cNvSpPr/>
                <p:nvPr/>
              </p:nvSpPr>
              <p:spPr>
                <a:xfrm flipH="1">
                  <a:off x="7031298" y="620026"/>
                  <a:ext cx="1660953" cy="1990040"/>
                </a:xfrm>
                <a:prstGeom prst="arc">
                  <a:avLst>
                    <a:gd name="adj1" fmla="val 440624"/>
                    <a:gd name="adj2" fmla="val 3343967"/>
                  </a:avLst>
                </a:prstGeom>
                <a:ln w="38100">
                  <a:solidFill>
                    <a:srgbClr val="00B0F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C86EE62-D2EB-401D-B0C6-BA6A5B597FDE}"/>
                </a:ext>
              </a:extLst>
            </p:cNvPr>
            <p:cNvCxnSpPr>
              <a:cxnSpLocks/>
              <a:stCxn id="51" idx="3"/>
            </p:cNvCxnSpPr>
            <p:nvPr/>
          </p:nvCxnSpPr>
          <p:spPr>
            <a:xfrm flipH="1">
              <a:off x="7782343" y="861315"/>
              <a:ext cx="1249085" cy="1101674"/>
            </a:xfrm>
            <a:prstGeom prst="line">
              <a:avLst/>
            </a:prstGeom>
            <a:ln w="38100">
              <a:solidFill>
                <a:srgbClr val="002060"/>
              </a:solidFill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E709D35-D3C0-42BC-B988-2FF3430A11CB}"/>
                </a:ext>
              </a:extLst>
            </p:cNvPr>
            <p:cNvSpPr txBox="1"/>
            <p:nvPr/>
          </p:nvSpPr>
          <p:spPr>
            <a:xfrm>
              <a:off x="3887412" y="4020"/>
              <a:ext cx="42947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Đường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hao</a:t>
              </a:r>
              <a:endPara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8DF84F32-6348-4F60-A015-5DE873988DCE}"/>
                </a:ext>
              </a:extLst>
            </p:cNvPr>
            <p:cNvSpPr txBox="1"/>
            <p:nvPr/>
          </p:nvSpPr>
          <p:spPr>
            <a:xfrm>
              <a:off x="3397653" y="2727688"/>
              <a:ext cx="179417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Xung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chữ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nhật</a:t>
              </a:r>
              <a:endPara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4EA8CF0-800E-4D41-90EE-D6F80FE7CD2E}"/>
                </a:ext>
              </a:extLst>
            </p:cNvPr>
            <p:cNvSpPr txBox="1"/>
            <p:nvPr/>
          </p:nvSpPr>
          <p:spPr>
            <a:xfrm>
              <a:off x="6325210" y="2730037"/>
              <a:ext cx="24393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Xung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bị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méo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dạng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do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tán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tần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endPara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8D593887-1CC6-47B4-911C-23A78DF8CB58}"/>
                    </a:ext>
                  </a:extLst>
                </p:cNvPr>
                <p:cNvSpPr txBox="1"/>
                <p:nvPr/>
              </p:nvSpPr>
              <p:spPr>
                <a:xfrm>
                  <a:off x="1553879" y="3077727"/>
                  <a:ext cx="1794179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8D593887-1CC6-47B4-911C-23A78DF8C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3879" y="3077727"/>
                  <a:ext cx="1794179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0887F53C-1073-4B9B-89EB-36A3F5BF0540}"/>
                    </a:ext>
                  </a:extLst>
                </p:cNvPr>
                <p:cNvSpPr txBox="1"/>
                <p:nvPr/>
              </p:nvSpPr>
              <p:spPr>
                <a:xfrm>
                  <a:off x="1646354" y="1340132"/>
                  <a:ext cx="1794179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0887F53C-1073-4B9B-89EB-36A3F5BF05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6354" y="1340132"/>
                  <a:ext cx="1794179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4394BBBF-AE43-4D40-9DE9-A109EAD0D72A}"/>
                    </a:ext>
                  </a:extLst>
                </p:cNvPr>
                <p:cNvSpPr txBox="1"/>
                <p:nvPr/>
              </p:nvSpPr>
              <p:spPr>
                <a:xfrm>
                  <a:off x="8670389" y="1776172"/>
                  <a:ext cx="1794179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4394BBBF-AE43-4D40-9DE9-A109EAD0D7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0389" y="1776172"/>
                  <a:ext cx="1794179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357476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899137"/>
            <a:ext cx="10772775" cy="4846320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ghép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/>
              <p:nvPr/>
            </p:nvSpPr>
            <p:spPr>
              <a:xfrm>
                <a:off x="6399809" y="4436409"/>
                <a:ext cx="2913170" cy="110966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𝐿𝐶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809" y="4436409"/>
                <a:ext cx="2913170" cy="1109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BC97AD-D1B7-499A-8A4D-83544706E7C7}"/>
                  </a:ext>
                </a:extLst>
              </p:cNvPr>
              <p:cNvSpPr txBox="1"/>
              <p:nvPr/>
            </p:nvSpPr>
            <p:spPr>
              <a:xfrm>
                <a:off x="2111836" y="4624345"/>
                <a:ext cx="2877903" cy="64286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BC97AD-D1B7-499A-8A4D-83544706E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836" y="4624345"/>
                <a:ext cx="2877903" cy="6428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829EEB-19E8-4DF1-96B4-9B73C5C0FD74}"/>
              </a:ext>
            </a:extLst>
          </p:cNvPr>
          <p:cNvCxnSpPr/>
          <p:nvPr/>
        </p:nvCxnSpPr>
        <p:spPr>
          <a:xfrm>
            <a:off x="5108115" y="4956688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A7202B5B-B257-4484-8577-C80ECE8B6F9C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1076049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c.Vận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6892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109663"/>
          </a:xfrm>
          <a:solidFill>
            <a:srgbClr val="8AE2C7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d.Hằng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618940"/>
                <a:ext cx="10772775" cy="3419073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thiết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618940"/>
                <a:ext cx="10772775" cy="3419073"/>
              </a:xfrm>
              <a:blipFill>
                <a:blip r:embed="rId2"/>
                <a:stretch>
                  <a:fillRect l="-1302" t="-3929" r="-1415" b="-73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/>
              <p:nvPr/>
            </p:nvSpPr>
            <p:spPr>
              <a:xfrm>
                <a:off x="4749746" y="3280459"/>
                <a:ext cx="2338525" cy="117070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𝜏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746" y="3280459"/>
                <a:ext cx="2338525" cy="11707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CD1336-FDFF-4A7D-90B1-E23F3DA6757E}"/>
                  </a:ext>
                </a:extLst>
              </p:cNvPr>
              <p:cNvSpPr txBox="1"/>
              <p:nvPr/>
            </p:nvSpPr>
            <p:spPr>
              <a:xfrm>
                <a:off x="5108140" y="5053613"/>
                <a:ext cx="2071785" cy="110966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𝐿𝐶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CD1336-FDFF-4A7D-90B1-E23F3DA67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140" y="5053613"/>
                <a:ext cx="2071785" cy="1109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67285E-1B84-4D10-B698-63529A5CA4F7}"/>
                  </a:ext>
                </a:extLst>
              </p:cNvPr>
              <p:cNvSpPr txBox="1"/>
              <p:nvPr/>
            </p:nvSpPr>
            <p:spPr>
              <a:xfrm>
                <a:off x="820167" y="5241549"/>
                <a:ext cx="2877903" cy="64286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67285E-1B84-4D10-B698-63529A5CA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67" y="5241549"/>
                <a:ext cx="2877903" cy="6428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423B25-32E2-412C-9277-598C90BC4E84}"/>
              </a:ext>
            </a:extLst>
          </p:cNvPr>
          <p:cNvCxnSpPr/>
          <p:nvPr/>
        </p:nvCxnSpPr>
        <p:spPr>
          <a:xfrm>
            <a:off x="3816446" y="5573892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062D85-1639-4928-BAE8-2CAD0E5889E8}"/>
                  </a:ext>
                </a:extLst>
              </p:cNvPr>
              <p:cNvSpPr txBox="1"/>
              <p:nvPr/>
            </p:nvSpPr>
            <p:spPr>
              <a:xfrm>
                <a:off x="8547983" y="4977630"/>
                <a:ext cx="2802370" cy="116070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𝜏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062D85-1639-4928-BAE8-2CAD0E588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983" y="4977630"/>
                <a:ext cx="2802370" cy="11607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07F2650-2731-4114-8A8E-CACC00C12A3B}"/>
              </a:ext>
            </a:extLst>
          </p:cNvPr>
          <p:cNvCxnSpPr/>
          <p:nvPr/>
        </p:nvCxnSpPr>
        <p:spPr>
          <a:xfrm>
            <a:off x="7253752" y="5581050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9823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>
              <a:buFont typeface="+mj-lt"/>
              <a:buAutoNum type="arabicPeriod" startAt="3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495075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37476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9164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528998"/>
            <a:ext cx="10772776" cy="5329002"/>
          </a:xfrm>
        </p:spPr>
        <p:txBody>
          <a:bodyPr anchor="ctr">
            <a:noAutofit/>
          </a:bodyPr>
          <a:lstStyle/>
          <a:p>
            <a:pPr algn="just"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sz="3200" i="0" dirty="0">
                <a:solidFill>
                  <a:schemeClr val="tx1"/>
                </a:solidFill>
                <a:effectLst/>
                <a:latin typeface="TimesNewRoman"/>
              </a:rPr>
              <a:t>Hiệu ứng da </a:t>
            </a:r>
            <a:r>
              <a:rPr lang="vi-VN" sz="3200" b="0" i="0" dirty="0">
                <a:solidFill>
                  <a:schemeClr val="tx1"/>
                </a:solidFill>
                <a:effectLst/>
                <a:latin typeface="TimesNewRoman"/>
              </a:rPr>
              <a:t>xảy ra khi tần số tín hiệu tăng lên vùng cao,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vi-VN" sz="3200" b="0" i="0" dirty="0">
                <a:solidFill>
                  <a:srgbClr val="0070C0"/>
                </a:solidFill>
                <a:effectLst/>
                <a:latin typeface="TimesNewRoman"/>
              </a:rPr>
              <a:t>dòng điện tín hiệu chảy qua tiết diện dây dẫn không còn</a:t>
            </a:r>
            <a:r>
              <a:rPr lang="en-GB" sz="3200" b="0" i="0" dirty="0">
                <a:solidFill>
                  <a:srgbClr val="0070C0"/>
                </a:solidFill>
                <a:effectLst/>
                <a:latin typeface="TimesNewRoman"/>
              </a:rPr>
              <a:t> </a:t>
            </a:r>
            <a:r>
              <a:rPr lang="vi-VN" sz="3200" b="0" i="0" dirty="0">
                <a:solidFill>
                  <a:srgbClr val="0070C0"/>
                </a:solidFill>
                <a:effectLst/>
                <a:latin typeface="TimesNewRoman"/>
              </a:rPr>
              <a:t>phân bố đều </a:t>
            </a:r>
            <a:r>
              <a:rPr lang="vi-VN" sz="3200" b="0" i="0" dirty="0">
                <a:solidFill>
                  <a:schemeClr val="tx1"/>
                </a:solidFill>
                <a:effectLst/>
                <a:latin typeface="TimesNewRoman"/>
              </a:rPr>
              <a:t>trên mặt phẳng tiết diện mà có khuynh hướng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vi-VN" sz="3200" b="0" i="0" dirty="0">
                <a:solidFill>
                  <a:srgbClr val="C00000"/>
                </a:solidFill>
                <a:effectLst/>
                <a:latin typeface="TimesNewRoman"/>
              </a:rPr>
              <a:t>tập trung tại vùng bề mặt chu vi của dây dẫn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.</a:t>
            </a: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/>
              <p:nvPr/>
            </p:nvSpPr>
            <p:spPr>
              <a:xfrm>
                <a:off x="4808240" y="3095173"/>
                <a:ext cx="2470741" cy="102752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240" y="3095173"/>
                <a:ext cx="2470741" cy="10275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76429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D4BBAA4-5350-4225-A232-680E7C33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574B87-291D-42D5-849E-368485E04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81" y="5068588"/>
            <a:ext cx="10923638" cy="963639"/>
          </a:xfr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BB8A1B-F478-46E3-B3D4-FC7E87D51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42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Diagram, engineering drawing&#10;&#10;Description automatically generated">
            <a:extLst>
              <a:ext uri="{FF2B5EF4-FFF2-40B4-BE49-F238E27FC236}">
                <a16:creationId xmlns:a16="http://schemas.microsoft.com/office/drawing/2014/main" id="{C8A4938B-5534-4952-9465-7C517918E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26" y="0"/>
            <a:ext cx="4803699" cy="4242815"/>
          </a:xfrm>
          <a:prstGeom prst="rect">
            <a:avLst/>
          </a:prstGeom>
        </p:spPr>
      </p:pic>
      <p:pic>
        <p:nvPicPr>
          <p:cNvPr id="10" name="Picture 9" descr="Shape, rectangle&#10;&#10;Description automatically generated">
            <a:extLst>
              <a:ext uri="{FF2B5EF4-FFF2-40B4-BE49-F238E27FC236}">
                <a16:creationId xmlns:a16="http://schemas.microsoft.com/office/drawing/2014/main" id="{C8B86335-5AC4-494D-8B4D-2759C5FFC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062" y="0"/>
            <a:ext cx="354330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026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800665"/>
                <a:ext cx="10772775" cy="4895558"/>
              </a:xfrm>
            </p:spPr>
            <p:txBody>
              <a:bodyPr anchor="ctr">
                <a:noAutofit/>
              </a:bodyPr>
              <a:lstStyle/>
              <a:p>
                <a:pPr marL="0" indent="0" algn="just">
                  <a:buNone/>
                </a:pP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Bề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dày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 </a:t>
                </a:r>
                <a14:m>
                  <m:oMath xmlns:m="http://schemas.openxmlformats.org/officeDocument/2006/math">
                    <m:r>
                      <a:rPr lang="en-GB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−7</m:t>
                        </m:r>
                      </m:sup>
                    </m:sSup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thẩm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tuyệt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điện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32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GB" sz="32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GB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𝐻𝑧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800665"/>
                <a:ext cx="10772775" cy="4895558"/>
              </a:xfrm>
              <a:blipFill>
                <a:blip r:embed="rId2"/>
                <a:stretch>
                  <a:fillRect l="-1471" b="-7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/>
              <p:nvPr/>
            </p:nvSpPr>
            <p:spPr>
              <a:xfrm>
                <a:off x="5017211" y="3068968"/>
                <a:ext cx="2157578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𝜇𝜎𝜔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211" y="3068968"/>
                <a:ext cx="2157578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DD9697C7-35D6-418B-9928-913AE93ED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9164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3084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13231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2053752"/>
                <a:ext cx="10772775" cy="4304715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vi-VN" sz="32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rong điều kiện lý tưởng</a:t>
                </a:r>
                <a:r>
                  <a:rPr lang="vi-VN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i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lớp điện môi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i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 cách giữa hai lớp dây dẫn của đường truyền sóng </a:t>
                </a:r>
                <a:r>
                  <a:rPr lang="vi-VN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i="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cách điện hoàn toàn</a:t>
                </a:r>
                <a:r>
                  <a:rPr lang="en-GB" sz="3200" i="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lớp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vi-VN" sz="32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rong thực tế</a:t>
                </a:r>
                <a:r>
                  <a:rPr lang="vi-VN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vẫn </a:t>
                </a:r>
                <a:r>
                  <a:rPr lang="vi-VN" sz="3200" i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 xét đến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i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 trở hữu hạn của lớp điện môi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đánh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tuyến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2053752"/>
                <a:ext cx="10772775" cy="4304715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65478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619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GB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endParaRPr lang="en-GB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2053752"/>
            <a:ext cx="10772775" cy="4304715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ổn hao do bức xạ sóng (ở tần số rất cao)</a:t>
            </a: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ổn hao do cấu trúc không đồng nhất của đường dây (dây bị gấp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khúc, chổ kết nối các đường dây, các linh kiện ghép thêm trên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 dây hoặc các tác dụng ký sinh…..)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72538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74571"/>
            <a:ext cx="10772775" cy="1792013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algn="ctr">
              <a:buFont typeface="+mj-lt"/>
              <a:buAutoNum type="arabicPeriod" startAt="4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2879737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𝜞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sub>
                    </m:sSub>
                    <m:d>
                      <m:d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tỉ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tại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2879737"/>
              </a:xfrm>
              <a:blipFill>
                <a:blip r:embed="rId2"/>
                <a:stretch>
                  <a:fillRect l="-124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CC6CEE-5317-473D-9569-F5BB62C9D53C}"/>
                  </a:ext>
                </a:extLst>
              </p:cNvPr>
              <p:cNvSpPr txBox="1"/>
              <p:nvPr/>
            </p:nvSpPr>
            <p:spPr>
              <a:xfrm>
                <a:off x="3100946" y="2906935"/>
                <a:ext cx="5885329" cy="61824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CC6CEE-5317-473D-9569-F5BB62C9D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946" y="2906935"/>
                <a:ext cx="5885329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/>
              <p:nvPr/>
            </p:nvSpPr>
            <p:spPr>
              <a:xfrm>
                <a:off x="3137718" y="4862056"/>
                <a:ext cx="5811784" cy="121969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7718" y="4862056"/>
                <a:ext cx="5811784" cy="12196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99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𝒍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GB" sz="3200" b="1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  <m:r>
                      <a:rPr lang="en-GB" sz="3200" b="1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GB" sz="3200" b="1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7" t="-22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/>
              <p:nvPr/>
            </p:nvSpPr>
            <p:spPr>
              <a:xfrm>
                <a:off x="882107" y="4570454"/>
                <a:ext cx="10668626" cy="10973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.(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107" y="4570454"/>
                <a:ext cx="10668626" cy="10973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9CD219-85BC-4EF0-B202-50E158BE671F}"/>
                  </a:ext>
                </a:extLst>
              </p:cNvPr>
              <p:cNvSpPr txBox="1"/>
              <p:nvPr/>
            </p:nvSpPr>
            <p:spPr>
              <a:xfrm>
                <a:off x="4397778" y="2791094"/>
                <a:ext cx="3384453" cy="10973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9CD219-85BC-4EF0-B202-50E158BE6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778" y="2791094"/>
                <a:ext cx="3384453" cy="10973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/>
              <p:nvPr/>
            </p:nvSpPr>
            <p:spPr>
              <a:xfrm>
                <a:off x="1756668" y="5897815"/>
                <a:ext cx="4262962" cy="61824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668" y="5897815"/>
                <a:ext cx="4262962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F1AAF1-B8E2-4F24-ADDC-853F87CC1625}"/>
              </a:ext>
            </a:extLst>
          </p:cNvPr>
          <p:cNvCxnSpPr/>
          <p:nvPr/>
        </p:nvCxnSpPr>
        <p:spPr>
          <a:xfrm>
            <a:off x="381628" y="6206938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098E52A9-1923-4025-B659-7906F3E72436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8857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sup>
                    </m:sSup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phụ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sup>
                    </m:sSup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module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tỉ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âm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vi-VN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di chuyển trên đường truyền sóng từ tải về phía nguồn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 khoảng cách </a:t>
                </a:r>
                <a14:m>
                  <m:oMath xmlns:m="http://schemas.openxmlformats.org/officeDocument/2006/math">
                    <m:r>
                      <a:rPr lang="en-GB" sz="32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vi-V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hệ số phản xạ điện áp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GB" sz="32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 di chuyển trên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 quỹ tích hình xo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áy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ốc</a:t>
                </a:r>
                <a:r>
                  <a:rPr lang="vi-V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trong mặt phẳng phức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  <a:blipFill>
                <a:blip r:embed="rId2"/>
                <a:stretch>
                  <a:fillRect l="-1417" t="-1761" r="-1417" b="-8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/>
              <p:nvPr/>
            </p:nvSpPr>
            <p:spPr>
              <a:xfrm>
                <a:off x="4576773" y="2675610"/>
                <a:ext cx="4957190" cy="60792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773" y="2675610"/>
                <a:ext cx="4957190" cy="6079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F1AAF1-B8E2-4F24-ADDC-853F87CC1625}"/>
              </a:ext>
            </a:extLst>
          </p:cNvPr>
          <p:cNvCxnSpPr/>
          <p:nvPr/>
        </p:nvCxnSpPr>
        <p:spPr>
          <a:xfrm>
            <a:off x="3142473" y="2979571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688188-E5E7-47F1-958C-225D4FD3080F}"/>
                  </a:ext>
                </a:extLst>
              </p:cNvPr>
              <p:cNvSpPr txBox="1"/>
              <p:nvPr/>
            </p:nvSpPr>
            <p:spPr>
              <a:xfrm>
                <a:off x="2162818" y="2011680"/>
                <a:ext cx="4238276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688188-E5E7-47F1-958C-225D4FD30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818" y="2011680"/>
                <a:ext cx="423827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CAFFB7CD-E318-4407-8CC4-9A1B1E738209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8594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8C9AEAFE-E848-4247-A173-6B1E47319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5" y="175899"/>
            <a:ext cx="7041341" cy="65061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6EA1A26-163F-4F15-91F4-F2C51AC9C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97923" y="323859"/>
                <a:ext cx="4352145" cy="6210281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Quỹ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tích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xuất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phát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từ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điểm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hệ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số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phản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xạ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điện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áp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tại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tải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và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7030A0"/>
                    </a:solidFill>
                    <a:effectLst/>
                    <a:latin typeface="TimesNewRoman"/>
                  </a:rPr>
                  <a:t>xoay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7030A0"/>
                    </a:solidFill>
                    <a:effectLst/>
                    <a:latin typeface="TimesNewRoman"/>
                  </a:rPr>
                  <a:t>theo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7030A0"/>
                    </a:solidFill>
                    <a:effectLst/>
                    <a:latin typeface="TimesNewRoman"/>
                  </a:rPr>
                  <a:t>chiều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7030A0"/>
                    </a:solidFill>
                    <a:effectLst/>
                    <a:latin typeface="TimesNewRoman"/>
                  </a:rPr>
                  <a:t>kim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7030A0"/>
                    </a:solidFill>
                    <a:effectLst/>
                    <a:latin typeface="TimesNewRoman"/>
                  </a:rPr>
                  <a:t>đồng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7030A0"/>
                    </a:solidFill>
                    <a:effectLst/>
                    <a:latin typeface="TimesNewRoman"/>
                  </a:rPr>
                  <a:t>hồ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(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đi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về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phía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nguồn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) </a:t>
                </a:r>
                <a:r>
                  <a:rPr lang="en-GB" sz="3200" i="0" dirty="0">
                    <a:solidFill>
                      <a:srgbClr val="00B050"/>
                    </a:solidFill>
                    <a:effectLst/>
                    <a:latin typeface="TimesNewRoman"/>
                  </a:rPr>
                  <a:t>một </a:t>
                </a:r>
                <a:r>
                  <a:rPr lang="en-GB" sz="3200" i="0" dirty="0" err="1">
                    <a:solidFill>
                      <a:srgbClr val="00B050"/>
                    </a:solidFill>
                    <a:effectLst/>
                    <a:latin typeface="TimesNewRoman"/>
                  </a:rPr>
                  <a:t>góc</a:t>
                </a:r>
                <a:r>
                  <a:rPr lang="en-GB" sz="3200" i="0" dirty="0">
                    <a:solidFill>
                      <a:srgbClr val="00B050"/>
                    </a:solidFill>
                    <a:effectLst/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GB" sz="3200" b="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GB" sz="3200" b="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NewRoman"/>
                  </a:rPr>
                  <a:t> </a:t>
                </a:r>
                <a:r>
                  <a:rPr lang="en-GB" sz="3200" i="0" dirty="0">
                    <a:solidFill>
                      <a:srgbClr val="0070C0"/>
                    </a:solidFill>
                    <a:effectLst/>
                    <a:latin typeface="TimesNewRoman"/>
                  </a:rPr>
                  <a:t>với </a:t>
                </a:r>
                <a:r>
                  <a:rPr lang="en-GB" sz="3200" i="0" dirty="0" err="1">
                    <a:solidFill>
                      <a:srgbClr val="0070C0"/>
                    </a:solidFill>
                    <a:effectLst/>
                    <a:latin typeface="TimesNewRoman"/>
                  </a:rPr>
                  <a:t>suy</a:t>
                </a:r>
                <a:r>
                  <a:rPr lang="en-GB" sz="3200" i="0" dirty="0">
                    <a:solidFill>
                      <a:srgbClr val="0070C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0070C0"/>
                    </a:solidFill>
                    <a:effectLst/>
                    <a:latin typeface="TimesNewRoman"/>
                  </a:rPr>
                  <a:t>giảm</a:t>
                </a:r>
                <a:r>
                  <a:rPr lang="en-GB" sz="3200" i="0" dirty="0">
                    <a:solidFill>
                      <a:srgbClr val="0070C0"/>
                    </a:solidFill>
                    <a:effectLst/>
                    <a:latin typeface="TimesNewRoman"/>
                  </a:rPr>
                  <a:t> module </a:t>
                </a:r>
                <a:r>
                  <a:rPr lang="en-GB" sz="3200" i="0" dirty="0" err="1">
                    <a:solidFill>
                      <a:srgbClr val="0070C0"/>
                    </a:solidFill>
                    <a:effectLst/>
                    <a:latin typeface="TimesNewRoman"/>
                  </a:rPr>
                  <a:t>của</a:t>
                </a:r>
                <a:r>
                  <a:rPr lang="en-GB" sz="3200" i="0" dirty="0">
                    <a:solidFill>
                      <a:srgbClr val="0070C0"/>
                    </a:solidFill>
                    <a:effectLst/>
                    <a:latin typeface="TimesNewRoman"/>
                  </a:rPr>
                  <a:t>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GB" sz="3200" b="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i="0" dirty="0">
                    <a:solidFill>
                      <a:srgbClr val="0070C0"/>
                    </a:solidFill>
                    <a:effectLst/>
                    <a:latin typeface="TimesNewRoman"/>
                  </a:rPr>
                  <a:t> bởi </a:t>
                </a:r>
                <a:r>
                  <a:rPr lang="en-GB" sz="3200" i="0" dirty="0" err="1">
                    <a:solidFill>
                      <a:srgbClr val="0070C0"/>
                    </a:solidFill>
                    <a:effectLst/>
                    <a:latin typeface="TimesNewRoman"/>
                  </a:rPr>
                  <a:t>hệ</a:t>
                </a:r>
                <a:r>
                  <a:rPr lang="en-GB" sz="3200" i="0" dirty="0">
                    <a:solidFill>
                      <a:srgbClr val="0070C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0070C0"/>
                    </a:solidFill>
                    <a:effectLst/>
                    <a:latin typeface="TimesNewRoman"/>
                  </a:rPr>
                  <a:t>số</a:t>
                </a:r>
                <a:r>
                  <a:rPr lang="en-GB" sz="3200" i="0" dirty="0">
                    <a:solidFill>
                      <a:srgbClr val="0070C0"/>
                    </a:solidFill>
                    <a:effectLst/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3200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  <m:r>
                          <a:rPr lang="en-GB" sz="3200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GB" sz="3200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97923" y="323859"/>
                <a:ext cx="4352145" cy="6210281"/>
              </a:xfrm>
              <a:blipFill>
                <a:blip r:embed="rId3"/>
                <a:stretch>
                  <a:fillRect l="-3641" r="-35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880B582-A557-46C4-8CC1-6A9D50737454}"/>
              </a:ext>
            </a:extLst>
          </p:cNvPr>
          <p:cNvSpPr txBox="1"/>
          <p:nvPr/>
        </p:nvSpPr>
        <p:spPr>
          <a:xfrm>
            <a:off x="6059453" y="4173434"/>
            <a:ext cx="12300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endParaRPr lang="en-GB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96BEAE-4735-4F40-9F11-309B32F617E7}"/>
              </a:ext>
            </a:extLst>
          </p:cNvPr>
          <p:cNvSpPr txBox="1"/>
          <p:nvPr/>
        </p:nvSpPr>
        <p:spPr>
          <a:xfrm>
            <a:off x="3224277" y="604412"/>
            <a:ext cx="2771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endParaRPr lang="en-GB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C5F70C-CF45-4A06-9CA5-D67B553C3E42}"/>
                  </a:ext>
                </a:extLst>
              </p:cNvPr>
              <p:cNvSpPr txBox="1"/>
              <p:nvPr/>
            </p:nvSpPr>
            <p:spPr>
              <a:xfrm>
                <a:off x="1647427" y="305045"/>
                <a:ext cx="27716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𝐼𝑚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C5F70C-CF45-4A06-9CA5-D67B553C3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427" y="305045"/>
                <a:ext cx="277167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EDA974-CC8B-4134-9E16-ED8A049FCB96}"/>
                  </a:ext>
                </a:extLst>
              </p:cNvPr>
              <p:cNvSpPr txBox="1"/>
              <p:nvPr/>
            </p:nvSpPr>
            <p:spPr>
              <a:xfrm>
                <a:off x="5652299" y="3698820"/>
                <a:ext cx="27716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EDA974-CC8B-4134-9E16-ED8A049FC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299" y="3698820"/>
                <a:ext cx="277167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4D1A0F-AAB8-4A7E-8F95-BC38D75F67B7}"/>
                  </a:ext>
                </a:extLst>
              </p:cNvPr>
              <p:cNvSpPr txBox="1"/>
              <p:nvPr/>
            </p:nvSpPr>
            <p:spPr>
              <a:xfrm>
                <a:off x="4710161" y="1822865"/>
                <a:ext cx="27716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4D1A0F-AAB8-4A7E-8F95-BC38D75F6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161" y="1822865"/>
                <a:ext cx="277167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6D4803-1878-4EF1-899C-103BA51C0ADD}"/>
                  </a:ext>
                </a:extLst>
              </p:cNvPr>
              <p:cNvSpPr txBox="1"/>
              <p:nvPr/>
            </p:nvSpPr>
            <p:spPr>
              <a:xfrm>
                <a:off x="4348139" y="5278410"/>
                <a:ext cx="27716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6D4803-1878-4EF1-899C-103BA51C0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139" y="5278410"/>
                <a:ext cx="277167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A93AB0-5F14-4E17-9D68-DD8039E7B309}"/>
                  </a:ext>
                </a:extLst>
              </p:cNvPr>
              <p:cNvSpPr txBox="1"/>
              <p:nvPr/>
            </p:nvSpPr>
            <p:spPr>
              <a:xfrm>
                <a:off x="5393560" y="2836153"/>
                <a:ext cx="27716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A93AB0-5F14-4E17-9D68-DD8039E7B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560" y="2836153"/>
                <a:ext cx="277167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954D08-7EE0-492D-B2BC-25B872EE5850}"/>
                  </a:ext>
                </a:extLst>
              </p:cNvPr>
              <p:cNvSpPr txBox="1"/>
              <p:nvPr/>
            </p:nvSpPr>
            <p:spPr>
              <a:xfrm>
                <a:off x="-381021" y="814870"/>
                <a:ext cx="32126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Quỹ </a:t>
                </a:r>
                <a:r>
                  <a:rPr lang="en-GB" sz="3200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GB" sz="32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954D08-7EE0-492D-B2BC-25B872EE5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1021" y="814870"/>
                <a:ext cx="3212600" cy="1077218"/>
              </a:xfrm>
              <a:prstGeom prst="rect">
                <a:avLst/>
              </a:prstGeom>
              <a:blipFill>
                <a:blip r:embed="rId9"/>
                <a:stretch>
                  <a:fillRect t="-7955" b="-17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8C63FF3-F902-485C-8BDB-C5AEA6B5D4C4}"/>
                  </a:ext>
                </a:extLst>
              </p:cNvPr>
              <p:cNvSpPr txBox="1"/>
              <p:nvPr/>
            </p:nvSpPr>
            <p:spPr>
              <a:xfrm>
                <a:off x="-63457" y="1884134"/>
                <a:ext cx="1487795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Quỹ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GB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8C63FF3-F902-485C-8BDB-C5AEA6B5D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457" y="1884134"/>
                <a:ext cx="1487795" cy="2062103"/>
              </a:xfrm>
              <a:prstGeom prst="rect">
                <a:avLst/>
              </a:prstGeom>
              <a:blipFill>
                <a:blip r:embed="rId10"/>
                <a:stretch>
                  <a:fillRect l="-10246" t="-4142" r="-9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8761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 sóng không tổn hao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Quỹ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lúc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</m:d>
                    <m:r>
                      <a:rPr lang="en-GB" sz="3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di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GB" sz="3200" b="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  <a:blipFill>
                <a:blip r:embed="rId2"/>
                <a:stretch>
                  <a:fillRect l="-141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/>
              <p:nvPr/>
            </p:nvSpPr>
            <p:spPr>
              <a:xfrm>
                <a:off x="4079355" y="2989315"/>
                <a:ext cx="3924344" cy="60792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355" y="2989315"/>
                <a:ext cx="3924344" cy="6079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5A2F0428-EC77-4967-8783-0CDB92787ACE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6243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 pha của </a:t>
                </a:r>
                <a:r>
                  <a:rPr lang="vi-V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số phản xạ điện áp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 một lượng </a:t>
                </a:r>
                <a14:m>
                  <m:oMath xmlns:m="http://schemas.openxmlformats.org/officeDocument/2006/math">
                    <m:r>
                      <a:rPr lang="en-GB" sz="3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 một vòng tròn quanh gốc tọa độ)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di chuyển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 cách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bằng một nửa lần bước sóng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 xoay của góc pha là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 chiều kim đồng hồ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ta di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 về phía 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 chiều kim đồng hồ </a:t>
                </a:r>
                <a:r>
                  <a:rPr lang="vi-VN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di chuyển về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 tải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 đường truyền sóng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  <a:blipFill>
                <a:blip r:embed="rId2"/>
                <a:stretch>
                  <a:fillRect l="-1247" r="-1417" b="-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/>
              <p:nvPr/>
            </p:nvSpPr>
            <p:spPr>
              <a:xfrm>
                <a:off x="3865931" y="3894728"/>
                <a:ext cx="4355359" cy="111030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/2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931" y="3894728"/>
                <a:ext cx="4355359" cy="11103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2E4C48E8-2CE1-4BC7-8AF7-04BD0FC58A3D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450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1"/>
                <a:ext cx="10753725" cy="3084976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𝜞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tỉ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1"/>
                <a:ext cx="10753725" cy="3084976"/>
              </a:xfrm>
              <a:blipFill>
                <a:blip r:embed="rId2"/>
                <a:stretch>
                  <a:fillRect l="-124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CC6CEE-5317-473D-9569-F5BB62C9D53C}"/>
                  </a:ext>
                </a:extLst>
              </p:cNvPr>
              <p:cNvSpPr txBox="1"/>
              <p:nvPr/>
            </p:nvSpPr>
            <p:spPr>
              <a:xfrm>
                <a:off x="3253523" y="3010020"/>
                <a:ext cx="5684953" cy="61824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CC6CEE-5317-473D-9569-F5BB62C9D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523" y="3010020"/>
                <a:ext cx="5684953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/>
              <p:nvPr/>
            </p:nvSpPr>
            <p:spPr>
              <a:xfrm>
                <a:off x="3228065" y="5015060"/>
                <a:ext cx="5650906" cy="121969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065" y="5015060"/>
                <a:ext cx="5650906" cy="12196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285C05CB-7BF2-4C48-A981-D892CA7973C5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9861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endParaRPr lang="en-GB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D943A-9626-4FAF-BB68-FE21559A8930}"/>
                  </a:ext>
                </a:extLst>
              </p:cNvPr>
              <p:cNvSpPr txBox="1"/>
              <p:nvPr/>
            </p:nvSpPr>
            <p:spPr>
              <a:xfrm>
                <a:off x="4521079" y="2623124"/>
                <a:ext cx="2922915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D943A-9626-4FAF-BB68-FE21559A8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079" y="2623124"/>
                <a:ext cx="2922915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93D629BB-16D5-41D3-B4E3-14BC6066A6E0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0478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913204"/>
            <a:ext cx="10753725" cy="484632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       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ngầm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endParaRPr lang="en-GB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/>
              <p:nvPr/>
            </p:nvSpPr>
            <p:spPr>
              <a:xfrm>
                <a:off x="2430556" y="3247607"/>
                <a:ext cx="6603105" cy="190135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556" y="3247607"/>
                <a:ext cx="6603105" cy="19013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76ED10-8F13-4D8C-81DA-84F8ADDBB169}"/>
                  </a:ext>
                </a:extLst>
              </p:cNvPr>
              <p:cNvSpPr txBox="1"/>
              <p:nvPr/>
            </p:nvSpPr>
            <p:spPr>
              <a:xfrm>
                <a:off x="2672332" y="2052418"/>
                <a:ext cx="1624996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76ED10-8F13-4D8C-81DA-84F8ADDBB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332" y="2052418"/>
                <a:ext cx="1624996" cy="1097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4F7DE2-2ACA-4DE5-BC25-BA95E5E4A763}"/>
                  </a:ext>
                </a:extLst>
              </p:cNvPr>
              <p:cNvSpPr txBox="1"/>
              <p:nvPr/>
            </p:nvSpPr>
            <p:spPr>
              <a:xfrm>
                <a:off x="5732109" y="2039816"/>
                <a:ext cx="1984389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4F7DE2-2ACA-4DE5-BC25-BA95E5E4A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109" y="2039816"/>
                <a:ext cx="1984389" cy="10979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D943A-9626-4FAF-BB68-FE21559A8930}"/>
                  </a:ext>
                </a:extLst>
              </p:cNvPr>
              <p:cNvSpPr txBox="1"/>
              <p:nvPr/>
            </p:nvSpPr>
            <p:spPr>
              <a:xfrm>
                <a:off x="3757945" y="5267846"/>
                <a:ext cx="2922915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D943A-9626-4FAF-BB68-FE21559A8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945" y="5267846"/>
                <a:ext cx="292291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52CE18-6297-4192-BE02-20EDE675CFF6}"/>
              </a:ext>
            </a:extLst>
          </p:cNvPr>
          <p:cNvCxnSpPr/>
          <p:nvPr/>
        </p:nvCxnSpPr>
        <p:spPr>
          <a:xfrm>
            <a:off x="1042810" y="4265595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32DBD9-E2EE-47BB-A2A4-14853FDC6B1F}"/>
              </a:ext>
            </a:extLst>
          </p:cNvPr>
          <p:cNvCxnSpPr/>
          <p:nvPr/>
        </p:nvCxnSpPr>
        <p:spPr>
          <a:xfrm>
            <a:off x="2430556" y="5587955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BC9DD960-D4C2-499D-BD20-7D920D13388F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2734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4D7A9ED-F949-4B68-9808-5DFAB9ED329A}"/>
              </a:ext>
            </a:extLst>
          </p:cNvPr>
          <p:cNvSpPr txBox="1">
            <a:spLocks/>
          </p:cNvSpPr>
          <p:nvPr/>
        </p:nvSpPr>
        <p:spPr>
          <a:xfrm>
            <a:off x="709612" y="4818994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53F976B-6AB3-41EA-B6CF-50B5217A2A14}"/>
              </a:ext>
            </a:extLst>
          </p:cNvPr>
          <p:cNvGrpSpPr/>
          <p:nvPr/>
        </p:nvGrpSpPr>
        <p:grpSpPr>
          <a:xfrm>
            <a:off x="141536" y="49948"/>
            <a:ext cx="11709153" cy="4538702"/>
            <a:chOff x="-473628" y="-131591"/>
            <a:chExt cx="11709153" cy="453870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FF643FE-929B-4753-857E-96AD24921328}"/>
                </a:ext>
              </a:extLst>
            </p:cNvPr>
            <p:cNvCxnSpPr/>
            <p:nvPr/>
          </p:nvCxnSpPr>
          <p:spPr>
            <a:xfrm>
              <a:off x="2143591" y="824459"/>
              <a:ext cx="388245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0504446-99FF-4B4A-9702-227894A9B68A}"/>
                </a:ext>
              </a:extLst>
            </p:cNvPr>
            <p:cNvCxnSpPr/>
            <p:nvPr/>
          </p:nvCxnSpPr>
          <p:spPr>
            <a:xfrm>
              <a:off x="2143591" y="4124793"/>
              <a:ext cx="388245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AC55313-8391-4BE8-8BF9-27D04156C3D6}"/>
                </a:ext>
              </a:extLst>
            </p:cNvPr>
            <p:cNvCxnSpPr/>
            <p:nvPr/>
          </p:nvCxnSpPr>
          <p:spPr>
            <a:xfrm>
              <a:off x="6026044" y="1069297"/>
              <a:ext cx="388245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664AB75-D571-4423-91D7-687854D0AF7A}"/>
                </a:ext>
              </a:extLst>
            </p:cNvPr>
            <p:cNvCxnSpPr/>
            <p:nvPr/>
          </p:nvCxnSpPr>
          <p:spPr>
            <a:xfrm>
              <a:off x="6026044" y="3770025"/>
              <a:ext cx="388245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28BEAC-5D6D-4F53-8F46-82020C9CDCAC}"/>
                </a:ext>
              </a:extLst>
            </p:cNvPr>
            <p:cNvCxnSpPr>
              <a:cxnSpLocks/>
            </p:cNvCxnSpPr>
            <p:nvPr/>
          </p:nvCxnSpPr>
          <p:spPr>
            <a:xfrm>
              <a:off x="6026044" y="344776"/>
              <a:ext cx="0" cy="4062335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A2C1450-56F4-45B1-8F5D-36EA5AD7D6A7}"/>
                </a:ext>
              </a:extLst>
            </p:cNvPr>
            <p:cNvSpPr/>
            <p:nvPr/>
          </p:nvSpPr>
          <p:spPr>
            <a:xfrm>
              <a:off x="2053649" y="752459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F017A05-A297-4C1D-96E9-A89A4330E7E4}"/>
                </a:ext>
              </a:extLst>
            </p:cNvPr>
            <p:cNvSpPr/>
            <p:nvPr/>
          </p:nvSpPr>
          <p:spPr>
            <a:xfrm>
              <a:off x="2053649" y="4052793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5BA0FDA-FBC8-41A8-BB36-F66F1A1256CC}"/>
                </a:ext>
              </a:extLst>
            </p:cNvPr>
            <p:cNvSpPr/>
            <p:nvPr/>
          </p:nvSpPr>
          <p:spPr>
            <a:xfrm>
              <a:off x="5954044" y="739514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B4C418-DE63-4452-80A7-D782C533C849}"/>
                </a:ext>
              </a:extLst>
            </p:cNvPr>
            <p:cNvSpPr/>
            <p:nvPr/>
          </p:nvSpPr>
          <p:spPr>
            <a:xfrm>
              <a:off x="5954044" y="986056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2294AEF-4AFA-4454-A915-67EF4FCEF91B}"/>
                </a:ext>
              </a:extLst>
            </p:cNvPr>
            <p:cNvSpPr/>
            <p:nvPr/>
          </p:nvSpPr>
          <p:spPr>
            <a:xfrm>
              <a:off x="5954044" y="3675197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FBA12FA-A0C9-43C1-AEEB-5B3FB32F78B8}"/>
                </a:ext>
              </a:extLst>
            </p:cNvPr>
            <p:cNvSpPr/>
            <p:nvPr/>
          </p:nvSpPr>
          <p:spPr>
            <a:xfrm>
              <a:off x="5954044" y="4042801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2FE302-0A32-469E-9966-2E632788AD2E}"/>
                </a:ext>
              </a:extLst>
            </p:cNvPr>
            <p:cNvSpPr txBox="1"/>
            <p:nvPr/>
          </p:nvSpPr>
          <p:spPr>
            <a:xfrm>
              <a:off x="2197649" y="226739"/>
              <a:ext cx="36679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Đường</a:t>
              </a:r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CCFBE05-31A1-49EC-8E36-D04624686063}"/>
                </a:ext>
              </a:extLst>
            </p:cNvPr>
            <p:cNvSpPr txBox="1"/>
            <p:nvPr/>
          </p:nvSpPr>
          <p:spPr>
            <a:xfrm>
              <a:off x="6312505" y="500311"/>
              <a:ext cx="36679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Đường</a:t>
              </a:r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8001F17-7260-4E0A-8914-C72C192B3952}"/>
                </a:ext>
              </a:extLst>
            </p:cNvPr>
            <p:cNvSpPr txBox="1"/>
            <p:nvPr/>
          </p:nvSpPr>
          <p:spPr>
            <a:xfrm>
              <a:off x="6515724" y="-131591"/>
              <a:ext cx="22381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Mặt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endPara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0FB2B3B-4C51-4E16-81F9-D1CF95B25C46}"/>
                </a:ext>
              </a:extLst>
            </p:cNvPr>
            <p:cNvSpPr txBox="1"/>
            <p:nvPr/>
          </p:nvSpPr>
          <p:spPr>
            <a:xfrm>
              <a:off x="-473628" y="1993613"/>
              <a:ext cx="130195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Nguồn</a:t>
              </a:r>
              <a:endPara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AB677F8-6CD0-4941-825F-D3305C57E838}"/>
                </a:ext>
              </a:extLst>
            </p:cNvPr>
            <p:cNvSpPr txBox="1"/>
            <p:nvPr/>
          </p:nvSpPr>
          <p:spPr>
            <a:xfrm>
              <a:off x="10504235" y="2005570"/>
              <a:ext cx="7312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Tải</a:t>
              </a:r>
              <a:endPara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5B4A245-13BC-46C8-AAEF-24F50EE0155B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 flipH="1">
              <a:off x="6009641" y="160797"/>
              <a:ext cx="506083" cy="30088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A8723EE-E57A-4EAD-8ACA-F14AB3DD301D}"/>
                </a:ext>
              </a:extLst>
            </p:cNvPr>
            <p:cNvCxnSpPr>
              <a:cxnSpLocks/>
            </p:cNvCxnSpPr>
            <p:nvPr/>
          </p:nvCxnSpPr>
          <p:spPr>
            <a:xfrm>
              <a:off x="4880320" y="1426110"/>
              <a:ext cx="98532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68E3C09-3D98-40D6-9920-F3B0FC7AC362}"/>
                </a:ext>
              </a:extLst>
            </p:cNvPr>
            <p:cNvCxnSpPr>
              <a:cxnSpLocks/>
            </p:cNvCxnSpPr>
            <p:nvPr/>
          </p:nvCxnSpPr>
          <p:spPr>
            <a:xfrm>
              <a:off x="6262682" y="1653460"/>
              <a:ext cx="985321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ED6C83F-C499-40DF-AC31-2899660389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0320" y="1700930"/>
              <a:ext cx="942011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08FB20E-9568-4605-B109-46AAAA491B4A}"/>
                </a:ext>
              </a:extLst>
            </p:cNvPr>
            <p:cNvSpPr txBox="1"/>
            <p:nvPr/>
          </p:nvSpPr>
          <p:spPr>
            <a:xfrm>
              <a:off x="2914902" y="867646"/>
              <a:ext cx="287450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tới</a:t>
              </a:r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áp</a:t>
              </a:r>
              <a:endPara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9E665A3-D847-49B0-B421-E1C3002DF17E}"/>
                </a:ext>
              </a:extLst>
            </p:cNvPr>
            <p:cNvSpPr txBox="1"/>
            <p:nvPr/>
          </p:nvSpPr>
          <p:spPr>
            <a:xfrm>
              <a:off x="6229758" y="1063688"/>
              <a:ext cx="347883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áp</a:t>
              </a:r>
              <a:endPara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D273A91-6DAD-4351-931E-375454BC8E5C}"/>
                </a:ext>
              </a:extLst>
            </p:cNvPr>
            <p:cNvCxnSpPr>
              <a:cxnSpLocks/>
            </p:cNvCxnSpPr>
            <p:nvPr/>
          </p:nvCxnSpPr>
          <p:spPr>
            <a:xfrm>
              <a:off x="4901974" y="2942615"/>
              <a:ext cx="98532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D1F5BD4-3A36-4A27-8196-41EE50A7C6A5}"/>
                </a:ext>
              </a:extLst>
            </p:cNvPr>
            <p:cNvCxnSpPr>
              <a:cxnSpLocks/>
            </p:cNvCxnSpPr>
            <p:nvPr/>
          </p:nvCxnSpPr>
          <p:spPr>
            <a:xfrm>
              <a:off x="6284336" y="3169965"/>
              <a:ext cx="985321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57D5B13-C576-49C0-8D85-1F2D6D444E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974" y="3217435"/>
              <a:ext cx="942011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57E723F-823D-4788-B1F1-798769D9FCA9}"/>
                </a:ext>
              </a:extLst>
            </p:cNvPr>
            <p:cNvSpPr txBox="1"/>
            <p:nvPr/>
          </p:nvSpPr>
          <p:spPr>
            <a:xfrm>
              <a:off x="2306756" y="1652172"/>
              <a:ext cx="37192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áp</a:t>
              </a:r>
              <a:endPara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208490F-EEBD-4595-8FB0-771035CF70F2}"/>
                </a:ext>
              </a:extLst>
            </p:cNvPr>
            <p:cNvSpPr txBox="1"/>
            <p:nvPr/>
          </p:nvSpPr>
          <p:spPr>
            <a:xfrm>
              <a:off x="2718728" y="2357839"/>
              <a:ext cx="33073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tới</a:t>
              </a:r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dòng</a:t>
              </a:r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endPara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42B4E1A-57A2-4366-AADA-DC8895685D61}"/>
                </a:ext>
              </a:extLst>
            </p:cNvPr>
            <p:cNvSpPr txBox="1"/>
            <p:nvPr/>
          </p:nvSpPr>
          <p:spPr>
            <a:xfrm>
              <a:off x="6227881" y="3101649"/>
              <a:ext cx="391164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dòng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endPara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77CF32A-56CB-4DA1-A89D-3BEDB456EA17}"/>
                </a:ext>
              </a:extLst>
            </p:cNvPr>
            <p:cNvSpPr txBox="1"/>
            <p:nvPr/>
          </p:nvSpPr>
          <p:spPr>
            <a:xfrm>
              <a:off x="1943900" y="3213529"/>
              <a:ext cx="4152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dòng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endPara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Arrow: Right 46">
              <a:extLst>
                <a:ext uri="{FF2B5EF4-FFF2-40B4-BE49-F238E27FC236}">
                  <a16:creationId xmlns:a16="http://schemas.microsoft.com/office/drawing/2014/main" id="{DAE5A908-A4AC-42C5-B3E7-D40A5830FD21}"/>
                </a:ext>
              </a:extLst>
            </p:cNvPr>
            <p:cNvSpPr/>
            <p:nvPr/>
          </p:nvSpPr>
          <p:spPr>
            <a:xfrm>
              <a:off x="9590401" y="2105713"/>
              <a:ext cx="978408" cy="484632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Arrow: Right 47">
              <a:extLst>
                <a:ext uri="{FF2B5EF4-FFF2-40B4-BE49-F238E27FC236}">
                  <a16:creationId xmlns:a16="http://schemas.microsoft.com/office/drawing/2014/main" id="{F78DF67E-6FA7-43E9-9F36-99D1CF8CBE0F}"/>
                </a:ext>
              </a:extLst>
            </p:cNvPr>
            <p:cNvSpPr/>
            <p:nvPr/>
          </p:nvSpPr>
          <p:spPr>
            <a:xfrm>
              <a:off x="777213" y="2093756"/>
              <a:ext cx="978408" cy="484632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Arrow: Right 48">
              <a:extLst>
                <a:ext uri="{FF2B5EF4-FFF2-40B4-BE49-F238E27FC236}">
                  <a16:creationId xmlns:a16="http://schemas.microsoft.com/office/drawing/2014/main" id="{4EFC40CB-5ED3-49DC-AD8C-27BEA9C9FE1D}"/>
                </a:ext>
              </a:extLst>
            </p:cNvPr>
            <p:cNvSpPr/>
            <p:nvPr/>
          </p:nvSpPr>
          <p:spPr>
            <a:xfrm>
              <a:off x="8162706" y="2211465"/>
              <a:ext cx="978408" cy="484632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5BAFE34-E799-47C0-A2DE-B1BC9E4098BC}"/>
                </a:ext>
              </a:extLst>
            </p:cNvPr>
            <p:cNvSpPr txBox="1"/>
            <p:nvPr/>
          </p:nvSpPr>
          <p:spPr>
            <a:xfrm>
              <a:off x="6009641" y="1889318"/>
              <a:ext cx="260573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Công</a:t>
              </a:r>
              <a:r>
                <a: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suất</a:t>
              </a:r>
              <a:r>
                <a: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endParaRPr lang="en-GB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Arrow: Right 50">
              <a:extLst>
                <a:ext uri="{FF2B5EF4-FFF2-40B4-BE49-F238E27FC236}">
                  <a16:creationId xmlns:a16="http://schemas.microsoft.com/office/drawing/2014/main" id="{0848BA84-1AFE-4F82-B754-3B64A6825E27}"/>
                </a:ext>
              </a:extLst>
            </p:cNvPr>
            <p:cNvSpPr/>
            <p:nvPr/>
          </p:nvSpPr>
          <p:spPr>
            <a:xfrm>
              <a:off x="1879210" y="1151246"/>
              <a:ext cx="978408" cy="484632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239E7C5-7643-456B-B7A6-D813E5A5221F}"/>
                </a:ext>
              </a:extLst>
            </p:cNvPr>
            <p:cNvSpPr txBox="1"/>
            <p:nvPr/>
          </p:nvSpPr>
          <p:spPr>
            <a:xfrm>
              <a:off x="-273855" y="829099"/>
              <a:ext cx="252332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Công</a:t>
              </a:r>
              <a:r>
                <a: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suất</a:t>
              </a:r>
              <a:r>
                <a: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tới</a:t>
              </a:r>
              <a:endParaRPr lang="en-GB" sz="32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C44ED490-5EE0-463E-81AF-B6A431F21AE1}"/>
                </a:ext>
              </a:extLst>
            </p:cNvPr>
            <p:cNvSpPr/>
            <p:nvPr/>
          </p:nvSpPr>
          <p:spPr>
            <a:xfrm rot="10800000">
              <a:off x="1871095" y="2848246"/>
              <a:ext cx="978408" cy="484632"/>
            </a:xfrm>
            <a:prstGeom prst="rightArrow">
              <a:avLst/>
            </a:prstGeom>
            <a:solidFill>
              <a:srgbClr val="A7A861"/>
            </a:solidFill>
            <a:ln>
              <a:solidFill>
                <a:srgbClr val="A7A8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3E5BE54-03C0-472D-8A28-F5F0056501DD}"/>
                </a:ext>
              </a:extLst>
            </p:cNvPr>
            <p:cNvSpPr txBox="1"/>
            <p:nvPr/>
          </p:nvSpPr>
          <p:spPr>
            <a:xfrm>
              <a:off x="-141590" y="2604649"/>
              <a:ext cx="223156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Công</a:t>
              </a:r>
              <a:r>
                <a:rPr lang="en-GB" sz="3200" dirty="0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suất</a:t>
              </a:r>
              <a:r>
                <a:rPr lang="en-GB" sz="3200" dirty="0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GB" sz="3200" dirty="0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endParaRPr lang="en-GB" sz="3200" dirty="0">
                <a:solidFill>
                  <a:srgbClr val="A7A86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45646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9137" y="2592282"/>
                <a:ext cx="10753725" cy="3766185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GB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1+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1+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tục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137" y="2592282"/>
                <a:ext cx="10753725" cy="3766185"/>
              </a:xfrm>
              <a:blipFill>
                <a:blip r:embed="rId2"/>
                <a:stretch>
                  <a:fillRect l="-1304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0900AB6F-5125-473A-BEEB-EEACAB5AAEF8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6714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9137" y="2592282"/>
                <a:ext cx="10753725" cy="3766185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</m:e>
                      <m:sup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137" y="2592282"/>
                <a:ext cx="10753725" cy="3766185"/>
              </a:xfrm>
              <a:blipFill>
                <a:blip r:embed="rId2"/>
                <a:stretch>
                  <a:fillRect l="-13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AEF165ED-8944-4DF7-A9FB-7A67261EF9C7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214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232CE6C-5D1E-4DC9-AB3C-7FB24907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4818994"/>
            <a:ext cx="10772775" cy="1792013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algn="ctr">
              <a:buFont typeface="+mj-lt"/>
              <a:buAutoNum type="arabicPeriod" startAt="4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98FB3F9-073C-4F68-AA6D-363B79F99EBA}"/>
              </a:ext>
            </a:extLst>
          </p:cNvPr>
          <p:cNvGrpSpPr/>
          <p:nvPr/>
        </p:nvGrpSpPr>
        <p:grpSpPr>
          <a:xfrm>
            <a:off x="389261" y="202428"/>
            <a:ext cx="11413476" cy="4167145"/>
            <a:chOff x="161911" y="131740"/>
            <a:chExt cx="11413476" cy="4167145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4DDFB2E-F19C-494E-ADC4-81A4E0B1CF7E}"/>
                </a:ext>
              </a:extLst>
            </p:cNvPr>
            <p:cNvCxnSpPr>
              <a:cxnSpLocks/>
            </p:cNvCxnSpPr>
            <p:nvPr/>
          </p:nvCxnSpPr>
          <p:spPr>
            <a:xfrm>
              <a:off x="1543987" y="1109273"/>
              <a:ext cx="5177704" cy="30409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D68BF94-80EC-434D-A14B-B4F1F33A77D8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1543987" y="3429000"/>
              <a:ext cx="5147763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C25641F-D892-4FD0-BE0B-4DD2F3907DF9}"/>
                </a:ext>
              </a:extLst>
            </p:cNvPr>
            <p:cNvSpPr/>
            <p:nvPr/>
          </p:nvSpPr>
          <p:spPr>
            <a:xfrm>
              <a:off x="6700603" y="106174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7486E23-D7CE-4DFA-A765-1FA9CC643FBC}"/>
                </a:ext>
              </a:extLst>
            </p:cNvPr>
            <p:cNvSpPr/>
            <p:nvPr/>
          </p:nvSpPr>
          <p:spPr>
            <a:xfrm>
              <a:off x="6691750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76552DB-4677-4ECD-AE1A-3265877F93F6}"/>
                </a:ext>
              </a:extLst>
            </p:cNvPr>
            <p:cNvCxnSpPr>
              <a:cxnSpLocks/>
              <a:stCxn id="4" idx="6"/>
            </p:cNvCxnSpPr>
            <p:nvPr/>
          </p:nvCxnSpPr>
          <p:spPr>
            <a:xfrm>
              <a:off x="6844603" y="1133740"/>
              <a:ext cx="165482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1A0E065-16FD-4461-AEE8-D27632E84556}"/>
                </a:ext>
              </a:extLst>
            </p:cNvPr>
            <p:cNvCxnSpPr>
              <a:cxnSpLocks/>
              <a:stCxn id="11" idx="6"/>
            </p:cNvCxnSpPr>
            <p:nvPr/>
          </p:nvCxnSpPr>
          <p:spPr>
            <a:xfrm>
              <a:off x="6835750" y="3429000"/>
              <a:ext cx="166367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15B3BE9-E74D-46E1-A233-A3CF75C3C9C4}"/>
                </a:ext>
              </a:extLst>
            </p:cNvPr>
            <p:cNvSpPr/>
            <p:nvPr/>
          </p:nvSpPr>
          <p:spPr>
            <a:xfrm>
              <a:off x="8319541" y="1723869"/>
              <a:ext cx="329784" cy="1064301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53F7244-6FEB-40D5-A6BD-562016ADE5A9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8484433" y="1143001"/>
              <a:ext cx="0" cy="58086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D3C757E-FF55-46C5-823C-837B9FDAF20D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 flipV="1">
              <a:off x="8484433" y="2788170"/>
              <a:ext cx="0" cy="6408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300EBFA-72B8-4783-8495-3C40BC52C883}"/>
                </a:ext>
              </a:extLst>
            </p:cNvPr>
            <p:cNvSpPr/>
            <p:nvPr/>
          </p:nvSpPr>
          <p:spPr>
            <a:xfrm>
              <a:off x="1408840" y="104212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322EAF2-EC45-45CB-84BE-B917BEC96335}"/>
                </a:ext>
              </a:extLst>
            </p:cNvPr>
            <p:cNvSpPr/>
            <p:nvPr/>
          </p:nvSpPr>
          <p:spPr>
            <a:xfrm>
              <a:off x="1399987" y="336736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A1C14A2-5F25-41B3-BE4B-8259E992571D}"/>
                </a:ext>
              </a:extLst>
            </p:cNvPr>
            <p:cNvSpPr/>
            <p:nvPr/>
          </p:nvSpPr>
          <p:spPr>
            <a:xfrm>
              <a:off x="1399987" y="4149349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CA31807-DF79-40D5-A5EE-BDD52336B5ED}"/>
                </a:ext>
              </a:extLst>
            </p:cNvPr>
            <p:cNvCxnSpPr>
              <a:cxnSpLocks/>
              <a:stCxn id="32" idx="6"/>
            </p:cNvCxnSpPr>
            <p:nvPr/>
          </p:nvCxnSpPr>
          <p:spPr>
            <a:xfrm>
              <a:off x="1543987" y="4221349"/>
              <a:ext cx="864932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9FD16F0-0B06-4B6D-81E4-BF4137C67104}"/>
                </a:ext>
              </a:extLst>
            </p:cNvPr>
            <p:cNvSpPr/>
            <p:nvPr/>
          </p:nvSpPr>
          <p:spPr>
            <a:xfrm>
              <a:off x="6691750" y="4154885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AA1FE9E-6A4F-4845-B98C-E193EC747A55}"/>
                </a:ext>
              </a:extLst>
            </p:cNvPr>
            <p:cNvSpPr txBox="1"/>
            <p:nvPr/>
          </p:nvSpPr>
          <p:spPr>
            <a:xfrm>
              <a:off x="1552840" y="466234"/>
              <a:ext cx="33602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Đường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endPara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1A0BFC0-31CB-4C79-BDA9-E965B0C66994}"/>
                    </a:ext>
                  </a:extLst>
                </p:cNvPr>
                <p:cNvSpPr txBox="1"/>
                <p:nvPr/>
              </p:nvSpPr>
              <p:spPr>
                <a:xfrm>
                  <a:off x="8649325" y="1963631"/>
                  <a:ext cx="125412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Tải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1A0BFC0-31CB-4C79-BDA9-E965B0C669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9325" y="1963631"/>
                  <a:ext cx="1254126" cy="584775"/>
                </a:xfrm>
                <a:prstGeom prst="rect">
                  <a:avLst/>
                </a:prstGeom>
                <a:blipFill>
                  <a:blip r:embed="rId2"/>
                  <a:stretch>
                    <a:fillRect l="-12136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F29F18A-60D2-4710-90C2-9BBD329EE012}"/>
                    </a:ext>
                  </a:extLst>
                </p:cNvPr>
                <p:cNvSpPr txBox="1"/>
                <p:nvPr/>
              </p:nvSpPr>
              <p:spPr>
                <a:xfrm>
                  <a:off x="4446434" y="1701546"/>
                  <a:ext cx="1821011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Điện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áp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l-GR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</m:oMath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F29F18A-60D2-4710-90C2-9BBD329EE0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6434" y="1701546"/>
                  <a:ext cx="1821011" cy="1077218"/>
                </a:xfrm>
                <a:prstGeom prst="rect">
                  <a:avLst/>
                </a:prstGeom>
                <a:blipFill>
                  <a:blip r:embed="rId3"/>
                  <a:stretch>
                    <a:fillRect t="-795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682E106-C12C-43FE-89AD-C7BED47823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1205740"/>
              <a:ext cx="0" cy="2161622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845271A-70BC-480E-9075-07C06DA8A55C}"/>
                    </a:ext>
                  </a:extLst>
                </p:cNvPr>
                <p:cNvSpPr txBox="1"/>
                <p:nvPr/>
              </p:nvSpPr>
              <p:spPr>
                <a:xfrm>
                  <a:off x="6685161" y="1635049"/>
                  <a:ext cx="1821011" cy="1569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200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Hệ </a:t>
                  </a:r>
                  <a:r>
                    <a:rPr lang="en-GB" sz="3200" dirty="0" err="1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số</a:t>
                  </a:r>
                  <a:r>
                    <a:rPr lang="en-GB" sz="3200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phản</a:t>
                  </a:r>
                  <a:r>
                    <a:rPr lang="en-GB" sz="3200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xạ</a:t>
                  </a:r>
                  <a:r>
                    <a:rPr lang="en-GB" sz="3200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l-GR" sz="3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</m:oMath>
                  </a14:m>
                  <a:endPara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845271A-70BC-480E-9075-07C06DA8A5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5161" y="1635049"/>
                  <a:ext cx="1821011" cy="1569660"/>
                </a:xfrm>
                <a:prstGeom prst="rect">
                  <a:avLst/>
                </a:prstGeom>
                <a:blipFill>
                  <a:blip r:embed="rId4"/>
                  <a:stretch>
                    <a:fillRect t="-544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BC62FE4-4BF7-4233-B8AD-990349E7E763}"/>
                </a:ext>
              </a:extLst>
            </p:cNvPr>
            <p:cNvCxnSpPr>
              <a:cxnSpLocks/>
            </p:cNvCxnSpPr>
            <p:nvPr/>
          </p:nvCxnSpPr>
          <p:spPr>
            <a:xfrm>
              <a:off x="5597224" y="758621"/>
              <a:ext cx="2070362" cy="1"/>
            </a:xfrm>
            <a:prstGeom prst="line">
              <a:avLst/>
            </a:prstGeom>
            <a:ln w="38100">
              <a:solidFill>
                <a:srgbClr val="00206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33A43F5-EFFF-4697-A745-C4F870B489A3}"/>
                    </a:ext>
                  </a:extLst>
                </p:cNvPr>
                <p:cNvSpPr txBox="1"/>
                <p:nvPr/>
              </p:nvSpPr>
              <p:spPr>
                <a:xfrm>
                  <a:off x="5250329" y="131740"/>
                  <a:ext cx="276415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2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Dòng </a:t>
                  </a:r>
                  <a:r>
                    <a:rPr lang="en-GB" sz="3200" dirty="0" err="1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điện</a:t>
                  </a:r>
                  <a:r>
                    <a:rPr lang="en-GB" sz="32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l-GR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</m:oMath>
                  </a14:m>
                  <a:endParaRPr lang="en-GB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33A43F5-EFFF-4697-A745-C4F870B489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0329" y="131740"/>
                  <a:ext cx="2764152" cy="584775"/>
                </a:xfrm>
                <a:prstGeom prst="rect">
                  <a:avLst/>
                </a:prstGeom>
                <a:blipFill>
                  <a:blip r:embed="rId5"/>
                  <a:stretch>
                    <a:fillRect l="-3532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6E3FEF7-9E0E-44F4-8E7A-53443EF72D32}"/>
                    </a:ext>
                  </a:extLst>
                </p:cNvPr>
                <p:cNvSpPr txBox="1"/>
                <p:nvPr/>
              </p:nvSpPr>
              <p:spPr>
                <a:xfrm>
                  <a:off x="371371" y="1903280"/>
                  <a:ext cx="3931910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Trở </a:t>
                  </a:r>
                  <a:r>
                    <a:rPr lang="en-GB" sz="3200" dirty="0" err="1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kháng</a:t>
                  </a:r>
                  <a:r>
                    <a:rPr lang="en-GB" sz="3200" dirty="0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đặc</a:t>
                  </a:r>
                  <a:r>
                    <a:rPr lang="en-GB" sz="3200" dirty="0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tính</a:t>
                  </a:r>
                  <a:r>
                    <a:rPr lang="en-GB" sz="3200" dirty="0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6E3FEF7-9E0E-44F4-8E7A-53443EF72D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371" y="1903280"/>
                  <a:ext cx="3931910" cy="584775"/>
                </a:xfrm>
                <a:prstGeom prst="rect">
                  <a:avLst/>
                </a:prstGeom>
                <a:blipFill>
                  <a:blip r:embed="rId6"/>
                  <a:stretch>
                    <a:fillRect l="-3876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0EEA9D3-C4C8-40D1-B713-5F32DD77D7C5}"/>
                    </a:ext>
                  </a:extLst>
                </p:cNvPr>
                <p:cNvSpPr txBox="1"/>
                <p:nvPr/>
              </p:nvSpPr>
              <p:spPr>
                <a:xfrm>
                  <a:off x="161911" y="3636574"/>
                  <a:ext cx="276415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0EEA9D3-C4C8-40D1-B713-5F32DD77D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911" y="3636574"/>
                  <a:ext cx="2764152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BB10315B-0E15-43B4-847A-A1D4C5316AF3}"/>
                    </a:ext>
                  </a:extLst>
                </p:cNvPr>
                <p:cNvSpPr txBox="1"/>
                <p:nvPr/>
              </p:nvSpPr>
              <p:spPr>
                <a:xfrm>
                  <a:off x="5462527" y="3608478"/>
                  <a:ext cx="276415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BB10315B-0E15-43B4-847A-A1D4C5316A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527" y="3608478"/>
                  <a:ext cx="2764152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8F9B0AB-A576-4C74-AB15-F7B84DD1B972}"/>
                    </a:ext>
                  </a:extLst>
                </p:cNvPr>
                <p:cNvSpPr txBox="1"/>
                <p:nvPr/>
              </p:nvSpPr>
              <p:spPr>
                <a:xfrm>
                  <a:off x="8811235" y="3600574"/>
                  <a:ext cx="276415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8F9B0AB-A576-4C74-AB15-F7B84DD1B9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1235" y="3600574"/>
                  <a:ext cx="2764152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665406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E3C8BC-3024-481F-93D4-F5A19AB3F8AB}"/>
                  </a:ext>
                </a:extLst>
              </p:cNvPr>
              <p:cNvSpPr txBox="1"/>
              <p:nvPr/>
            </p:nvSpPr>
            <p:spPr>
              <a:xfrm>
                <a:off x="3639920" y="4436954"/>
                <a:ext cx="4208776" cy="59362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E3C8BC-3024-481F-93D4-F5A19AB3F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920" y="4436954"/>
                <a:ext cx="4208776" cy="5936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CF6F94-8178-4A45-AA2E-0252B78F4621}"/>
                  </a:ext>
                </a:extLst>
              </p:cNvPr>
              <p:cNvSpPr txBox="1"/>
              <p:nvPr/>
            </p:nvSpPr>
            <p:spPr>
              <a:xfrm>
                <a:off x="3639918" y="5144626"/>
                <a:ext cx="4208777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CF6F94-8178-4A45-AA2E-0252B78F4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918" y="5144626"/>
                <a:ext cx="4208777" cy="10979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6B51CCB3-5875-4DA3-BFA9-75F60D2C90EA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8124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26670"/>
            <a:ext cx="10753725" cy="376618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Ohm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8019F4-7241-44EB-BEFE-0C6C36827522}"/>
                  </a:ext>
                </a:extLst>
              </p:cNvPr>
              <p:cNvSpPr txBox="1"/>
              <p:nvPr/>
            </p:nvSpPr>
            <p:spPr>
              <a:xfrm>
                <a:off x="4825639" y="2056210"/>
                <a:ext cx="1916088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8019F4-7241-44EB-BEFE-0C6C36827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639" y="2056210"/>
                <a:ext cx="1916088" cy="11176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89B94D-8C74-432B-9F17-C9F0501000CE}"/>
                  </a:ext>
                </a:extLst>
              </p:cNvPr>
              <p:cNvSpPr txBox="1"/>
              <p:nvPr/>
            </p:nvSpPr>
            <p:spPr>
              <a:xfrm>
                <a:off x="3379495" y="3380906"/>
                <a:ext cx="4208776" cy="117378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89B94D-8C74-432B-9F17-C9F050100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495" y="3380906"/>
                <a:ext cx="4208776" cy="11737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EB8803-F11A-483B-A4C1-ED0A9266EF9B}"/>
                  </a:ext>
                </a:extLst>
              </p:cNvPr>
              <p:cNvSpPr txBox="1"/>
              <p:nvPr/>
            </p:nvSpPr>
            <p:spPr>
              <a:xfrm>
                <a:off x="2286731" y="4851989"/>
                <a:ext cx="3087127" cy="114300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l-GR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EB8803-F11A-483B-A4C1-ED0A9266E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731" y="4851989"/>
                <a:ext cx="3087127" cy="11430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B752A3-26EC-4D17-9283-9EE039FDECDD}"/>
                  </a:ext>
                </a:extLst>
              </p:cNvPr>
              <p:cNvSpPr txBox="1"/>
              <p:nvPr/>
            </p:nvSpPr>
            <p:spPr>
              <a:xfrm>
                <a:off x="7751297" y="4851989"/>
                <a:ext cx="2981659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B752A3-26EC-4D17-9283-9EE039FDE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297" y="4851989"/>
                <a:ext cx="2981659" cy="1097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D1E2B9-16B4-457B-8D79-60EEF1F5D1A1}"/>
              </a:ext>
            </a:extLst>
          </p:cNvPr>
          <p:cNvCxnSpPr/>
          <p:nvPr/>
        </p:nvCxnSpPr>
        <p:spPr>
          <a:xfrm>
            <a:off x="1716989" y="3984242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86046B-BDE2-4A9B-ABB0-0CB365C1C1A9}"/>
              </a:ext>
            </a:extLst>
          </p:cNvPr>
          <p:cNvCxnSpPr/>
          <p:nvPr/>
        </p:nvCxnSpPr>
        <p:spPr>
          <a:xfrm>
            <a:off x="888066" y="5391010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15E0086-EDA3-4F69-A81C-FE9F297080F1}"/>
              </a:ext>
            </a:extLst>
          </p:cNvPr>
          <p:cNvCxnSpPr>
            <a:cxnSpLocks/>
          </p:cNvCxnSpPr>
          <p:nvPr/>
        </p:nvCxnSpPr>
        <p:spPr>
          <a:xfrm>
            <a:off x="5880295" y="5428547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74F42CFD-87D8-42B9-9CF8-0FD9C9150D7E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4463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966584"/>
                <a:ext cx="10772775" cy="4891415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thụ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nào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nói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966584"/>
                <a:ext cx="10772775" cy="4891415"/>
              </a:xfrm>
              <a:blipFill>
                <a:blip r:embed="rId2"/>
                <a:stretch>
                  <a:fillRect l="-1302" t="-998" r="-1415" b="-33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/>
              <p:nvPr/>
            </p:nvSpPr>
            <p:spPr>
              <a:xfrm>
                <a:off x="3983459" y="2097771"/>
                <a:ext cx="3938955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459" y="2097771"/>
                <a:ext cx="3938955" cy="1097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EB9C3744-0A22-44A0-8A4A-65337E66BDDB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8293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2014758"/>
                <a:ext cx="10772775" cy="4700269"/>
              </a:xfrm>
            </p:spPr>
            <p:txBody>
              <a:bodyPr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- 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T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rong lĩnh vực tần số cao, các giá trị của trở kháng đặc tính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đường dây và giá trị trở kháng </a:t>
                </a:r>
                <a:r>
                  <a:rPr lang="en-GB" sz="3200" b="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tải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đề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u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 tuân theo các chuẩn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nhất định: 50</a:t>
                </a:r>
                <a:r>
                  <a:rPr lang="el-GR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Ω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, 75</a:t>
                </a:r>
                <a:r>
                  <a:rPr lang="el-GR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Ω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, 300</a:t>
                </a:r>
                <a:r>
                  <a:rPr lang="el-GR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Ω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, hoặc 600</a:t>
                </a:r>
                <a:r>
                  <a:rPr lang="el-GR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Ω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.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tắt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endParaRPr lang="en-GB" sz="3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tắt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2014758"/>
                <a:ext cx="10772775" cy="4700269"/>
              </a:xfrm>
              <a:blipFill>
                <a:blip r:embed="rId2"/>
                <a:stretch>
                  <a:fillRect l="-1471" t="-1427" r="-1415" b="-3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/>
              <p:nvPr/>
            </p:nvSpPr>
            <p:spPr>
              <a:xfrm>
                <a:off x="5683345" y="3666027"/>
                <a:ext cx="3938955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=−1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345" y="3666027"/>
                <a:ext cx="3938955" cy="1097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CE126782-501A-412A-9534-5F4D982C9506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2240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3" y="2157731"/>
                <a:ext cx="10772775" cy="4700269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endParaRPr lang="en-GB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3" y="2157731"/>
                <a:ext cx="10772775" cy="4700269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/>
              <p:nvPr/>
            </p:nvSpPr>
            <p:spPr>
              <a:xfrm>
                <a:off x="5908699" y="2880035"/>
                <a:ext cx="3938955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=+1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699" y="2880035"/>
                <a:ext cx="3938955" cy="1097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2F183FA5-123D-4933-80E6-F9147A168EEA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2235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760" y="2157730"/>
                <a:ext cx="10791239" cy="4700269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𝒋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thuần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endParaRPr lang="en-GB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thuần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thụ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760" y="2157730"/>
                <a:ext cx="10791239" cy="4700269"/>
              </a:xfrm>
              <a:blipFill>
                <a:blip r:embed="rId2"/>
                <a:stretch>
                  <a:fillRect l="-1299" t="-1816" r="-1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/>
              <p:nvPr/>
            </p:nvSpPr>
            <p:spPr>
              <a:xfrm>
                <a:off x="6993179" y="2157730"/>
                <a:ext cx="3072253" cy="110062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179" y="2157730"/>
                <a:ext cx="3072253" cy="11006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A32E34-4137-4D46-A7FB-2FFD4A6B77D5}"/>
                  </a:ext>
                </a:extLst>
              </p:cNvPr>
              <p:cNvSpPr txBox="1"/>
              <p:nvPr/>
            </p:nvSpPr>
            <p:spPr>
              <a:xfrm>
                <a:off x="4089762" y="4114714"/>
                <a:ext cx="3072253" cy="110062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A32E34-4137-4D46-A7FB-2FFD4A6B7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762" y="4114714"/>
                <a:ext cx="3072253" cy="11006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5961DF-4589-4020-B184-212813C179A7}"/>
                  </a:ext>
                </a:extLst>
              </p:cNvPr>
              <p:cNvSpPr txBox="1"/>
              <p:nvPr/>
            </p:nvSpPr>
            <p:spPr>
              <a:xfrm>
                <a:off x="938562" y="4395987"/>
                <a:ext cx="1697957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5961DF-4589-4020-B184-212813C17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562" y="4395987"/>
                <a:ext cx="169795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F82CFA-2108-4687-96BE-FB77BE047E22}"/>
              </a:ext>
            </a:extLst>
          </p:cNvPr>
          <p:cNvCxnSpPr/>
          <p:nvPr/>
        </p:nvCxnSpPr>
        <p:spPr>
          <a:xfrm>
            <a:off x="2742003" y="4688375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95E817-A291-401C-9FE3-BE9012563542}"/>
              </a:ext>
            </a:extLst>
          </p:cNvPr>
          <p:cNvCxnSpPr/>
          <p:nvPr/>
        </p:nvCxnSpPr>
        <p:spPr>
          <a:xfrm>
            <a:off x="7569705" y="4688375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2591F3-B202-4D2E-8AAE-2F1EC832006E}"/>
                  </a:ext>
                </a:extLst>
              </p:cNvPr>
              <p:cNvSpPr txBox="1"/>
              <p:nvPr/>
            </p:nvSpPr>
            <p:spPr>
              <a:xfrm>
                <a:off x="8991587" y="4372637"/>
                <a:ext cx="2070831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2591F3-B202-4D2E-8AAE-2F1EC8320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587" y="4372637"/>
                <a:ext cx="2070831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87FAD27F-F2D4-45A8-90F3-10965EF52659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3312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966584"/>
            <a:ext cx="10772775" cy="489141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sz="3200" dirty="0">
                <a:solidFill>
                  <a:schemeClr val="tx1"/>
                </a:solidFill>
                <a:latin typeface="TimesNewRoman"/>
              </a:rPr>
              <a:t>-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Các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trường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hợp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tải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nối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tắt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,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tải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hở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mạch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NewRoman"/>
              </a:rPr>
              <a:t>và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NewRoman"/>
              </a:rPr>
              <a:t>tải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NewRoman"/>
              </a:rPr>
              <a:t>thuần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NewRoman"/>
              </a:rPr>
              <a:t>kháng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NewRoman"/>
              </a:rPr>
              <a:t>đều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phản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xạ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toàn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bộ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công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suất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của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sóng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tới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về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phía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nguồn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có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thể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gây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quá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công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suất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hoặc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quá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áp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,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quá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dòng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tại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nguồn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NewRoman"/>
              </a:rPr>
              <a:t>và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gây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hư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hỏng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nguồn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tín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hiệu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nếu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công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suất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lớn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.</a:t>
            </a: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/>
              <p:nvPr/>
            </p:nvSpPr>
            <p:spPr>
              <a:xfrm>
                <a:off x="3814188" y="4042165"/>
                <a:ext cx="4085628" cy="110062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188" y="4042165"/>
                <a:ext cx="4085628" cy="11006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66716A-160B-4FCD-96B2-457D5D1116AE}"/>
                  </a:ext>
                </a:extLst>
              </p:cNvPr>
              <p:cNvSpPr txBox="1"/>
              <p:nvPr/>
            </p:nvSpPr>
            <p:spPr>
              <a:xfrm>
                <a:off x="8169639" y="5415730"/>
                <a:ext cx="3977391" cy="110062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66716A-160B-4FCD-96B2-457D5D111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639" y="5415730"/>
                <a:ext cx="3977391" cy="11006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2588E8FE-9E6A-49DD-B807-C027E3093BEB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7244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2585542"/>
            <a:ext cx="10772775" cy="3680348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Ta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có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:</a:t>
            </a:r>
            <a:endParaRPr lang="en-GB" sz="3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module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2BA9C1-DED1-4579-BE07-EEA0FC73C712}"/>
                  </a:ext>
                </a:extLst>
              </p:cNvPr>
              <p:cNvSpPr txBox="1"/>
              <p:nvPr/>
            </p:nvSpPr>
            <p:spPr>
              <a:xfrm>
                <a:off x="2187025" y="2660492"/>
                <a:ext cx="3938955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l-GR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2BA9C1-DED1-4579-BE07-EEA0FC73C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025" y="2660492"/>
                <a:ext cx="3938955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16ECE1C-DCCE-4ACC-A0DE-D328B4599200}"/>
              </a:ext>
            </a:extLst>
          </p:cNvPr>
          <p:cNvCxnSpPr/>
          <p:nvPr/>
        </p:nvCxnSpPr>
        <p:spPr>
          <a:xfrm>
            <a:off x="886029" y="3707641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D26C4A-BC6D-4B4B-AC8A-C3BAE9A1F92A}"/>
                  </a:ext>
                </a:extLst>
              </p:cNvPr>
              <p:cNvSpPr txBox="1"/>
              <p:nvPr/>
            </p:nvSpPr>
            <p:spPr>
              <a:xfrm>
                <a:off x="2187025" y="3415254"/>
                <a:ext cx="2070831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D26C4A-BC6D-4B4B-AC8A-C3BAE9A1F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025" y="3415254"/>
                <a:ext cx="207083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5ECED39D-59D6-4554-BCFF-4D522C4EB797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8562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327142"/>
              </p:ext>
            </p:extLst>
          </p:nvPr>
        </p:nvGraphicFramePr>
        <p:xfrm>
          <a:off x="5288347" y="168812"/>
          <a:ext cx="6254724" cy="6527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41070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81" y="4898036"/>
            <a:ext cx="10923638" cy="1633928"/>
          </a:xfr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6E6E2FE-040D-45BC-9848-4F9FBA63CB3E}"/>
              </a:ext>
            </a:extLst>
          </p:cNvPr>
          <p:cNvGrpSpPr/>
          <p:nvPr/>
        </p:nvGrpSpPr>
        <p:grpSpPr>
          <a:xfrm>
            <a:off x="714653" y="97582"/>
            <a:ext cx="11137448" cy="4473457"/>
            <a:chOff x="-91789" y="125063"/>
            <a:chExt cx="11137448" cy="447345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1EF3CCD-52FE-4617-9E91-5E1B1E304B3A}"/>
                </a:ext>
              </a:extLst>
            </p:cNvPr>
            <p:cNvSpPr/>
            <p:nvPr/>
          </p:nvSpPr>
          <p:spPr>
            <a:xfrm>
              <a:off x="644582" y="2889354"/>
              <a:ext cx="539646" cy="539646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D753B4-B1CD-44E2-AAC5-57F4EEFB52B3}"/>
                </a:ext>
              </a:extLst>
            </p:cNvPr>
            <p:cNvSpPr/>
            <p:nvPr/>
          </p:nvSpPr>
          <p:spPr>
            <a:xfrm>
              <a:off x="659573" y="1379095"/>
              <a:ext cx="494675" cy="696443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7B76012-0E9A-441B-8302-663DDE65F3B5}"/>
                </a:ext>
              </a:extLst>
            </p:cNvPr>
            <p:cNvSpPr/>
            <p:nvPr/>
          </p:nvSpPr>
          <p:spPr>
            <a:xfrm>
              <a:off x="9940971" y="1727316"/>
              <a:ext cx="494675" cy="696443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DCAA593-0B39-4285-9620-969A14689C89}"/>
                </a:ext>
              </a:extLst>
            </p:cNvPr>
            <p:cNvCxnSpPr>
              <a:cxnSpLocks/>
              <a:stCxn id="9" idx="0"/>
              <a:endCxn id="10" idx="2"/>
            </p:cNvCxnSpPr>
            <p:nvPr/>
          </p:nvCxnSpPr>
          <p:spPr>
            <a:xfrm flipH="1" flipV="1">
              <a:off x="906911" y="2075538"/>
              <a:ext cx="7494" cy="8138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83B5EED-90D6-4F6F-9255-88C326FA2801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894517" y="970900"/>
              <a:ext cx="12394" cy="4081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FBB503E-A95B-403B-BDC4-A5F7169410D7}"/>
                </a:ext>
              </a:extLst>
            </p:cNvPr>
            <p:cNvCxnSpPr>
              <a:cxnSpLocks/>
              <a:endCxn id="9" idx="4"/>
            </p:cNvCxnSpPr>
            <p:nvPr/>
          </p:nvCxnSpPr>
          <p:spPr>
            <a:xfrm flipV="1">
              <a:off x="914405" y="3429000"/>
              <a:ext cx="0" cy="27197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279ADEE-9786-49C9-9C75-A324F8425B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5" y="3700972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162C5C4-49F8-4FE9-AA7D-463EA50D20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6910" y="970900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A820150-8015-4342-9B9D-36CB80D600FF}"/>
                </a:ext>
              </a:extLst>
            </p:cNvPr>
            <p:cNvCxnSpPr>
              <a:cxnSpLocks/>
              <a:stCxn id="19" idx="6"/>
              <a:endCxn id="24" idx="2"/>
            </p:cNvCxnSpPr>
            <p:nvPr/>
          </p:nvCxnSpPr>
          <p:spPr>
            <a:xfrm>
              <a:off x="2055250" y="970900"/>
              <a:ext cx="6957333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90A129-B980-40F8-87F8-C941355A4D32}"/>
                </a:ext>
              </a:extLst>
            </p:cNvPr>
            <p:cNvSpPr/>
            <p:nvPr/>
          </p:nvSpPr>
          <p:spPr>
            <a:xfrm>
              <a:off x="1911250" y="8989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A8E2676-B064-4DB3-B4B7-F2535244AABF}"/>
                </a:ext>
              </a:extLst>
            </p:cNvPr>
            <p:cNvSpPr/>
            <p:nvPr/>
          </p:nvSpPr>
          <p:spPr>
            <a:xfrm>
              <a:off x="1919651" y="362897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75EAB75-2EFE-4142-9672-C68AB9112F79}"/>
                </a:ext>
              </a:extLst>
            </p:cNvPr>
            <p:cNvCxnSpPr>
              <a:cxnSpLocks/>
              <a:stCxn id="21" idx="6"/>
              <a:endCxn id="25" idx="2"/>
            </p:cNvCxnSpPr>
            <p:nvPr/>
          </p:nvCxnSpPr>
          <p:spPr>
            <a:xfrm>
              <a:off x="2063651" y="3700972"/>
              <a:ext cx="6957333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0BA656F-699B-4BDE-9751-98271331067E}"/>
                </a:ext>
              </a:extLst>
            </p:cNvPr>
            <p:cNvSpPr/>
            <p:nvPr/>
          </p:nvSpPr>
          <p:spPr>
            <a:xfrm>
              <a:off x="9012583" y="8989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9926D1A-D39E-4D4B-9A3B-88F240854262}"/>
                </a:ext>
              </a:extLst>
            </p:cNvPr>
            <p:cNvSpPr/>
            <p:nvPr/>
          </p:nvSpPr>
          <p:spPr>
            <a:xfrm>
              <a:off x="9020984" y="362897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A8258EF-502D-4580-AE6B-B9C3DE9BDE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9976" y="970900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0133D99-DC5F-4C90-9A51-539F1A3C4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1575" y="3700972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7BC5AF1-82F6-4999-8228-8959CD67D086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10188309" y="970900"/>
              <a:ext cx="0" cy="7564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FC1E2E0-8676-45D8-AC3D-39C04914E4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75672" y="2407866"/>
              <a:ext cx="244" cy="129310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830DA3A-6AF6-4F79-AA85-5FA434D2BF86}"/>
                </a:ext>
              </a:extLst>
            </p:cNvPr>
            <p:cNvCxnSpPr>
              <a:cxnSpLocks/>
              <a:stCxn id="19" idx="4"/>
              <a:endCxn id="21" idx="0"/>
            </p:cNvCxnSpPr>
            <p:nvPr/>
          </p:nvCxnSpPr>
          <p:spPr>
            <a:xfrm>
              <a:off x="1983250" y="1042900"/>
              <a:ext cx="8401" cy="2586072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A515E0-40B0-4CAB-99B7-C75D9BE434B8}"/>
                </a:ext>
              </a:extLst>
            </p:cNvPr>
            <p:cNvCxnSpPr>
              <a:cxnSpLocks/>
              <a:stCxn id="24" idx="4"/>
            </p:cNvCxnSpPr>
            <p:nvPr/>
          </p:nvCxnSpPr>
          <p:spPr>
            <a:xfrm>
              <a:off x="9084583" y="1042900"/>
              <a:ext cx="15444" cy="2618921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E3A7A7B-E679-4000-A3F6-49EE45539FFD}"/>
                </a:ext>
              </a:extLst>
            </p:cNvPr>
            <p:cNvCxnSpPr>
              <a:cxnSpLocks/>
              <a:endCxn id="35" idx="0"/>
            </p:cNvCxnSpPr>
            <p:nvPr/>
          </p:nvCxnSpPr>
          <p:spPr>
            <a:xfrm>
              <a:off x="5264615" y="1002848"/>
              <a:ext cx="40163" cy="2951763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11284FF-ADF4-4EFA-AFA9-0D8B607548C7}"/>
                    </a:ext>
                  </a:extLst>
                </p:cNvPr>
                <p:cNvSpPr txBox="1"/>
                <p:nvPr/>
              </p:nvSpPr>
              <p:spPr>
                <a:xfrm>
                  <a:off x="9009117" y="4013745"/>
                  <a:ext cx="43011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11284FF-ADF4-4EFA-AFA9-0D8B60754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9117" y="4013745"/>
                  <a:ext cx="430118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39FB40D-0799-4E66-9C59-C78526C77DEB}"/>
                    </a:ext>
                  </a:extLst>
                </p:cNvPr>
                <p:cNvSpPr txBox="1"/>
                <p:nvPr/>
              </p:nvSpPr>
              <p:spPr>
                <a:xfrm>
                  <a:off x="5045925" y="3954611"/>
                  <a:ext cx="51770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39FB40D-0799-4E66-9C59-C78526C77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5925" y="3954611"/>
                  <a:ext cx="517706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2D2F0B5-9088-49EB-9520-EC4BB7CBE126}"/>
                    </a:ext>
                  </a:extLst>
                </p:cNvPr>
                <p:cNvSpPr txBox="1"/>
                <p:nvPr/>
              </p:nvSpPr>
              <p:spPr>
                <a:xfrm>
                  <a:off x="-91789" y="1379095"/>
                  <a:ext cx="68640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2D2F0B5-9088-49EB-9520-EC4BB7CBE1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1789" y="1379095"/>
                  <a:ext cx="686405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44FF5AC-4FD8-440A-BB32-FE3D6FE1051D}"/>
                    </a:ext>
                  </a:extLst>
                </p:cNvPr>
                <p:cNvSpPr txBox="1"/>
                <p:nvPr/>
              </p:nvSpPr>
              <p:spPr>
                <a:xfrm>
                  <a:off x="-41823" y="2804943"/>
                  <a:ext cx="68916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44FF5AC-4FD8-440A-BB32-FE3D6FE10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1823" y="2804943"/>
                  <a:ext cx="689163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95B7FEB-F411-41C0-B74D-42D4E8C173DB}"/>
                    </a:ext>
                  </a:extLst>
                </p:cNvPr>
                <p:cNvSpPr txBox="1"/>
                <p:nvPr/>
              </p:nvSpPr>
              <p:spPr>
                <a:xfrm>
                  <a:off x="10338158" y="1727316"/>
                  <a:ext cx="70750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95B7FEB-F411-41C0-B74D-42D4E8C173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8158" y="1727316"/>
                  <a:ext cx="707501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668A879-5166-4B68-B97C-FFD0431B61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61554" y="1042900"/>
              <a:ext cx="44282" cy="2522087"/>
            </a:xfrm>
            <a:prstGeom prst="line">
              <a:avLst/>
            </a:prstGeom>
            <a:ln w="381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66C5356A-6B61-46CB-B010-F251273A6BAF}"/>
                    </a:ext>
                  </a:extLst>
                </p:cNvPr>
                <p:cNvSpPr txBox="1"/>
                <p:nvPr/>
              </p:nvSpPr>
              <p:spPr>
                <a:xfrm>
                  <a:off x="5287877" y="1912549"/>
                  <a:ext cx="112780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GB" sz="3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66C5356A-6B61-46CB-B010-F251273A6B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7877" y="1912549"/>
                  <a:ext cx="1127808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F71FF18-053D-405F-B4D1-8875C2BC8FFC}"/>
                </a:ext>
              </a:extLst>
            </p:cNvPr>
            <p:cNvCxnSpPr>
              <a:cxnSpLocks/>
            </p:cNvCxnSpPr>
            <p:nvPr/>
          </p:nvCxnSpPr>
          <p:spPr>
            <a:xfrm>
              <a:off x="8508577" y="701850"/>
              <a:ext cx="1165168" cy="0"/>
            </a:xfrm>
            <a:prstGeom prst="line">
              <a:avLst/>
            </a:prstGeom>
            <a:ln w="38100">
              <a:solidFill>
                <a:srgbClr val="A7A86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BD1301A-665A-4C02-9F8A-053F0D34A7CB}"/>
                    </a:ext>
                  </a:extLst>
                </p:cNvPr>
                <p:cNvSpPr txBox="1"/>
                <p:nvPr/>
              </p:nvSpPr>
              <p:spPr>
                <a:xfrm>
                  <a:off x="8614967" y="125063"/>
                  <a:ext cx="93923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A7B07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GB" sz="3200" b="0" i="1" smtClean="0">
                                <a:solidFill>
                                  <a:srgbClr val="A7B07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b="0" i="1" smtClean="0">
                                <a:solidFill>
                                  <a:srgbClr val="A7B07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</m:d>
                      </m:oMath>
                    </m:oMathPara>
                  </a14:m>
                  <a:endParaRPr lang="en-GB" sz="3200" dirty="0">
                    <a:solidFill>
                      <a:srgbClr val="A7B07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BD1301A-665A-4C02-9F8A-053F0D34A7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967" y="125063"/>
                  <a:ext cx="939231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842EB7D-E309-44F3-86C0-22254043B982}"/>
                    </a:ext>
                  </a:extLst>
                </p:cNvPr>
                <p:cNvSpPr txBox="1"/>
                <p:nvPr/>
              </p:nvSpPr>
              <p:spPr>
                <a:xfrm>
                  <a:off x="5578321" y="989668"/>
                  <a:ext cx="3462807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Đường </a:t>
                  </a:r>
                  <a:r>
                    <a:rPr lang="en-GB" sz="32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truyền</a:t>
                  </a:r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sóng</a:t>
                  </a:r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842EB7D-E309-44F3-86C0-22254043B9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8321" y="989668"/>
                  <a:ext cx="3462807" cy="1077218"/>
                </a:xfrm>
                <a:prstGeom prst="rect">
                  <a:avLst/>
                </a:prstGeom>
                <a:blipFill>
                  <a:blip r:embed="rId9"/>
                  <a:stretch>
                    <a:fillRect l="-4401" t="-7910" r="-70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9F41459-A2FA-4878-A738-B548EB4CC44A}"/>
              </a:ext>
            </a:extLst>
          </p:cNvPr>
          <p:cNvCxnSpPr>
            <a:cxnSpLocks/>
          </p:cNvCxnSpPr>
          <p:nvPr/>
        </p:nvCxnSpPr>
        <p:spPr>
          <a:xfrm>
            <a:off x="5672749" y="725378"/>
            <a:ext cx="1165168" cy="0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8DE2266-9E6C-44AE-A6CD-CBD31AA4A7BE}"/>
                  </a:ext>
                </a:extLst>
              </p:cNvPr>
              <p:cNvSpPr txBox="1"/>
              <p:nvPr/>
            </p:nvSpPr>
            <p:spPr>
              <a:xfrm>
                <a:off x="5779139" y="148591"/>
                <a:ext cx="102682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8DE2266-9E6C-44AE-A6CD-CBD31AA4A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139" y="148591"/>
                <a:ext cx="1026820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C4B7E53-1223-4681-8B90-B5BF527282F5}"/>
              </a:ext>
            </a:extLst>
          </p:cNvPr>
          <p:cNvCxnSpPr>
            <a:cxnSpLocks/>
          </p:cNvCxnSpPr>
          <p:nvPr/>
        </p:nvCxnSpPr>
        <p:spPr>
          <a:xfrm flipH="1" flipV="1">
            <a:off x="9978017" y="1047411"/>
            <a:ext cx="44282" cy="252208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862B39-5769-4FBA-929B-963E5BECB15B}"/>
                  </a:ext>
                </a:extLst>
              </p:cNvPr>
              <p:cNvSpPr txBox="1"/>
              <p:nvPr/>
            </p:nvSpPr>
            <p:spPr>
              <a:xfrm>
                <a:off x="9949924" y="2503358"/>
                <a:ext cx="10402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862B39-5769-4FBA-929B-963E5BECB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9924" y="2503358"/>
                <a:ext cx="1040221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Oval 51">
            <a:extLst>
              <a:ext uri="{FF2B5EF4-FFF2-40B4-BE49-F238E27FC236}">
                <a16:creationId xmlns:a16="http://schemas.microsoft.com/office/drawing/2014/main" id="{7D703CDF-ECC7-4263-A058-6BA9AE74667D}"/>
              </a:ext>
            </a:extLst>
          </p:cNvPr>
          <p:cNvSpPr/>
          <p:nvPr/>
        </p:nvSpPr>
        <p:spPr>
          <a:xfrm>
            <a:off x="2717692" y="3945463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7C1FCCC-6315-4786-B211-1C943FD261BD}"/>
              </a:ext>
            </a:extLst>
          </p:cNvPr>
          <p:cNvCxnSpPr>
            <a:cxnSpLocks/>
            <a:stCxn id="52" idx="6"/>
          </p:cNvCxnSpPr>
          <p:nvPr/>
        </p:nvCxnSpPr>
        <p:spPr>
          <a:xfrm flipV="1">
            <a:off x="2861692" y="4010316"/>
            <a:ext cx="8696127" cy="714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030E432F-DD46-4892-8C5E-ABBBF8D69AD5}"/>
              </a:ext>
            </a:extLst>
          </p:cNvPr>
          <p:cNvSpPr/>
          <p:nvPr/>
        </p:nvSpPr>
        <p:spPr>
          <a:xfrm>
            <a:off x="9827426" y="3964791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C078A52-ED96-4099-BADA-ED5A8CA3FB54}"/>
                  </a:ext>
                </a:extLst>
              </p:cNvPr>
              <p:cNvSpPr txBox="1"/>
              <p:nvPr/>
            </p:nvSpPr>
            <p:spPr>
              <a:xfrm>
                <a:off x="2543422" y="3960093"/>
                <a:ext cx="51488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C078A52-ED96-4099-BADA-ED5A8CA3F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422" y="3960093"/>
                <a:ext cx="514885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3C3FF1B-95E6-4246-933E-652B3F59A4C1}"/>
              </a:ext>
            </a:extLst>
          </p:cNvPr>
          <p:cNvCxnSpPr>
            <a:cxnSpLocks/>
          </p:cNvCxnSpPr>
          <p:nvPr/>
        </p:nvCxnSpPr>
        <p:spPr>
          <a:xfrm>
            <a:off x="6186170" y="4236621"/>
            <a:ext cx="3763754" cy="0"/>
          </a:xfrm>
          <a:prstGeom prst="line">
            <a:avLst/>
          </a:prstGeom>
          <a:ln w="3810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A099849-1189-40F9-8AB4-85D03F9B4FC7}"/>
                  </a:ext>
                </a:extLst>
              </p:cNvPr>
              <p:cNvSpPr txBox="1"/>
              <p:nvPr/>
            </p:nvSpPr>
            <p:spPr>
              <a:xfrm>
                <a:off x="7799288" y="4128622"/>
                <a:ext cx="53751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A099849-1189-40F9-8AB4-85D03F9B4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288" y="4128622"/>
                <a:ext cx="537518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Arrow: Bent 61">
            <a:extLst>
              <a:ext uri="{FF2B5EF4-FFF2-40B4-BE49-F238E27FC236}">
                <a16:creationId xmlns:a16="http://schemas.microsoft.com/office/drawing/2014/main" id="{03B22C9B-8219-4AB1-BEC5-CAA5B99735FD}"/>
              </a:ext>
            </a:extLst>
          </p:cNvPr>
          <p:cNvSpPr/>
          <p:nvPr/>
        </p:nvSpPr>
        <p:spPr>
          <a:xfrm>
            <a:off x="2529427" y="1620216"/>
            <a:ext cx="451345" cy="1600733"/>
          </a:xfrm>
          <a:prstGeom prst="ben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3EC7367-BD03-494E-A7F2-1F1A32670C9F}"/>
                  </a:ext>
                </a:extLst>
              </p:cNvPr>
              <p:cNvSpPr txBox="1"/>
              <p:nvPr/>
            </p:nvSpPr>
            <p:spPr>
              <a:xfrm>
                <a:off x="2697959" y="1153938"/>
                <a:ext cx="179690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3EC7367-BD03-494E-A7F2-1F1A32670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959" y="1153938"/>
                <a:ext cx="1796902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Arrow: Bent 63">
            <a:extLst>
              <a:ext uri="{FF2B5EF4-FFF2-40B4-BE49-F238E27FC236}">
                <a16:creationId xmlns:a16="http://schemas.microsoft.com/office/drawing/2014/main" id="{5EDE53F0-CFB8-4A88-A52C-D1EC29904F41}"/>
              </a:ext>
            </a:extLst>
          </p:cNvPr>
          <p:cNvSpPr/>
          <p:nvPr/>
        </p:nvSpPr>
        <p:spPr>
          <a:xfrm>
            <a:off x="4813816" y="1635038"/>
            <a:ext cx="451345" cy="1600733"/>
          </a:xfrm>
          <a:prstGeom prst="ben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AA0B8C3-81C8-4594-A846-6E6E66742C64}"/>
                  </a:ext>
                </a:extLst>
              </p:cNvPr>
              <p:cNvSpPr txBox="1"/>
              <p:nvPr/>
            </p:nvSpPr>
            <p:spPr>
              <a:xfrm>
                <a:off x="4982348" y="1168760"/>
                <a:ext cx="11119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AA0B8C3-81C8-4594-A846-6E6E66742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348" y="1168760"/>
                <a:ext cx="1111971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Arrow: Bent 65">
            <a:extLst>
              <a:ext uri="{FF2B5EF4-FFF2-40B4-BE49-F238E27FC236}">
                <a16:creationId xmlns:a16="http://schemas.microsoft.com/office/drawing/2014/main" id="{E97A3C39-3E81-4C17-927F-0073E68FAE09}"/>
              </a:ext>
            </a:extLst>
          </p:cNvPr>
          <p:cNvSpPr/>
          <p:nvPr/>
        </p:nvSpPr>
        <p:spPr>
          <a:xfrm>
            <a:off x="9364214" y="1683233"/>
            <a:ext cx="451345" cy="1600733"/>
          </a:xfrm>
          <a:prstGeom prst="ben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1FB0B5A-D1B6-47E8-BF00-254B6B17CC1C}"/>
                  </a:ext>
                </a:extLst>
              </p:cNvPr>
              <p:cNvSpPr txBox="1"/>
              <p:nvPr/>
            </p:nvSpPr>
            <p:spPr>
              <a:xfrm>
                <a:off x="7504925" y="2939630"/>
                <a:ext cx="206639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1FB0B5A-D1B6-47E8-BF00-254B6B17C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925" y="2939630"/>
                <a:ext cx="2066399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1998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139325"/>
          </a:xfrm>
          <a:solidFill>
            <a:srgbClr val="D9D9D9"/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Định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nghĩa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3355" y="1820105"/>
                <a:ext cx="11365289" cy="4932387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NewRoman"/>
                  </a:rPr>
                  <a:t>Trở</a:t>
                </a:r>
                <a:r>
                  <a:rPr lang="en-GB" sz="3200" b="1" dirty="0">
                    <a:solidFill>
                      <a:srgbClr val="FF000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NewRoman"/>
                  </a:rPr>
                  <a:t>kháng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NewRoman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NewRoman"/>
                  </a:rPr>
                  <a:t> dây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𝒁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NewRoman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tại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là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tỉ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giữa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áp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dây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và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dòng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trên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dây</a:t>
                </a:r>
                <a:r>
                  <a:rPr lang="en-GB" sz="3200" b="1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𝑰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.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Khái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niệm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khác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khái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niệm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đặc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mặc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dù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chúng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liên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quan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nhau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3355" y="1820105"/>
                <a:ext cx="11365289" cy="4932387"/>
              </a:xfrm>
              <a:blipFill>
                <a:blip r:embed="rId2"/>
                <a:stretch>
                  <a:fillRect l="-1234" t="-1731" r="-1341" b="-14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/>
              <p:nvPr/>
            </p:nvSpPr>
            <p:spPr>
              <a:xfrm>
                <a:off x="4819720" y="3045231"/>
                <a:ext cx="2645382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720" y="3045231"/>
                <a:ext cx="2645382" cy="11176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BB7C2A-A3FE-41A4-A2E8-B76E9541D913}"/>
                  </a:ext>
                </a:extLst>
              </p:cNvPr>
              <p:cNvSpPr txBox="1"/>
              <p:nvPr/>
            </p:nvSpPr>
            <p:spPr>
              <a:xfrm>
                <a:off x="5473941" y="4344156"/>
                <a:ext cx="3263706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BB7C2A-A3FE-41A4-A2E8-B76E9541D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941" y="4344156"/>
                <a:ext cx="3263706" cy="1117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93198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5920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Công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thức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FE486B-C928-4192-B482-76A573F63225}"/>
                  </a:ext>
                </a:extLst>
              </p:cNvPr>
              <p:cNvSpPr txBox="1"/>
              <p:nvPr/>
            </p:nvSpPr>
            <p:spPr>
              <a:xfrm>
                <a:off x="3008138" y="1789516"/>
                <a:ext cx="6525605" cy="113107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FE486B-C928-4192-B482-76A573F63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138" y="1789516"/>
                <a:ext cx="6525605" cy="11310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C9C649-F77E-4A3E-9C5F-717A62F41A1F}"/>
                  </a:ext>
                </a:extLst>
              </p:cNvPr>
              <p:cNvSpPr txBox="1"/>
              <p:nvPr/>
            </p:nvSpPr>
            <p:spPr>
              <a:xfrm>
                <a:off x="657224" y="3186290"/>
                <a:ext cx="4473211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C9C649-F77E-4A3E-9C5F-717A62F41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3186290"/>
                <a:ext cx="4473211" cy="1097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97721B-14E0-421A-A6F3-2D24F7D00F0F}"/>
                  </a:ext>
                </a:extLst>
              </p:cNvPr>
              <p:cNvSpPr txBox="1"/>
              <p:nvPr/>
            </p:nvSpPr>
            <p:spPr>
              <a:xfrm>
                <a:off x="6485205" y="3179863"/>
                <a:ext cx="4249047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97721B-14E0-421A-A6F3-2D24F7D00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205" y="3179863"/>
                <a:ext cx="4249047" cy="10979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51C720-B423-4355-8BE0-2A8A4C67991E}"/>
              </a:ext>
            </a:extLst>
          </p:cNvPr>
          <p:cNvCxnSpPr/>
          <p:nvPr/>
        </p:nvCxnSpPr>
        <p:spPr>
          <a:xfrm>
            <a:off x="5228909" y="3742198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BCDE61-6304-4323-95FF-8D07E0FD73FF}"/>
              </a:ext>
            </a:extLst>
          </p:cNvPr>
          <p:cNvCxnSpPr/>
          <p:nvPr/>
        </p:nvCxnSpPr>
        <p:spPr>
          <a:xfrm>
            <a:off x="5228909" y="4696456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39F422-0AB6-4769-8CD9-E9681ED2B51C}"/>
                  </a:ext>
                </a:extLst>
              </p:cNvPr>
              <p:cNvSpPr txBox="1"/>
              <p:nvPr/>
            </p:nvSpPr>
            <p:spPr>
              <a:xfrm>
                <a:off x="6452384" y="4372492"/>
                <a:ext cx="4760341" cy="59362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39F422-0AB6-4769-8CD9-E9681ED2B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384" y="4372492"/>
                <a:ext cx="4760341" cy="5936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C37F19-523F-4C5E-8C6F-8E7536C3F5CC}"/>
                  </a:ext>
                </a:extLst>
              </p:cNvPr>
              <p:cNvSpPr txBox="1"/>
              <p:nvPr/>
            </p:nvSpPr>
            <p:spPr>
              <a:xfrm>
                <a:off x="146193" y="5217962"/>
                <a:ext cx="6175723" cy="114050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C37F19-523F-4C5E-8C6F-8E7536C3F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93" y="5217962"/>
                <a:ext cx="6175723" cy="11405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B61CF5-62E0-4C5E-8075-B7CEED043805}"/>
                  </a:ext>
                </a:extLst>
              </p:cNvPr>
              <p:cNvSpPr txBox="1"/>
              <p:nvPr/>
            </p:nvSpPr>
            <p:spPr>
              <a:xfrm>
                <a:off x="7520707" y="5491402"/>
                <a:ext cx="4659352" cy="59362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B61CF5-62E0-4C5E-8075-B7CEED043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707" y="5491402"/>
                <a:ext cx="4659352" cy="5936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2556C8-F88C-4179-976B-91B26100C4C9}"/>
              </a:ext>
            </a:extLst>
          </p:cNvPr>
          <p:cNvCxnSpPr/>
          <p:nvPr/>
        </p:nvCxnSpPr>
        <p:spPr>
          <a:xfrm>
            <a:off x="6368392" y="5788214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E24C690-44DC-42E9-A449-04127A6F56CB}"/>
              </a:ext>
            </a:extLst>
          </p:cNvPr>
          <p:cNvSpPr txBox="1"/>
          <p:nvPr/>
        </p:nvSpPr>
        <p:spPr>
          <a:xfrm>
            <a:off x="11212725" y="4372492"/>
            <a:ext cx="662361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41C810-F4F3-41E3-863A-B6E74DE84A3F}"/>
              </a:ext>
            </a:extLst>
          </p:cNvPr>
          <p:cNvSpPr txBox="1"/>
          <p:nvPr/>
        </p:nvSpPr>
        <p:spPr>
          <a:xfrm>
            <a:off x="11138114" y="5985799"/>
            <a:ext cx="662361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8D2A63-C4E4-4D8A-BB5D-210ACD1010E1}"/>
              </a:ext>
            </a:extLst>
          </p:cNvPr>
          <p:cNvSpPr txBox="1"/>
          <p:nvPr/>
        </p:nvSpPr>
        <p:spPr>
          <a:xfrm>
            <a:off x="1434904" y="2084021"/>
            <a:ext cx="1253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678067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FE486B-C928-4192-B482-76A573F63225}"/>
                  </a:ext>
                </a:extLst>
              </p:cNvPr>
              <p:cNvSpPr txBox="1"/>
              <p:nvPr/>
            </p:nvSpPr>
            <p:spPr>
              <a:xfrm>
                <a:off x="3008139" y="1919240"/>
                <a:ext cx="6175722" cy="231210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l-GR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GB" sz="32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l-GR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FE486B-C928-4192-B482-76A573F63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139" y="1919240"/>
                <a:ext cx="6175722" cy="2312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51C720-B423-4355-8BE0-2A8A4C67991E}"/>
              </a:ext>
            </a:extLst>
          </p:cNvPr>
          <p:cNvCxnSpPr/>
          <p:nvPr/>
        </p:nvCxnSpPr>
        <p:spPr>
          <a:xfrm>
            <a:off x="1721420" y="2981689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BCDE61-6304-4323-95FF-8D07E0FD73FF}"/>
              </a:ext>
            </a:extLst>
          </p:cNvPr>
          <p:cNvCxnSpPr/>
          <p:nvPr/>
        </p:nvCxnSpPr>
        <p:spPr>
          <a:xfrm>
            <a:off x="1151678" y="5624924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E24C690-44DC-42E9-A449-04127A6F56CB}"/>
              </a:ext>
            </a:extLst>
          </p:cNvPr>
          <p:cNvSpPr txBox="1"/>
          <p:nvPr/>
        </p:nvSpPr>
        <p:spPr>
          <a:xfrm>
            <a:off x="458955" y="2648506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41C810-F4F3-41E3-863A-B6E74DE84A3F}"/>
              </a:ext>
            </a:extLst>
          </p:cNvPr>
          <p:cNvSpPr txBox="1"/>
          <p:nvPr/>
        </p:nvSpPr>
        <p:spPr>
          <a:xfrm>
            <a:off x="1059059" y="2639958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F4B835-3814-4FE0-842E-30691592E053}"/>
                  </a:ext>
                </a:extLst>
              </p:cNvPr>
              <p:cNvSpPr txBox="1"/>
              <p:nvPr/>
            </p:nvSpPr>
            <p:spPr>
              <a:xfrm>
                <a:off x="2575923" y="5014789"/>
                <a:ext cx="8854076" cy="122027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F4B835-3814-4FE0-842E-30691592E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923" y="5014789"/>
                <a:ext cx="8854076" cy="1220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6AA5E4C3-0CE4-4667-A8F6-1D8FC6842B7B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105920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Công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thức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6942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FE486B-C928-4192-B482-76A573F63225}"/>
                  </a:ext>
                </a:extLst>
              </p:cNvPr>
              <p:cNvSpPr txBox="1"/>
              <p:nvPr/>
            </p:nvSpPr>
            <p:spPr>
              <a:xfrm>
                <a:off x="3096427" y="1825635"/>
                <a:ext cx="4542330" cy="231210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l-GR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GB" sz="32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l-GR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FE486B-C928-4192-B482-76A573F63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427" y="1825635"/>
                <a:ext cx="4542330" cy="2312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51C720-B423-4355-8BE0-2A8A4C67991E}"/>
              </a:ext>
            </a:extLst>
          </p:cNvPr>
          <p:cNvCxnSpPr/>
          <p:nvPr/>
        </p:nvCxnSpPr>
        <p:spPr>
          <a:xfrm>
            <a:off x="1721420" y="2981689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BCDE61-6304-4323-95FF-8D07E0FD73FF}"/>
              </a:ext>
            </a:extLst>
          </p:cNvPr>
          <p:cNvCxnSpPr/>
          <p:nvPr/>
        </p:nvCxnSpPr>
        <p:spPr>
          <a:xfrm>
            <a:off x="814054" y="4834097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E24C690-44DC-42E9-A449-04127A6F56CB}"/>
              </a:ext>
            </a:extLst>
          </p:cNvPr>
          <p:cNvSpPr txBox="1"/>
          <p:nvPr/>
        </p:nvSpPr>
        <p:spPr>
          <a:xfrm>
            <a:off x="458955" y="2648506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41C810-F4F3-41E3-863A-B6E74DE84A3F}"/>
              </a:ext>
            </a:extLst>
          </p:cNvPr>
          <p:cNvSpPr txBox="1"/>
          <p:nvPr/>
        </p:nvSpPr>
        <p:spPr>
          <a:xfrm>
            <a:off x="1059059" y="2639958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F4B835-3814-4FE0-842E-30691592E053}"/>
                  </a:ext>
                </a:extLst>
              </p:cNvPr>
              <p:cNvSpPr txBox="1"/>
              <p:nvPr/>
            </p:nvSpPr>
            <p:spPr>
              <a:xfrm>
                <a:off x="2238299" y="4237527"/>
                <a:ext cx="8551621" cy="122027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F4B835-3814-4FE0-842E-30691592E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299" y="4237527"/>
                <a:ext cx="8551621" cy="1220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1EAC09-8B4F-42CB-8869-52887E632BEA}"/>
              </a:ext>
            </a:extLst>
          </p:cNvPr>
          <p:cNvCxnSpPr/>
          <p:nvPr/>
        </p:nvCxnSpPr>
        <p:spPr>
          <a:xfrm>
            <a:off x="2783532" y="6157175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1D82C1-4D10-469E-AF86-D4F5A3D34E38}"/>
                  </a:ext>
                </a:extLst>
              </p:cNvPr>
              <p:cNvSpPr txBox="1"/>
              <p:nvPr/>
            </p:nvSpPr>
            <p:spPr>
              <a:xfrm>
                <a:off x="4207777" y="5560605"/>
                <a:ext cx="7398070" cy="117436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1D82C1-4D10-469E-AF86-D4F5A3D34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777" y="5560605"/>
                <a:ext cx="7398070" cy="11743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3C933B-D455-4031-B902-02D22C78D86C}"/>
                  </a:ext>
                </a:extLst>
              </p:cNvPr>
              <p:cNvSpPr txBox="1"/>
              <p:nvPr/>
            </p:nvSpPr>
            <p:spPr>
              <a:xfrm>
                <a:off x="114497" y="5864787"/>
                <a:ext cx="260199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endParaRPr lang="en-GB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3C933B-D455-4031-B902-02D22C78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97" y="5864787"/>
                <a:ext cx="2601994" cy="584775"/>
              </a:xfrm>
              <a:prstGeom prst="rect">
                <a:avLst/>
              </a:prstGeom>
              <a:blipFill>
                <a:blip r:embed="rId5"/>
                <a:stretch>
                  <a:fillRect l="-6089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12C97D2C-4405-4B9A-B35D-9F5953A87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5920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Công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thức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6348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51C720-B423-4355-8BE0-2A8A4C67991E}"/>
              </a:ext>
            </a:extLst>
          </p:cNvPr>
          <p:cNvCxnSpPr/>
          <p:nvPr/>
        </p:nvCxnSpPr>
        <p:spPr>
          <a:xfrm>
            <a:off x="399057" y="2375421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1EAC09-8B4F-42CB-8869-52887E632BEA}"/>
              </a:ext>
            </a:extLst>
          </p:cNvPr>
          <p:cNvCxnSpPr/>
          <p:nvPr/>
        </p:nvCxnSpPr>
        <p:spPr>
          <a:xfrm>
            <a:off x="399057" y="6241581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1D82C1-4D10-469E-AF86-D4F5A3D34E38}"/>
                  </a:ext>
                </a:extLst>
              </p:cNvPr>
              <p:cNvSpPr txBox="1"/>
              <p:nvPr/>
            </p:nvSpPr>
            <p:spPr>
              <a:xfrm>
                <a:off x="1721420" y="1765286"/>
                <a:ext cx="8041558" cy="119218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1D82C1-4D10-469E-AF86-D4F5A3D34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420" y="1765286"/>
                <a:ext cx="8041558" cy="11921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23C933B-D455-4031-B902-02D22C78D86C}"/>
              </a:ext>
            </a:extLst>
          </p:cNvPr>
          <p:cNvSpPr txBox="1"/>
          <p:nvPr/>
        </p:nvSpPr>
        <p:spPr>
          <a:xfrm>
            <a:off x="291367" y="3897804"/>
            <a:ext cx="1253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7C4032B-4D12-48AD-AB9D-F806139FFE7A}"/>
                  </a:ext>
                </a:extLst>
              </p:cNvPr>
              <p:cNvSpPr txBox="1"/>
              <p:nvPr/>
            </p:nvSpPr>
            <p:spPr>
              <a:xfrm>
                <a:off x="1721420" y="3232563"/>
                <a:ext cx="3849386" cy="108754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ch</m:t>
                          </m:r>
                        </m:fName>
                        <m:e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7C4032B-4D12-48AD-AB9D-F806139FF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420" y="3232563"/>
                <a:ext cx="3849386" cy="10875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44A737-3478-4306-83AB-375A238D4DD8}"/>
                  </a:ext>
                </a:extLst>
              </p:cNvPr>
              <p:cNvSpPr txBox="1"/>
              <p:nvPr/>
            </p:nvSpPr>
            <p:spPr>
              <a:xfrm>
                <a:off x="1721420" y="4482579"/>
                <a:ext cx="3849386" cy="108754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sh</m:t>
                          </m:r>
                        </m:fName>
                        <m:e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44A737-3478-4306-83AB-375A238D4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420" y="4482579"/>
                <a:ext cx="3849386" cy="10875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6E2874-7CCB-4C7D-B3C3-630A7CD6D220}"/>
                  </a:ext>
                </a:extLst>
              </p:cNvPr>
              <p:cNvSpPr txBox="1"/>
              <p:nvPr/>
            </p:nvSpPr>
            <p:spPr>
              <a:xfrm>
                <a:off x="6350548" y="3778119"/>
                <a:ext cx="5079451" cy="88235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320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th</m:t>
                        </m:r>
                      </m:fName>
                      <m:e>
                        <m:d>
                          <m:dPr>
                            <m:ctrlP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</m:d>
                      </m:e>
                    </m:func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3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sh</m:t>
                            </m:r>
                          </m:fName>
                          <m:e>
                            <m:d>
                              <m:dPr>
                                <m:ctrlPr>
                                  <a:rPr lang="el-GR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  <m:r>
                                  <a:rPr lang="en-GB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3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ch</m:t>
                            </m:r>
                          </m:fName>
                          <m:e>
                            <m:d>
                              <m:dPr>
                                <m:ctrlPr>
                                  <a:rPr lang="el-GR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  <m:r>
                                  <a:rPr lang="en-GB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r>
                  <a:rPr lang="en-GB" sz="3200" dirty="0"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p>
                        </m:sSup>
                      </m:den>
                    </m:f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6E2874-7CCB-4C7D-B3C3-630A7CD6D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548" y="3778119"/>
                <a:ext cx="5079451" cy="882357"/>
              </a:xfrm>
              <a:prstGeom prst="rect">
                <a:avLst/>
              </a:prstGeom>
              <a:blipFill>
                <a:blip r:embed="rId5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493E57C-1B1D-496F-AA0E-770E0BC0749C}"/>
                  </a:ext>
                </a:extLst>
              </p:cNvPr>
              <p:cNvSpPr txBox="1"/>
              <p:nvPr/>
            </p:nvSpPr>
            <p:spPr>
              <a:xfrm>
                <a:off x="1721420" y="5645488"/>
                <a:ext cx="5101411" cy="113165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493E57C-1B1D-496F-AA0E-770E0BC07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420" y="5645488"/>
                <a:ext cx="5101411" cy="11316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9CC4563F-B430-4D84-8DDB-4A265A5AA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5920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Công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thức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913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904512"/>
                <a:ext cx="10772775" cy="4700269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Như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vậy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trở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kháng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đường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dây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d>
                      <m:dPr>
                        <m:ctrlPr>
                          <a:rPr lang="el-G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tại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điểm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tọa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độ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bất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kỳ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phụ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thuộc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đặc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ở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cuối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Khoảng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khảo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sát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NewRoman"/>
                  </a:rPr>
                  <a:t>Về</a:t>
                </a:r>
                <a:r>
                  <a:rPr lang="en-GB" sz="3200" dirty="0">
                    <a:solidFill>
                      <a:srgbClr val="7030A0"/>
                    </a:solidFill>
                    <a:latin typeface="TimesNewRoman"/>
                  </a:rPr>
                  <a:t> ý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NewRoman"/>
                  </a:rPr>
                  <a:t>nghĩa</a:t>
                </a:r>
                <a:r>
                  <a:rPr lang="en-GB" sz="3200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NewRoman"/>
                  </a:rPr>
                  <a:t>vật</a:t>
                </a:r>
                <a:r>
                  <a:rPr lang="en-GB" sz="3200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NewRoman"/>
                  </a:rPr>
                  <a:t>lý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,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tượng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trưng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nhìn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nhìn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904512"/>
                <a:ext cx="10772775" cy="4700269"/>
              </a:xfrm>
              <a:blipFill>
                <a:blip r:embed="rId2"/>
                <a:stretch>
                  <a:fillRect l="-1302" t="-1297" r="-1415" b="-37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9290708-9436-4E91-BE0B-AAC2FA7B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5920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Công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thức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7537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4171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biệt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670472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32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tg</m:t>
                        </m:r>
                      </m:fName>
                      <m:e>
                        <m:d>
                          <m:dPr>
                            <m:ctrlPr>
                              <a:rPr lang="el-GR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d>
                      <m:dPr>
                        <m:ctrlPr>
                          <a:rPr lang="el-GR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thiên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670472"/>
              </a:xfrm>
              <a:blipFill>
                <a:blip r:embed="rId2"/>
                <a:stretch>
                  <a:fillRect l="-1417" t="-3394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821AC9-EEB5-46C7-A5D7-3CB9E3CB6FD7}"/>
                  </a:ext>
                </a:extLst>
              </p:cNvPr>
              <p:cNvSpPr txBox="1"/>
              <p:nvPr/>
            </p:nvSpPr>
            <p:spPr>
              <a:xfrm>
                <a:off x="785258" y="2535139"/>
                <a:ext cx="1668036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821AC9-EEB5-46C7-A5D7-3CB9E3CB6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258" y="2535139"/>
                <a:ext cx="166803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962040-4D36-4679-8899-F20370F19F3A}"/>
                  </a:ext>
                </a:extLst>
              </p:cNvPr>
              <p:cNvSpPr txBox="1"/>
              <p:nvPr/>
            </p:nvSpPr>
            <p:spPr>
              <a:xfrm>
                <a:off x="2808569" y="2532814"/>
                <a:ext cx="1668036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962040-4D36-4679-8899-F20370F19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569" y="2532814"/>
                <a:ext cx="166803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75D0C5-6EF4-4E7E-9A19-4CA707946153}"/>
              </a:ext>
            </a:extLst>
          </p:cNvPr>
          <p:cNvCxnSpPr/>
          <p:nvPr/>
        </p:nvCxnSpPr>
        <p:spPr>
          <a:xfrm>
            <a:off x="4706488" y="2845951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/>
              <p:nvPr/>
            </p:nvSpPr>
            <p:spPr>
              <a:xfrm>
                <a:off x="6131779" y="2555511"/>
                <a:ext cx="5220156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320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th</m:t>
                        </m:r>
                      </m:fName>
                      <m:e>
                        <m:d>
                          <m:dPr>
                            <m:ctrlP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</m:d>
                      </m:e>
                    </m:func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th</m:t>
                        </m:r>
                      </m:fName>
                      <m:e>
                        <m:d>
                          <m:dPr>
                            <m:ctrlP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</m:d>
                      </m:e>
                    </m:func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func>
                      <m:funcPr>
                        <m:ctrlP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tg</m:t>
                        </m:r>
                      </m:fName>
                      <m:e>
                        <m:d>
                          <m:dPr>
                            <m:ctrlP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</m:d>
                      </m:e>
                    </m:func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779" y="2555511"/>
                <a:ext cx="522015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EF40B7-BFFA-4728-AC40-169FA71B88E7}"/>
              </a:ext>
            </a:extLst>
          </p:cNvPr>
          <p:cNvCxnSpPr/>
          <p:nvPr/>
        </p:nvCxnSpPr>
        <p:spPr>
          <a:xfrm>
            <a:off x="2554324" y="4061701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88A29D-AB32-499C-9299-203F954A6430}"/>
                  </a:ext>
                </a:extLst>
              </p:cNvPr>
              <p:cNvSpPr txBox="1"/>
              <p:nvPr/>
            </p:nvSpPr>
            <p:spPr>
              <a:xfrm>
                <a:off x="3852829" y="3483460"/>
                <a:ext cx="5101411" cy="114627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88A29D-AB32-499C-9299-203F954A6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829" y="3483460"/>
                <a:ext cx="5101411" cy="11462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805FB7-59FE-4311-816B-3F51701D4ECD}"/>
                  </a:ext>
                </a:extLst>
              </p:cNvPr>
              <p:cNvSpPr txBox="1"/>
              <p:nvPr/>
            </p:nvSpPr>
            <p:spPr>
              <a:xfrm>
                <a:off x="6486902" y="5770298"/>
                <a:ext cx="3585563" cy="105676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↔∆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805FB7-59FE-4311-816B-3F51701D4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902" y="5770298"/>
                <a:ext cx="3585563" cy="10567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5893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1561171"/>
                <a:ext cx="10753725" cy="5221879"/>
              </a:xfrm>
            </p:spPr>
            <p:txBody>
              <a:bodyPr>
                <a:normAutofit lnSpcReduction="10000"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đầu cuối của đường dây có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phối hợp với trở kháng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 tính của đường dây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thì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kháng đường dây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d>
                      <m:dPr>
                        <m:ctrlPr>
                          <a:rPr lang="el-GR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bất kỳ điểm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nào trên suốt chiều dài đường dây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 luôn luôn bằng trở kháng đặc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của đường 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d>
                      <m:dPr>
                        <m:ctrlPr>
                          <a:rPr lang="el-GR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</m:d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d>
                      <m:dPr>
                        <m:ctrlPr>
                          <a:rPr lang="el-GR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GB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mọi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suốt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mọi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1561171"/>
                <a:ext cx="10753725" cy="5221879"/>
              </a:xfrm>
              <a:blipFill>
                <a:blip r:embed="rId2"/>
                <a:stretch>
                  <a:fillRect l="-1247" t="-256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75D0C5-6EF4-4E7E-9A19-4CA707946153}"/>
              </a:ext>
            </a:extLst>
          </p:cNvPr>
          <p:cNvCxnSpPr/>
          <p:nvPr/>
        </p:nvCxnSpPr>
        <p:spPr>
          <a:xfrm>
            <a:off x="3753390" y="1842603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/>
              <p:nvPr/>
            </p:nvSpPr>
            <p:spPr>
              <a:xfrm>
                <a:off x="5020805" y="1551598"/>
                <a:ext cx="2068464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0805" y="1551598"/>
                <a:ext cx="2068464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11EAEE3D-CFD9-4713-8332-A48271A04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4171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biệt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1447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494FAD77-5026-4520-A340-7AD76438C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267" y="1402437"/>
            <a:ext cx="6464713" cy="5401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  <a:blipFill>
                <a:blip r:embed="rId3"/>
                <a:stretch>
                  <a:fillRect l="-1247" t="-32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75D0C5-6EF4-4E7E-9A19-4CA707946153}"/>
              </a:ext>
            </a:extLst>
          </p:cNvPr>
          <p:cNvCxnSpPr/>
          <p:nvPr/>
        </p:nvCxnSpPr>
        <p:spPr>
          <a:xfrm>
            <a:off x="932240" y="2816194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/>
              <p:nvPr/>
            </p:nvSpPr>
            <p:spPr>
              <a:xfrm>
                <a:off x="2199655" y="2525189"/>
                <a:ext cx="3226783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th</m:t>
                          </m:r>
                        </m:fName>
                        <m:e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655" y="2525189"/>
                <a:ext cx="322678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DD941F-5B8B-48B9-8ACA-11A2D0AED43F}"/>
                  </a:ext>
                </a:extLst>
              </p:cNvPr>
              <p:cNvSpPr txBox="1"/>
              <p:nvPr/>
            </p:nvSpPr>
            <p:spPr>
              <a:xfrm>
                <a:off x="932241" y="3788705"/>
                <a:ext cx="3372474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tg</m:t>
                          </m:r>
                        </m:fName>
                        <m:e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DD941F-5B8B-48B9-8ACA-11A2D0AED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41" y="3788705"/>
                <a:ext cx="337247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C0825692-8714-441E-B8E8-6A6899E07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4171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biệt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22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88E89EB6-2803-41FF-9C56-74171F2B6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722" y="1379334"/>
            <a:ext cx="6740278" cy="54786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endParaRPr lang="en-GB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  <a:blipFill>
                <a:blip r:embed="rId3"/>
                <a:stretch>
                  <a:fillRect l="-1247" t="-32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75D0C5-6EF4-4E7E-9A19-4CA707946153}"/>
              </a:ext>
            </a:extLst>
          </p:cNvPr>
          <p:cNvCxnSpPr/>
          <p:nvPr/>
        </p:nvCxnSpPr>
        <p:spPr>
          <a:xfrm>
            <a:off x="932240" y="2816194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/>
              <p:nvPr/>
            </p:nvSpPr>
            <p:spPr>
              <a:xfrm>
                <a:off x="2199655" y="2525189"/>
                <a:ext cx="3638437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</m:t>
                          </m:r>
                          <m:r>
                            <m:rPr>
                              <m:sty m:val="p"/>
                            </m:rPr>
                            <a:rPr lang="en-GB" sz="32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th</m:t>
                          </m:r>
                        </m:fName>
                        <m:e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655" y="2525189"/>
                <a:ext cx="363843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DD941F-5B8B-48B9-8ACA-11A2D0AED43F}"/>
                  </a:ext>
                </a:extLst>
              </p:cNvPr>
              <p:cNvSpPr txBox="1"/>
              <p:nvPr/>
            </p:nvSpPr>
            <p:spPr>
              <a:xfrm>
                <a:off x="823089" y="4311416"/>
                <a:ext cx="4160265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cotg</m:t>
                          </m:r>
                        </m:fName>
                        <m:e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DD941F-5B8B-48B9-8ACA-11A2D0AED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089" y="4311416"/>
                <a:ext cx="416026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BBFE4F-C755-4E3B-86B0-B5A846A318F3}"/>
                  </a:ext>
                </a:extLst>
              </p:cNvPr>
              <p:cNvSpPr txBox="1"/>
              <p:nvPr/>
            </p:nvSpPr>
            <p:spPr>
              <a:xfrm>
                <a:off x="11047692" y="3879166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BBFE4F-C755-4E3B-86B0-B5A846A31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7692" y="3879166"/>
                <a:ext cx="181140" cy="276999"/>
              </a:xfrm>
              <a:prstGeom prst="rect">
                <a:avLst/>
              </a:prstGeom>
              <a:blipFill>
                <a:blip r:embed="rId7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2C7A10EE-F072-4472-B8C6-484B9B20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4171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biệt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9163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2635271"/>
              </a:xfrm>
            </p:spPr>
            <p:txBody>
              <a:bodyPr anchor="ctr"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𝒋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2635271"/>
              </a:xfrm>
              <a:blipFill>
                <a:blip r:embed="rId2"/>
                <a:stretch>
                  <a:fillRect l="-12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/>
              <p:nvPr/>
            </p:nvSpPr>
            <p:spPr>
              <a:xfrm>
                <a:off x="1716697" y="4079744"/>
                <a:ext cx="8758606" cy="113441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697" y="4079744"/>
                <a:ext cx="8758606" cy="11344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AA05C837-7827-41F8-8583-C9C89C1E3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4171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biệt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750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13439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chuẩn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hóa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643953"/>
              </a:xfrm>
            </p:spPr>
            <p:txBody>
              <a:bodyPr anchor="ctr"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kháng đường dây chuẩn hóa </a:t>
                </a:r>
                <a14:m>
                  <m:oMath xmlns:m="http://schemas.openxmlformats.org/officeDocument/2006/math">
                    <m:r>
                      <a:rPr lang="en-GB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𝒛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điểm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được 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tỉ số giữa trở kháng đường dây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𝒁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với trở kháng đặc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đường 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kháng 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 được chuẩn hóa theo trở kháng đặc 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đường dây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643953"/>
              </a:xfrm>
              <a:blipFill>
                <a:blip r:embed="rId2"/>
                <a:stretch>
                  <a:fillRect l="-1247" t="-3412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/>
              <p:nvPr/>
            </p:nvSpPr>
            <p:spPr>
              <a:xfrm>
                <a:off x="4878152" y="3392285"/>
                <a:ext cx="2330917" cy="113165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52" y="3392285"/>
                <a:ext cx="2330917" cy="11316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B6ECE9-CF6A-4222-808D-5D5D3C86ED53}"/>
                  </a:ext>
                </a:extLst>
              </p:cNvPr>
              <p:cNvSpPr txBox="1"/>
              <p:nvPr/>
            </p:nvSpPr>
            <p:spPr>
              <a:xfrm>
                <a:off x="4858719" y="5361663"/>
                <a:ext cx="2330917" cy="113441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B6ECE9-CF6A-4222-808D-5D5D3C86E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719" y="5361663"/>
                <a:ext cx="2330917" cy="11344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3082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96B525-31BE-465B-8233-66B18BB855C0}"/>
                  </a:ext>
                </a:extLst>
              </p:cNvPr>
              <p:cNvSpPr txBox="1"/>
              <p:nvPr/>
            </p:nvSpPr>
            <p:spPr>
              <a:xfrm>
                <a:off x="6784387" y="2396770"/>
                <a:ext cx="3547032" cy="113165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96B525-31BE-465B-8233-66B18BB85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387" y="2396770"/>
                <a:ext cx="3547032" cy="11316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5.5 Quan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giữa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xạ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01E5B0-7611-425F-84D8-D9740FEF8503}"/>
                  </a:ext>
                </a:extLst>
              </p:cNvPr>
              <p:cNvSpPr txBox="1"/>
              <p:nvPr/>
            </p:nvSpPr>
            <p:spPr>
              <a:xfrm>
                <a:off x="1244184" y="2423468"/>
                <a:ext cx="3655692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01E5B0-7611-425F-84D8-D9740FEF8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184" y="2423468"/>
                <a:ext cx="3655692" cy="11176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3B2CEB-F065-4F60-8162-5BBF05C92142}"/>
                  </a:ext>
                </a:extLst>
              </p:cNvPr>
              <p:cNvSpPr txBox="1"/>
              <p:nvPr/>
            </p:nvSpPr>
            <p:spPr>
              <a:xfrm>
                <a:off x="1352844" y="4830181"/>
                <a:ext cx="3547032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3B2CEB-F065-4F60-8162-5BBF05C92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844" y="4830181"/>
                <a:ext cx="3547032" cy="1117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8AA0F8-27B8-44BA-9EDC-52738B1BE621}"/>
                  </a:ext>
                </a:extLst>
              </p:cNvPr>
              <p:cNvSpPr txBox="1"/>
              <p:nvPr/>
            </p:nvSpPr>
            <p:spPr>
              <a:xfrm>
                <a:off x="6780068" y="4771879"/>
                <a:ext cx="3547032" cy="113165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8AA0F8-27B8-44BA-9EDC-52738B1BE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068" y="4771879"/>
                <a:ext cx="3547032" cy="11316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3EEADA3-058E-43F6-9653-E6E4BA388E7A}"/>
              </a:ext>
            </a:extLst>
          </p:cNvPr>
          <p:cNvCxnSpPr>
            <a:cxnSpLocks/>
          </p:cNvCxnSpPr>
          <p:nvPr/>
        </p:nvCxnSpPr>
        <p:spPr>
          <a:xfrm>
            <a:off x="5092504" y="5428547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C2F61D-A25B-4FCE-8D6E-EFED8966F431}"/>
              </a:ext>
            </a:extLst>
          </p:cNvPr>
          <p:cNvCxnSpPr>
            <a:cxnSpLocks/>
          </p:cNvCxnSpPr>
          <p:nvPr/>
        </p:nvCxnSpPr>
        <p:spPr>
          <a:xfrm>
            <a:off x="5092504" y="3034694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6732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669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5.6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nạp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346787"/>
              </a:xfrm>
            </p:spPr>
            <p:txBody>
              <a:bodyPr anchor="ctr"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đảo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346787"/>
              </a:xfrm>
              <a:blipFill>
                <a:blip r:embed="rId2"/>
                <a:stretch>
                  <a:fillRect l="-1247" t="-2384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/>
              <p:nvPr/>
            </p:nvSpPr>
            <p:spPr>
              <a:xfrm>
                <a:off x="5155353" y="3028175"/>
                <a:ext cx="1569910" cy="114358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5353" y="3028175"/>
                <a:ext cx="1569910" cy="11435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DBC89E-38CD-4298-A285-64FD3782FD8B}"/>
                  </a:ext>
                </a:extLst>
              </p:cNvPr>
              <p:cNvSpPr txBox="1"/>
              <p:nvPr/>
            </p:nvSpPr>
            <p:spPr>
              <a:xfrm>
                <a:off x="5052051" y="5211642"/>
                <a:ext cx="1776515" cy="110113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DBC89E-38CD-4298-A285-64FD3782F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051" y="5211642"/>
                <a:ext cx="1776515" cy="11011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2328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346787"/>
              </a:xfrm>
            </p:spPr>
            <p:txBody>
              <a:bodyPr anchor="ctr"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𝒀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bất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đảo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𝒁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đảo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346787"/>
              </a:xfrm>
              <a:blipFill>
                <a:blip r:embed="rId2"/>
                <a:stretch>
                  <a:fillRect l="-1247" t="-2384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/>
              <p:nvPr/>
            </p:nvSpPr>
            <p:spPr>
              <a:xfrm>
                <a:off x="4884325" y="3003470"/>
                <a:ext cx="2423350" cy="108715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𝑌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325" y="3003470"/>
                <a:ext cx="2423350" cy="1087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DBC89E-38CD-4298-A285-64FD3782FD8B}"/>
                  </a:ext>
                </a:extLst>
              </p:cNvPr>
              <p:cNvSpPr txBox="1"/>
              <p:nvPr/>
            </p:nvSpPr>
            <p:spPr>
              <a:xfrm>
                <a:off x="5151646" y="5219283"/>
                <a:ext cx="1776515" cy="110113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DBC89E-38CD-4298-A285-64FD3782F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46" y="5219283"/>
                <a:ext cx="1776515" cy="11011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30E24B01-762E-4E67-B422-E6746ADCB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669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5.6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nạp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0258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49718E-815D-4B2A-94F4-25F54DC3C5A7}"/>
                  </a:ext>
                </a:extLst>
              </p:cNvPr>
              <p:cNvSpPr txBox="1"/>
              <p:nvPr/>
            </p:nvSpPr>
            <p:spPr>
              <a:xfrm>
                <a:off x="3667213" y="1819840"/>
                <a:ext cx="4548082" cy="113165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𝑌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49718E-815D-4B2A-94F4-25F54DC3C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213" y="1819840"/>
                <a:ext cx="4548082" cy="11316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73B8E5-5282-4B75-B2D6-70FAF874171E}"/>
                  </a:ext>
                </a:extLst>
              </p:cNvPr>
              <p:cNvSpPr txBox="1"/>
              <p:nvPr/>
            </p:nvSpPr>
            <p:spPr>
              <a:xfrm>
                <a:off x="6910995" y="3215215"/>
                <a:ext cx="3801551" cy="114358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73B8E5-5282-4B75-B2D6-70FAF8741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995" y="3215215"/>
                <a:ext cx="3801551" cy="11435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85CBC0-5342-42E8-97E2-C0BFB289B4E8}"/>
                  </a:ext>
                </a:extLst>
              </p:cNvPr>
              <p:cNvSpPr txBox="1"/>
              <p:nvPr/>
            </p:nvSpPr>
            <p:spPr>
              <a:xfrm>
                <a:off x="1479453" y="3241913"/>
                <a:ext cx="3547032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𝑌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85CBC0-5342-42E8-97E2-C0BFB289B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453" y="3241913"/>
                <a:ext cx="3547032" cy="1117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38FF31-A3DC-4E2B-9D17-59FD7F976596}"/>
                  </a:ext>
                </a:extLst>
              </p:cNvPr>
              <p:cNvSpPr txBox="1"/>
              <p:nvPr/>
            </p:nvSpPr>
            <p:spPr>
              <a:xfrm>
                <a:off x="1479453" y="5041022"/>
                <a:ext cx="3547032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38FF31-A3DC-4E2B-9D17-59FD7F976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453" y="5041022"/>
                <a:ext cx="3547032" cy="11176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A890BD-6C92-4714-9CF5-4043950C94BC}"/>
                  </a:ext>
                </a:extLst>
              </p:cNvPr>
              <p:cNvSpPr txBox="1"/>
              <p:nvPr/>
            </p:nvSpPr>
            <p:spPr>
              <a:xfrm>
                <a:off x="6906677" y="4982720"/>
                <a:ext cx="3547032" cy="113216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A890BD-6C92-4714-9CF5-4043950C9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6677" y="4982720"/>
                <a:ext cx="3547032" cy="11321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641858-4B9C-4F5F-9B2F-7C2B6DFB4FBD}"/>
              </a:ext>
            </a:extLst>
          </p:cNvPr>
          <p:cNvCxnSpPr>
            <a:cxnSpLocks/>
          </p:cNvCxnSpPr>
          <p:nvPr/>
        </p:nvCxnSpPr>
        <p:spPr>
          <a:xfrm>
            <a:off x="5219113" y="3853139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14AE48-ACE2-465F-AD8C-06A6B42C0E59}"/>
              </a:ext>
            </a:extLst>
          </p:cNvPr>
          <p:cNvCxnSpPr>
            <a:cxnSpLocks/>
          </p:cNvCxnSpPr>
          <p:nvPr/>
        </p:nvCxnSpPr>
        <p:spPr>
          <a:xfrm>
            <a:off x="5219113" y="5581121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BFB77363-FBD2-428F-B852-4269D76B1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669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5.6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nạp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961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>
              <a:buFont typeface="+mj-lt"/>
              <a:buAutoNum type="arabicPeriod" startAt="6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1600012"/>
              </p:ext>
            </p:extLst>
          </p:nvPr>
        </p:nvGraphicFramePr>
        <p:xfrm>
          <a:off x="5320633" y="1438421"/>
          <a:ext cx="6254724" cy="3981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74279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2453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4" y="1424066"/>
            <a:ext cx="10753725" cy="5433934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 nguồn tín hiệu đơn sắc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sóng tới và sóng phản xạ đều là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tín hiệu sin cùng tần số, lan truyền theo hai hướng ngược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 nhau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 này sẽ </a:t>
            </a:r>
            <a:r>
              <a:rPr lang="vi-V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 giao thoa sóng dọc theo đường truyền sóng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 là trên đường truyền, sẽ có các điểm biên độ sóng tổng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(điện áp hoặc dòng điện) đạt cực đại gọi là bụng sóng và sẽ 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điểm biên độ sóng tổng đạt cực tiểu gọi là nút sóng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trên </a:t>
            </a:r>
            <a:r>
              <a:rPr lang="vi-V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 là hiện tượng sóng đứng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 đường dây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306587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85B976C-17EF-415B-B03C-BAF9443B9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CCF154-219C-4B08-80D0-307167E5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39">
            <a:extLst>
              <a:ext uri="{FF2B5EF4-FFF2-40B4-BE49-F238E27FC236}">
                <a16:creationId xmlns:a16="http://schemas.microsoft.com/office/drawing/2014/main" id="{8633651C-49DB-4498-A6A1-68144827C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2536" y="0"/>
            <a:ext cx="67394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04F803-598F-47A0-8EFA-3F31AB863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456" y="0"/>
            <a:ext cx="6266865" cy="26007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62D1F9-384D-42D2-A058-0EF16054E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908" y="2221167"/>
            <a:ext cx="6169959" cy="20360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ED75D5-3B4B-43A9-8E15-9EEF90037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484" y="4138257"/>
            <a:ext cx="6066042" cy="2074926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A3FA9474-2BF6-4BD3-B411-1C9CCFABB10B}"/>
              </a:ext>
            </a:extLst>
          </p:cNvPr>
          <p:cNvSpPr txBox="1">
            <a:spLocks/>
          </p:cNvSpPr>
          <p:nvPr/>
        </p:nvSpPr>
        <p:spPr>
          <a:xfrm>
            <a:off x="706298" y="639763"/>
            <a:ext cx="3997693" cy="54927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67892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7917" y="317644"/>
            <a:ext cx="4332158" cy="6278028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</a:t>
            </a:r>
            <a:r>
              <a:rPr lang="vi-VN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 điểm cố định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 đường dây mà tại đó, </a:t>
            </a:r>
            <a:r>
              <a:rPr lang="vi-V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 áp biến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thiên trong phạm vi cực đại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Đó là các điểm </a:t>
            </a:r>
            <a:r>
              <a:rPr lang="vi-V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bụng sóng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</a:t>
            </a:r>
            <a:r>
              <a:rPr lang="vi-VN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 điểm cố định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 đường dây mà tại đó, </a:t>
            </a:r>
            <a:r>
              <a:rPr lang="vi-V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 áp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 luôn triệt tiêu hoặc biến thiên trong phạm vi nhỏ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Đó là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điểm </a:t>
            </a:r>
            <a:r>
              <a:rPr lang="vi-V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 sóng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52491" y="317644"/>
            <a:ext cx="7092690" cy="924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4F1073C1-AD5A-425D-9E84-11CEF413D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2" y="2396863"/>
            <a:ext cx="7404067" cy="354658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89596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2453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856936"/>
                <a:ext cx="10753725" cy="4846320"/>
              </a:xfrm>
            </p:spPr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tiểu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𝝀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856936"/>
                <a:ext cx="10753725" cy="4846320"/>
              </a:xfrm>
              <a:blipFill>
                <a:blip r:embed="rId2"/>
                <a:stretch>
                  <a:fillRect l="-1304" t="-3270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7E97D6-303F-4FFD-AB31-79C7214951A3}"/>
                  </a:ext>
                </a:extLst>
              </p:cNvPr>
              <p:cNvSpPr txBox="1"/>
              <p:nvPr/>
            </p:nvSpPr>
            <p:spPr>
              <a:xfrm>
                <a:off x="1043065" y="2867798"/>
                <a:ext cx="10184568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  <m:sSup>
                      <m:sSup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  <m:d>
                              <m:dPr>
                                <m:ctrlPr>
                                  <a:rPr lang="el-GR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7E97D6-303F-4FFD-AB31-79C721495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065" y="2867798"/>
                <a:ext cx="10184568" cy="584775"/>
              </a:xfrm>
              <a:prstGeom prst="rect">
                <a:avLst/>
              </a:prstGeom>
              <a:blipFill>
                <a:blip r:embed="rId3"/>
                <a:stretch>
                  <a:fillRect t="-14583" r="-1137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240E62-7292-4E5E-90FA-C930C86985F4}"/>
                  </a:ext>
                </a:extLst>
              </p:cNvPr>
              <p:cNvSpPr txBox="1"/>
              <p:nvPr/>
            </p:nvSpPr>
            <p:spPr>
              <a:xfrm>
                <a:off x="382951" y="3670700"/>
                <a:ext cx="11426097" cy="74558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  <m:sSup>
                      <m:sSup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  <m:d>
                              <m:dPr>
                                <m:ctrlPr>
                                  <a:rPr lang="el-GR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240E62-7292-4E5E-90FA-C930C8698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51" y="3670700"/>
                <a:ext cx="11426097" cy="745589"/>
              </a:xfrm>
              <a:prstGeom prst="rect">
                <a:avLst/>
              </a:prstGeom>
              <a:blipFill>
                <a:blip r:embed="rId4"/>
                <a:stretch>
                  <a:fillRect t="-4098" r="-1334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B5FC50-3B6F-4675-AB32-B4B12A56FCE9}"/>
                  </a:ext>
                </a:extLst>
              </p:cNvPr>
              <p:cNvSpPr txBox="1"/>
              <p:nvPr/>
            </p:nvSpPr>
            <p:spPr>
              <a:xfrm>
                <a:off x="395209" y="4634416"/>
                <a:ext cx="11413839" cy="89934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b>
                        </m:sSub>
                        <m:sSup>
                          <m:sSup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  <m:d>
                      <m:d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  <m:d>
                              <m:dPr>
                                <m:ctrlPr>
                                  <a:rPr lang="el-GR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f>
                      <m:fPr>
                        <m:ctrlP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B5FC50-3B6F-4675-AB32-B4B12A56F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09" y="4634416"/>
                <a:ext cx="11413839" cy="899349"/>
              </a:xfrm>
              <a:prstGeom prst="rect">
                <a:avLst/>
              </a:prstGeom>
              <a:blipFill>
                <a:blip r:embed="rId5"/>
                <a:stretch>
                  <a:fillRect r="-53" b="-13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DD7593-771A-488A-AD5D-B574728C19CD}"/>
                  </a:ext>
                </a:extLst>
              </p:cNvPr>
              <p:cNvSpPr txBox="1"/>
              <p:nvPr/>
            </p:nvSpPr>
            <p:spPr>
              <a:xfrm>
                <a:off x="1153617" y="5747561"/>
                <a:ext cx="10074016" cy="89934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b>
                        </m:sSub>
                        <m:sSup>
                          <m:sSup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  <m:d>
                      <m:d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  <m:d>
                              <m:dPr>
                                <m:ctrlPr>
                                  <a:rPr lang="el-GR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DD7593-771A-488A-AD5D-B574728C1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617" y="5747561"/>
                <a:ext cx="10074016" cy="899349"/>
              </a:xfrm>
              <a:prstGeom prst="rect">
                <a:avLst/>
              </a:prstGeom>
              <a:blipFill>
                <a:blip r:embed="rId6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1055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24533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460226"/>
                <a:ext cx="10753725" cy="5243030"/>
              </a:xfrm>
            </p:spPr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tiểu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ngay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nó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𝝀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𝟒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tiểu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 biệt, 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đường truyền không tổn hao thì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kháng đường dây trở thành số thực và có giá trị cực đại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đó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tiểu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 biệt, 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đường truyền không tổn hao thì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kháng đường dây trở thành số thực và có giá trị cực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tiểu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đó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460226"/>
                <a:ext cx="10753725" cy="5243030"/>
              </a:xfrm>
              <a:blipFill>
                <a:blip r:embed="rId2"/>
                <a:stretch>
                  <a:fillRect l="-1304" t="-3023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7E97D6-303F-4FFD-AB31-79C7214951A3}"/>
                  </a:ext>
                </a:extLst>
              </p:cNvPr>
              <p:cNvSpPr txBox="1"/>
              <p:nvPr/>
            </p:nvSpPr>
            <p:spPr>
              <a:xfrm>
                <a:off x="5044477" y="5621738"/>
                <a:ext cx="2537911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7E97D6-303F-4FFD-AB31-79C721495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477" y="5621738"/>
                <a:ext cx="2537911" cy="11176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2D4142-D88D-429B-B345-1299602E92CB}"/>
                  </a:ext>
                </a:extLst>
              </p:cNvPr>
              <p:cNvSpPr txBox="1"/>
              <p:nvPr/>
            </p:nvSpPr>
            <p:spPr>
              <a:xfrm>
                <a:off x="8477226" y="5621738"/>
                <a:ext cx="2537911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2D4142-D88D-429B-B345-1299602E9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226" y="5621738"/>
                <a:ext cx="2537911" cy="1117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775592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81" y="5294906"/>
            <a:ext cx="10923638" cy="840189"/>
          </a:xfr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4CEA20B4-7F10-4B6C-B1F7-7CA0B9141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652" y="59230"/>
            <a:ext cx="8123053" cy="447467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098486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85B976C-17EF-415B-B03C-BAF9443B9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CCF154-219C-4B08-80D0-307167E5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39">
            <a:extLst>
              <a:ext uri="{FF2B5EF4-FFF2-40B4-BE49-F238E27FC236}">
                <a16:creationId xmlns:a16="http://schemas.microsoft.com/office/drawing/2014/main" id="{8633651C-49DB-4498-A6A1-68144827C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2536" y="0"/>
            <a:ext cx="67394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3FA9474-2BF6-4BD3-B411-1C9CCFABB10B}"/>
              </a:ext>
            </a:extLst>
          </p:cNvPr>
          <p:cNvSpPr txBox="1">
            <a:spLocks/>
          </p:cNvSpPr>
          <p:nvPr/>
        </p:nvSpPr>
        <p:spPr>
          <a:xfrm>
            <a:off x="706298" y="639763"/>
            <a:ext cx="3997693" cy="54927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49BF7E-D7FE-4061-9707-DAD07D344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526" y="926657"/>
            <a:ext cx="6479634" cy="53809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EF3294-0DCA-42DA-BC66-AB1AD6D07339}"/>
                  </a:ext>
                </a:extLst>
              </p:cNvPr>
              <p:cNvSpPr txBox="1"/>
              <p:nvPr/>
            </p:nvSpPr>
            <p:spPr>
              <a:xfrm>
                <a:off x="5646710" y="2743200"/>
                <a:ext cx="4492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EF3294-0DCA-42DA-BC66-AB1AD6D07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710" y="2743200"/>
                <a:ext cx="44929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08FA2C-AAD4-4712-8A6A-35CFE334AB6B}"/>
                  </a:ext>
                </a:extLst>
              </p:cNvPr>
              <p:cNvSpPr txBox="1"/>
              <p:nvPr/>
            </p:nvSpPr>
            <p:spPr>
              <a:xfrm>
                <a:off x="5457740" y="5700510"/>
                <a:ext cx="4492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08FA2C-AAD4-4712-8A6A-35CFE334A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740" y="5700510"/>
                <a:ext cx="44929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BF763F-74D9-42E6-8D92-399F682FCA28}"/>
                  </a:ext>
                </a:extLst>
              </p:cNvPr>
              <p:cNvSpPr txBox="1"/>
              <p:nvPr/>
            </p:nvSpPr>
            <p:spPr>
              <a:xfrm>
                <a:off x="10459281" y="550375"/>
                <a:ext cx="10114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BF763F-74D9-42E6-8D92-399F682FC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9281" y="550375"/>
                <a:ext cx="101143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FCEEC4-562F-47FA-BBBA-F866FB94CA5F}"/>
                  </a:ext>
                </a:extLst>
              </p:cNvPr>
              <p:cNvSpPr txBox="1"/>
              <p:nvPr/>
            </p:nvSpPr>
            <p:spPr>
              <a:xfrm>
                <a:off x="11257824" y="550375"/>
                <a:ext cx="1086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FCEEC4-562F-47FA-BBBA-F866FB94C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7824" y="550375"/>
                <a:ext cx="108677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A27B16-89E0-408B-92EE-751527FB4C32}"/>
                  </a:ext>
                </a:extLst>
              </p:cNvPr>
              <p:cNvSpPr txBox="1"/>
              <p:nvPr/>
            </p:nvSpPr>
            <p:spPr>
              <a:xfrm>
                <a:off x="10451982" y="3653850"/>
                <a:ext cx="10114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A27B16-89E0-408B-92EE-751527FB4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1982" y="3653850"/>
                <a:ext cx="1011431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18CD02-232E-4D17-9131-1044EE185D02}"/>
                  </a:ext>
                </a:extLst>
              </p:cNvPr>
              <p:cNvSpPr txBox="1"/>
              <p:nvPr/>
            </p:nvSpPr>
            <p:spPr>
              <a:xfrm>
                <a:off x="11250525" y="3653850"/>
                <a:ext cx="1086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18CD02-232E-4D17-9131-1044EE185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0525" y="3653850"/>
                <a:ext cx="1086772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C78892-08A1-4CEF-95B5-2583B95700BD}"/>
                  </a:ext>
                </a:extLst>
              </p:cNvPr>
              <p:cNvSpPr txBox="1"/>
              <p:nvPr/>
            </p:nvSpPr>
            <p:spPr>
              <a:xfrm>
                <a:off x="11770258" y="5901680"/>
                <a:ext cx="4315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C78892-08A1-4CEF-95B5-2583B9570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0258" y="5901680"/>
                <a:ext cx="43152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C314A8-C176-4991-AE23-32894E4C2C0D}"/>
                  </a:ext>
                </a:extLst>
              </p:cNvPr>
              <p:cNvSpPr txBox="1"/>
              <p:nvPr/>
            </p:nvSpPr>
            <p:spPr>
              <a:xfrm>
                <a:off x="11741871" y="2886382"/>
                <a:ext cx="4315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C314A8-C176-4991-AE23-32894E4C2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1871" y="2886382"/>
                <a:ext cx="431528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7EA0BC3-C73B-42A5-8490-BF2DCE5D8FC7}"/>
                  </a:ext>
                </a:extLst>
              </p:cNvPr>
              <p:cNvSpPr txBox="1"/>
              <p:nvPr/>
            </p:nvSpPr>
            <p:spPr>
              <a:xfrm>
                <a:off x="9714162" y="1242872"/>
                <a:ext cx="8847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7EA0BC3-C73B-42A5-8490-BF2DCE5D8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4162" y="1242872"/>
                <a:ext cx="884729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AD805D8-228F-4C9F-BCC3-B0CD9D01D6A7}"/>
                  </a:ext>
                </a:extLst>
              </p:cNvPr>
              <p:cNvSpPr txBox="1"/>
              <p:nvPr/>
            </p:nvSpPr>
            <p:spPr>
              <a:xfrm>
                <a:off x="10584951" y="1643439"/>
                <a:ext cx="8635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AD805D8-228F-4C9F-BCC3-B0CD9D01D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4951" y="1643439"/>
                <a:ext cx="863506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46BEC7-BAFE-491B-9C7B-EE67D3A39C52}"/>
                  </a:ext>
                </a:extLst>
              </p:cNvPr>
              <p:cNvSpPr txBox="1"/>
              <p:nvPr/>
            </p:nvSpPr>
            <p:spPr>
              <a:xfrm>
                <a:off x="9595775" y="4464078"/>
                <a:ext cx="8635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46BEC7-BAFE-491B-9C7B-EE67D3A39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5775" y="4464078"/>
                <a:ext cx="863506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05ADD3-21DA-4F8F-8659-0564808915FF}"/>
                  </a:ext>
                </a:extLst>
              </p:cNvPr>
              <p:cNvSpPr txBox="1"/>
              <p:nvPr/>
            </p:nvSpPr>
            <p:spPr>
              <a:xfrm>
                <a:off x="10469067" y="4058780"/>
                <a:ext cx="8847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05ADD3-21DA-4F8F-8659-056480891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9067" y="4058780"/>
                <a:ext cx="884729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814508F-7096-4789-B9B8-1B2F3C942C0D}"/>
                  </a:ext>
                </a:extLst>
              </p:cNvPr>
              <p:cNvSpPr txBox="1"/>
              <p:nvPr/>
            </p:nvSpPr>
            <p:spPr>
              <a:xfrm>
                <a:off x="10538348" y="3226028"/>
                <a:ext cx="7461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/4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814508F-7096-4789-B9B8-1B2F3C942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8348" y="3226028"/>
                <a:ext cx="746166" cy="461665"/>
              </a:xfrm>
              <a:prstGeom prst="rect">
                <a:avLst/>
              </a:prstGeom>
              <a:blipFill>
                <a:blip r:embed="rId15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07011D1-A2AC-4715-A07A-F38C331D72B7}"/>
                  </a:ext>
                </a:extLst>
              </p:cNvPr>
              <p:cNvSpPr txBox="1"/>
              <p:nvPr/>
            </p:nvSpPr>
            <p:spPr>
              <a:xfrm>
                <a:off x="9630440" y="3226028"/>
                <a:ext cx="7461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/2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07011D1-A2AC-4715-A07A-F38C331D7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440" y="3226028"/>
                <a:ext cx="746166" cy="461665"/>
              </a:xfrm>
              <a:prstGeom prst="rect">
                <a:avLst/>
              </a:prstGeom>
              <a:blipFill>
                <a:blip r:embed="rId16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6C26C8-4A0D-4624-9128-E642B3919FAE}"/>
                  </a:ext>
                </a:extLst>
              </p:cNvPr>
              <p:cNvSpPr txBox="1"/>
              <p:nvPr/>
            </p:nvSpPr>
            <p:spPr>
              <a:xfrm>
                <a:off x="8629018" y="3226028"/>
                <a:ext cx="916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/4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6C26C8-4A0D-4624-9128-E642B3919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018" y="3226028"/>
                <a:ext cx="916085" cy="461665"/>
              </a:xfrm>
              <a:prstGeom prst="rect">
                <a:avLst/>
              </a:prstGeom>
              <a:blipFill>
                <a:blip r:embed="rId17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CD82BA-1E0D-4B4C-82B8-12AAE11BF9AF}"/>
                  </a:ext>
                </a:extLst>
              </p:cNvPr>
              <p:cNvSpPr txBox="1"/>
              <p:nvPr/>
            </p:nvSpPr>
            <p:spPr>
              <a:xfrm>
                <a:off x="8017759" y="3227426"/>
                <a:ext cx="425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CD82BA-1E0D-4B4C-82B8-12AAE11BF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759" y="3227426"/>
                <a:ext cx="425565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956ECB1-2260-40C8-8727-597D4346E47A}"/>
                  </a:ext>
                </a:extLst>
              </p:cNvPr>
              <p:cNvSpPr txBox="1"/>
              <p:nvPr/>
            </p:nvSpPr>
            <p:spPr>
              <a:xfrm>
                <a:off x="6944961" y="3198167"/>
                <a:ext cx="916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/4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956ECB1-2260-40C8-8727-597D4346E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961" y="3198167"/>
                <a:ext cx="916085" cy="461665"/>
              </a:xfrm>
              <a:prstGeom prst="rect">
                <a:avLst/>
              </a:prstGeom>
              <a:blipFill>
                <a:blip r:embed="rId19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F95D831-9005-4D55-910B-D9157C93A063}"/>
                  </a:ext>
                </a:extLst>
              </p:cNvPr>
              <p:cNvSpPr txBox="1"/>
              <p:nvPr/>
            </p:nvSpPr>
            <p:spPr>
              <a:xfrm>
                <a:off x="6018486" y="3198167"/>
                <a:ext cx="916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/2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F95D831-9005-4D55-910B-D9157C93A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486" y="3198167"/>
                <a:ext cx="916085" cy="461665"/>
              </a:xfrm>
              <a:prstGeom prst="rect">
                <a:avLst/>
              </a:prstGeom>
              <a:blipFill>
                <a:blip r:embed="rId20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6E5880-8EBD-4C11-A54D-3F661A4B334A}"/>
                  </a:ext>
                </a:extLst>
              </p:cNvPr>
              <p:cNvSpPr txBox="1"/>
              <p:nvPr/>
            </p:nvSpPr>
            <p:spPr>
              <a:xfrm>
                <a:off x="10536930" y="6164575"/>
                <a:ext cx="7461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/4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6E5880-8EBD-4C11-A54D-3F661A4B3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6930" y="6164575"/>
                <a:ext cx="746166" cy="461665"/>
              </a:xfrm>
              <a:prstGeom prst="rect">
                <a:avLst/>
              </a:prstGeom>
              <a:blipFill>
                <a:blip r:embed="rId21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0561CD-A60D-496C-B722-50AAD90B40FD}"/>
                  </a:ext>
                </a:extLst>
              </p:cNvPr>
              <p:cNvSpPr txBox="1"/>
              <p:nvPr/>
            </p:nvSpPr>
            <p:spPr>
              <a:xfrm>
                <a:off x="9629022" y="6164575"/>
                <a:ext cx="7461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/2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0561CD-A60D-496C-B722-50AAD90B4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022" y="6164575"/>
                <a:ext cx="746166" cy="461665"/>
              </a:xfrm>
              <a:prstGeom prst="rect">
                <a:avLst/>
              </a:prstGeom>
              <a:blipFill>
                <a:blip r:embed="rId2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C3DFB1D-57BA-41EA-BD3E-4B15F8BE5B82}"/>
                  </a:ext>
                </a:extLst>
              </p:cNvPr>
              <p:cNvSpPr txBox="1"/>
              <p:nvPr/>
            </p:nvSpPr>
            <p:spPr>
              <a:xfrm>
                <a:off x="8627600" y="6164575"/>
                <a:ext cx="916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/4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C3DFB1D-57BA-41EA-BD3E-4B15F8BE5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600" y="6164575"/>
                <a:ext cx="916085" cy="461665"/>
              </a:xfrm>
              <a:prstGeom prst="rect">
                <a:avLst/>
              </a:prstGeom>
              <a:blipFill>
                <a:blip r:embed="rId2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3CFECB-78ED-4FA6-88D6-B27386CA5646}"/>
                  </a:ext>
                </a:extLst>
              </p:cNvPr>
              <p:cNvSpPr txBox="1"/>
              <p:nvPr/>
            </p:nvSpPr>
            <p:spPr>
              <a:xfrm>
                <a:off x="8016341" y="6165973"/>
                <a:ext cx="425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3CFECB-78ED-4FA6-88D6-B27386CA5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341" y="6165973"/>
                <a:ext cx="425565" cy="4616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E06117A-3910-4737-A4CB-61779E93CEE3}"/>
                  </a:ext>
                </a:extLst>
              </p:cNvPr>
              <p:cNvSpPr txBox="1"/>
              <p:nvPr/>
            </p:nvSpPr>
            <p:spPr>
              <a:xfrm>
                <a:off x="6943543" y="6136714"/>
                <a:ext cx="916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/4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E06117A-3910-4737-A4CB-61779E93C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543" y="6136714"/>
                <a:ext cx="916085" cy="461665"/>
              </a:xfrm>
              <a:prstGeom prst="rect">
                <a:avLst/>
              </a:prstGeom>
              <a:blipFill>
                <a:blip r:embed="rId2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07D07DD-5E0F-464C-A4E1-CBB5EF95F8E8}"/>
                  </a:ext>
                </a:extLst>
              </p:cNvPr>
              <p:cNvSpPr txBox="1"/>
              <p:nvPr/>
            </p:nvSpPr>
            <p:spPr>
              <a:xfrm>
                <a:off x="6017068" y="6136714"/>
                <a:ext cx="916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/2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07D07DD-5E0F-464C-A4E1-CBB5EF95F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068" y="6136714"/>
                <a:ext cx="916085" cy="461665"/>
              </a:xfrm>
              <a:prstGeom prst="rect">
                <a:avLst/>
              </a:prstGeom>
              <a:blipFill>
                <a:blip r:embed="rId2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EF3F1A4-75AF-4482-ABA8-F9142D99654B}"/>
                  </a:ext>
                </a:extLst>
              </p:cNvPr>
              <p:cNvSpPr txBox="1"/>
              <p:nvPr/>
            </p:nvSpPr>
            <p:spPr>
              <a:xfrm>
                <a:off x="7303593" y="635903"/>
                <a:ext cx="2247731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endParaRPr lang="en-GB" sz="3200" b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→∞</m:t>
                      </m:r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EF3F1A4-75AF-4482-ABA8-F9142D996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593" y="635903"/>
                <a:ext cx="2247731" cy="1077218"/>
              </a:xfrm>
              <a:prstGeom prst="rect">
                <a:avLst/>
              </a:prstGeom>
              <a:blipFill>
                <a:blip r:embed="rId27"/>
                <a:stretch>
                  <a:fillRect l="-6775" t="-7910" r="-65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25014CC-C75A-4AA8-968E-F7DDED2E678B}"/>
                  </a:ext>
                </a:extLst>
              </p:cNvPr>
              <p:cNvSpPr txBox="1"/>
              <p:nvPr/>
            </p:nvSpPr>
            <p:spPr>
              <a:xfrm>
                <a:off x="7024709" y="3617692"/>
                <a:ext cx="2624436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</a:t>
                </a:r>
                <a:r>
                  <a:rPr lang="en-GB" sz="3200" b="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endParaRPr lang="en-GB" sz="3200" b="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→0</m:t>
                      </m:r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25014CC-C75A-4AA8-968E-F7DDED2E6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709" y="3617692"/>
                <a:ext cx="2624436" cy="1077218"/>
              </a:xfrm>
              <a:prstGeom prst="rect">
                <a:avLst/>
              </a:prstGeom>
              <a:blipFill>
                <a:blip r:embed="rId28"/>
                <a:stretch>
                  <a:fillRect l="-5800" t="-7910" r="-53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40908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2453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856936"/>
                <a:ext cx="10753725" cy="4846320"/>
              </a:xfrm>
            </p:spPr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thường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suốt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856936"/>
                <a:ext cx="10753725" cy="4846320"/>
              </a:xfrm>
              <a:blipFill>
                <a:blip r:embed="rId2"/>
                <a:stretch>
                  <a:fillRect l="-1304" t="-3270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DD7593-771A-488A-AD5D-B574728C19CD}"/>
                  </a:ext>
                </a:extLst>
              </p:cNvPr>
              <p:cNvSpPr txBox="1"/>
              <p:nvPr/>
            </p:nvSpPr>
            <p:spPr>
              <a:xfrm>
                <a:off x="2509329" y="3274184"/>
                <a:ext cx="7173341" cy="113120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DD7593-771A-488A-AD5D-B574728C1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329" y="3274184"/>
                <a:ext cx="7173341" cy="1131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9E2809-8ED8-4BB1-BBE1-AAE4AB867643}"/>
                  </a:ext>
                </a:extLst>
              </p:cNvPr>
              <p:cNvSpPr txBox="1"/>
              <p:nvPr/>
            </p:nvSpPr>
            <p:spPr>
              <a:xfrm>
                <a:off x="3393337" y="5879535"/>
                <a:ext cx="5300547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&lt;∞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dương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9E2809-8ED8-4BB1-BBE1-AAE4AB867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337" y="5879535"/>
                <a:ext cx="5300547" cy="584775"/>
              </a:xfrm>
              <a:prstGeom prst="rect">
                <a:avLst/>
              </a:prstGeom>
              <a:blipFill>
                <a:blip r:embed="rId4"/>
                <a:stretch>
                  <a:fillRect t="-14583" r="-2877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B28991-97FC-4EF1-BF1F-001F2FC9B19F}"/>
                  </a:ext>
                </a:extLst>
              </p:cNvPr>
              <p:cNvSpPr txBox="1"/>
              <p:nvPr/>
            </p:nvSpPr>
            <p:spPr>
              <a:xfrm>
                <a:off x="5012198" y="4653635"/>
                <a:ext cx="2167602" cy="102573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B28991-97FC-4EF1-BF1F-001F2FC9B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198" y="4653635"/>
                <a:ext cx="2167602" cy="10257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3D228B-3C35-4F88-8638-6A61F8B93039}"/>
              </a:ext>
            </a:extLst>
          </p:cNvPr>
          <p:cNvCxnSpPr>
            <a:cxnSpLocks/>
          </p:cNvCxnSpPr>
          <p:nvPr/>
        </p:nvCxnSpPr>
        <p:spPr>
          <a:xfrm>
            <a:off x="3278695" y="5148306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7100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78" y="5233255"/>
            <a:ext cx="10923638" cy="963488"/>
          </a:xfr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581F4FEB-5226-4862-8352-79A52789C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531" y="68811"/>
            <a:ext cx="8574931" cy="45031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5D981B-9B1E-478B-B115-2FA04EBED750}"/>
                  </a:ext>
                </a:extLst>
              </p:cNvPr>
              <p:cNvSpPr txBox="1"/>
              <p:nvPr/>
            </p:nvSpPr>
            <p:spPr>
              <a:xfrm>
                <a:off x="6831740" y="1807539"/>
                <a:ext cx="2167602" cy="102573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5D981B-9B1E-478B-B115-2FA04EBED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740" y="1807539"/>
                <a:ext cx="2167602" cy="102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64289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24533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424066"/>
                <a:ext cx="10753725" cy="5433934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𝐒</m:t>
                    </m:r>
                    <m:r>
                      <a:rPr lang="en-GB" sz="3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GB" sz="3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d>
                      <m:dPr>
                        <m:begChr m:val="|"/>
                        <m:endChr m:val="|"/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𝜞</m:t>
                        </m:r>
                      </m:e>
                    </m:d>
                    <m:r>
                      <a:rPr lang="en-GB" sz="3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GB" sz="3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không còn sóng 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 trên đường 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Lúc này chỉ còn sóng tới trên đường dây,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 còn hiện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tượng sóng đứng nữa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GB" sz="32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  <m:r>
                      <a:rPr lang="en-GB" sz="32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d>
                      <m:dPr>
                        <m:begChr m:val="|"/>
                        <m:endChr m:val="|"/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𝜞</m:t>
                        </m:r>
                      </m:e>
                    </m:d>
                    <m:r>
                      <a:rPr lang="en-GB" sz="3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GB" sz="3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cuối đường 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 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 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→∞</m:t>
                        </m:r>
                      </m:e>
                    </m:d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hoặc là thuần kháng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Lúc 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iện tượng “đập mạch”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 tránh hiện tượng 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 các đường dây tải điện 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 lớn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iện tượng “đập mạch” do sóng đứng có thể gây quá áp hoặc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 dòng, tạo đánh lửa trên đường 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424066"/>
                <a:ext cx="10753725" cy="5433934"/>
              </a:xfrm>
              <a:blipFill>
                <a:blip r:embed="rId2"/>
                <a:stretch>
                  <a:fillRect l="-1304" t="-337" r="-1417" b="-2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284044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2453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856936"/>
                <a:ext cx="10753725" cy="4846320"/>
              </a:xfrm>
            </p:spPr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856936"/>
                <a:ext cx="10753725" cy="4846320"/>
              </a:xfrm>
              <a:blipFill>
                <a:blip r:embed="rId2"/>
                <a:stretch>
                  <a:fillRect l="-1304" t="-32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B28991-97FC-4EF1-BF1F-001F2FC9B19F}"/>
                  </a:ext>
                </a:extLst>
              </p:cNvPr>
              <p:cNvSpPr txBox="1"/>
              <p:nvPr/>
            </p:nvSpPr>
            <p:spPr>
              <a:xfrm>
                <a:off x="1028414" y="2482860"/>
                <a:ext cx="4729846" cy="11104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B28991-97FC-4EF1-BF1F-001F2FC9B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414" y="2482860"/>
                <a:ext cx="4729846" cy="11104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3D228B-3C35-4F88-8638-6A61F8B93039}"/>
              </a:ext>
            </a:extLst>
          </p:cNvPr>
          <p:cNvCxnSpPr>
            <a:cxnSpLocks/>
          </p:cNvCxnSpPr>
          <p:nvPr/>
        </p:nvCxnSpPr>
        <p:spPr>
          <a:xfrm>
            <a:off x="6306708" y="3038107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203440-23B8-4101-B0D6-18126F719973}"/>
                  </a:ext>
                </a:extLst>
              </p:cNvPr>
              <p:cNvSpPr txBox="1"/>
              <p:nvPr/>
            </p:nvSpPr>
            <p:spPr>
              <a:xfrm>
                <a:off x="8281616" y="2745720"/>
                <a:ext cx="1761794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203440-23B8-4101-B0D6-18126F719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616" y="2745720"/>
                <a:ext cx="1761794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F940B7-304F-45AB-98A3-DA106D9C146F}"/>
                  </a:ext>
                </a:extLst>
              </p:cNvPr>
              <p:cNvSpPr txBox="1"/>
              <p:nvPr/>
            </p:nvSpPr>
            <p:spPr>
              <a:xfrm>
                <a:off x="1028414" y="4026227"/>
                <a:ext cx="4308084" cy="11104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F940B7-304F-45AB-98A3-DA106D9C1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414" y="4026227"/>
                <a:ext cx="4308084" cy="11104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D10C9F-C8B1-40D3-9658-EF28ED86961D}"/>
              </a:ext>
            </a:extLst>
          </p:cNvPr>
          <p:cNvCxnSpPr>
            <a:cxnSpLocks/>
          </p:cNvCxnSpPr>
          <p:nvPr/>
        </p:nvCxnSpPr>
        <p:spPr>
          <a:xfrm>
            <a:off x="5758260" y="4589234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E5B544-FEAA-428A-9C13-93DABD1B21F7}"/>
                  </a:ext>
                </a:extLst>
              </p:cNvPr>
              <p:cNvSpPr txBox="1"/>
              <p:nvPr/>
            </p:nvSpPr>
            <p:spPr>
              <a:xfrm>
                <a:off x="7795549" y="4081980"/>
                <a:ext cx="2102410" cy="101450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E5B544-FEAA-428A-9C13-93DABD1B2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549" y="4081980"/>
                <a:ext cx="2102410" cy="10145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61623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>
              <a:buFont typeface="+mj-lt"/>
              <a:buAutoNum type="arabicPeriod" startAt="7"/>
            </a:pPr>
            <a:r>
              <a:rPr lang="vi-V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 đường truyền sóng cộng hưởng và phản cộng hưởng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0737720"/>
              </p:ext>
            </p:extLst>
          </p:nvPr>
        </p:nvGraphicFramePr>
        <p:xfrm>
          <a:off x="5320633" y="639763"/>
          <a:ext cx="6254724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578678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81" y="4943006"/>
            <a:ext cx="10923638" cy="1543988"/>
          </a:xfr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26EE15C-8BE0-4FF8-9165-B45306A1F097}"/>
              </a:ext>
            </a:extLst>
          </p:cNvPr>
          <p:cNvGrpSpPr/>
          <p:nvPr/>
        </p:nvGrpSpPr>
        <p:grpSpPr>
          <a:xfrm>
            <a:off x="2549160" y="529792"/>
            <a:ext cx="7093679" cy="3512417"/>
            <a:chOff x="2373448" y="732927"/>
            <a:chExt cx="7093679" cy="351241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6D14C63-349B-4A0E-871A-0942A5F91748}"/>
                </a:ext>
              </a:extLst>
            </p:cNvPr>
            <p:cNvCxnSpPr/>
            <p:nvPr/>
          </p:nvCxnSpPr>
          <p:spPr>
            <a:xfrm>
              <a:off x="3147933" y="824461"/>
              <a:ext cx="3852472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6CA863D-417F-4D42-8AA9-AA53DB86E59E}"/>
                </a:ext>
              </a:extLst>
            </p:cNvPr>
            <p:cNvCxnSpPr/>
            <p:nvPr/>
          </p:nvCxnSpPr>
          <p:spPr>
            <a:xfrm>
              <a:off x="3147933" y="2859376"/>
              <a:ext cx="3852472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AB507F2-CFA6-4C45-8A4D-76C51134E0FA}"/>
                </a:ext>
              </a:extLst>
            </p:cNvPr>
            <p:cNvSpPr/>
            <p:nvPr/>
          </p:nvSpPr>
          <p:spPr>
            <a:xfrm>
              <a:off x="3003933" y="752461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14CDDDA-AD7E-4D4C-A171-B431A7790ED9}"/>
                </a:ext>
              </a:extLst>
            </p:cNvPr>
            <p:cNvSpPr/>
            <p:nvPr/>
          </p:nvSpPr>
          <p:spPr>
            <a:xfrm>
              <a:off x="3003933" y="2787376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7064108-484D-4723-B269-6DE39816FB51}"/>
                </a:ext>
              </a:extLst>
            </p:cNvPr>
            <p:cNvSpPr/>
            <p:nvPr/>
          </p:nvSpPr>
          <p:spPr>
            <a:xfrm>
              <a:off x="7000405" y="732927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4709606-376B-4B3F-8AA4-7FEA95D4E938}"/>
                </a:ext>
              </a:extLst>
            </p:cNvPr>
            <p:cNvSpPr/>
            <p:nvPr/>
          </p:nvSpPr>
          <p:spPr>
            <a:xfrm>
              <a:off x="7000405" y="279782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5C2111-F605-402C-8CDD-AE969CAF035E}"/>
                </a:ext>
              </a:extLst>
            </p:cNvPr>
            <p:cNvCxnSpPr>
              <a:cxnSpLocks/>
            </p:cNvCxnSpPr>
            <p:nvPr/>
          </p:nvCxnSpPr>
          <p:spPr>
            <a:xfrm>
              <a:off x="7159395" y="824461"/>
              <a:ext cx="142996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980AE13-2B43-4F9C-87AB-F50EDCEC2AEE}"/>
                </a:ext>
              </a:extLst>
            </p:cNvPr>
            <p:cNvCxnSpPr>
              <a:cxnSpLocks/>
            </p:cNvCxnSpPr>
            <p:nvPr/>
          </p:nvCxnSpPr>
          <p:spPr>
            <a:xfrm>
              <a:off x="7159398" y="2869822"/>
              <a:ext cx="142996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15C17B-9685-44AE-963D-65CCBEAC13A8}"/>
                </a:ext>
              </a:extLst>
            </p:cNvPr>
            <p:cNvSpPr/>
            <p:nvPr/>
          </p:nvSpPr>
          <p:spPr>
            <a:xfrm>
              <a:off x="8394490" y="1409078"/>
              <a:ext cx="374754" cy="929386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D94377C-B412-4B5E-AA3C-4C67DB9EF2AF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8581867" y="824460"/>
              <a:ext cx="0" cy="5846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1426217-2666-4EE0-86EC-ECCE129FC3AB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8581864" y="2338464"/>
              <a:ext cx="3" cy="5313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34FCC2E-011C-4B66-8E8E-E10B0C678D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7933" y="3176667"/>
              <a:ext cx="3852472" cy="0"/>
            </a:xfrm>
            <a:prstGeom prst="line">
              <a:avLst/>
            </a:prstGeom>
            <a:ln w="38100">
              <a:solidFill>
                <a:srgbClr val="00B05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5F1E97E-4ACC-4893-8A2A-719580FCA97D}"/>
                    </a:ext>
                  </a:extLst>
                </p:cNvPr>
                <p:cNvSpPr txBox="1"/>
                <p:nvPr/>
              </p:nvSpPr>
              <p:spPr>
                <a:xfrm>
                  <a:off x="2373448" y="1585531"/>
                  <a:ext cx="83125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5F1E97E-4ACC-4893-8A2A-719580FCA9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3448" y="1585531"/>
                  <a:ext cx="83125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9BD6F19-2EE8-479B-9B10-C0FAD2FFBC70}"/>
                    </a:ext>
                  </a:extLst>
                </p:cNvPr>
                <p:cNvSpPr txBox="1"/>
                <p:nvPr/>
              </p:nvSpPr>
              <p:spPr>
                <a:xfrm>
                  <a:off x="8769244" y="1581383"/>
                  <a:ext cx="69788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9BD6F19-2EE8-479B-9B10-C0FAD2FFBC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9244" y="1581383"/>
                  <a:ext cx="69788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83D33FA-96B9-460A-BA48-612875D37AE9}"/>
                    </a:ext>
                  </a:extLst>
                </p:cNvPr>
                <p:cNvSpPr txBox="1"/>
                <p:nvPr/>
              </p:nvSpPr>
              <p:spPr>
                <a:xfrm>
                  <a:off x="5071725" y="1581383"/>
                  <a:ext cx="69948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83D33FA-96B9-460A-BA48-612875D37A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725" y="1581383"/>
                  <a:ext cx="699486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9DB8CCA-547A-4B3E-82EF-1EBE2548950B}"/>
                    </a:ext>
                  </a:extLst>
                </p:cNvPr>
                <p:cNvSpPr txBox="1"/>
                <p:nvPr/>
              </p:nvSpPr>
              <p:spPr>
                <a:xfrm>
                  <a:off x="4483014" y="3221025"/>
                  <a:ext cx="1182310" cy="10243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l-GR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9DB8CCA-547A-4B3E-82EF-1EBE25489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3014" y="3221025"/>
                  <a:ext cx="1182310" cy="102431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6EE8C58F-6B25-4FDD-B6DE-A0B4E6D96EF7}"/>
                </a:ext>
              </a:extLst>
            </p:cNvPr>
            <p:cNvSpPr/>
            <p:nvPr/>
          </p:nvSpPr>
          <p:spPr>
            <a:xfrm>
              <a:off x="3159805" y="1648922"/>
              <a:ext cx="978408" cy="484632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29071694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54745"/>
            <a:ext cx="10772775" cy="1584114"/>
          </a:xfrm>
          <a:solidFill>
            <a:srgbClr val="D9D9D9"/>
          </a:solidFill>
        </p:spPr>
        <p:txBody>
          <a:bodyPr>
            <a:no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738860"/>
                <a:ext cx="10753725" cy="5119140"/>
              </a:xfrm>
            </p:spPr>
            <p:txBody>
              <a:bodyPr anchor="t">
                <a:normAutofit lnSpcReduction="10000"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tỉ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738860"/>
                <a:ext cx="10753725" cy="5119140"/>
              </a:xfrm>
              <a:blipFill>
                <a:blip r:embed="rId2"/>
                <a:stretch>
                  <a:fillRect l="-1304" t="-35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863324-CBB6-42D2-BED2-904FA5D2CE74}"/>
                  </a:ext>
                </a:extLst>
              </p:cNvPr>
              <p:cNvSpPr txBox="1"/>
              <p:nvPr/>
            </p:nvSpPr>
            <p:spPr>
              <a:xfrm>
                <a:off x="4190406" y="2533964"/>
                <a:ext cx="3706410" cy="102752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den>
                      </m:f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863324-CBB6-42D2-BED2-904FA5D2C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406" y="2533964"/>
                <a:ext cx="3706410" cy="1027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4D6737-09C1-4D56-8963-8B03F7686972}"/>
                  </a:ext>
                </a:extLst>
              </p:cNvPr>
              <p:cNvSpPr txBox="1"/>
              <p:nvPr/>
            </p:nvSpPr>
            <p:spPr>
              <a:xfrm>
                <a:off x="2529042" y="4281017"/>
                <a:ext cx="7029137" cy="119789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4D6737-09C1-4D56-8963-8B03F7686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042" y="4281017"/>
                <a:ext cx="7029137" cy="11978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6206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54745"/>
            <a:ext cx="10772775" cy="1584114"/>
          </a:xfrm>
          <a:solidFill>
            <a:srgbClr val="D9D9D9"/>
          </a:solidFill>
        </p:spPr>
        <p:txBody>
          <a:bodyPr>
            <a:no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948720"/>
                <a:ext cx="10753725" cy="4754535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→∞</m:t>
                        </m:r>
                      </m:e>
                    </m:d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l-GR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hở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gọi là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cộng hưởng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d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l-GR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gọi là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cộng hưởng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948720"/>
                <a:ext cx="10753725" cy="4754535"/>
              </a:xfrm>
              <a:blipFill>
                <a:blip r:embed="rId2"/>
                <a:stretch>
                  <a:fillRect l="-1304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410863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54745"/>
            <a:ext cx="10772775" cy="1584114"/>
          </a:xfrm>
          <a:solidFill>
            <a:srgbClr val="D9D9D9"/>
          </a:solidFill>
        </p:spPr>
        <p:txBody>
          <a:bodyPr>
            <a:no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948720"/>
                <a:ext cx="10753725" cy="4754535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Trường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thuần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e>
                    </m:d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𝒊𝒏</m:t>
                        </m:r>
                      </m:sub>
                    </m:sSub>
                    <m:r>
                      <a:rPr lang="en-GB" sz="32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ngõ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Nếu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𝒊𝒏</m:t>
                        </m:r>
                      </m:sub>
                    </m:sSub>
                    <m:r>
                      <a:rPr lang="en-GB" sz="32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thì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ngõ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tính chất tuần hoàn chu kì </a:t>
                </a:r>
                <a14:m>
                  <m:oMath xmlns:m="http://schemas.openxmlformats.org/officeDocument/2006/math">
                    <m:r>
                      <a:rPr lang="el-GR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trở kháng vào của 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không tổn hao, nên các đặc tính trên của 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 </a:t>
                </a:r>
                <a:r>
                  <a:rPr lang="vi-VN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đúng với các đường dây có chiều dài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l-GR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GB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en-GB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GB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  <m:r>
                      <a:rPr lang="el-GR" sz="3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𝝀</m:t>
                    </m:r>
                    <m:r>
                      <a:rPr lang="en-GB" sz="3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𝟒</m:t>
                    </m:r>
                  </m:oMath>
                </a14:m>
                <a:r>
                  <a:rPr lang="el-GR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948720"/>
                <a:ext cx="10753725" cy="4754535"/>
              </a:xfrm>
              <a:blipFill>
                <a:blip r:embed="rId2"/>
                <a:stretch>
                  <a:fillRect l="-1304" r="-1417" b="-1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36196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471924"/>
                <a:ext cx="10753725" cy="5243669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luôn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luôn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471924"/>
                <a:ext cx="10753725" cy="5243669"/>
              </a:xfrm>
              <a:blipFill>
                <a:blip r:embed="rId2"/>
                <a:stretch>
                  <a:fillRect l="-1304" r="-1417" b="-33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863324-CBB6-42D2-BED2-904FA5D2CE74}"/>
                  </a:ext>
                </a:extLst>
              </p:cNvPr>
              <p:cNvSpPr txBox="1"/>
              <p:nvPr/>
            </p:nvSpPr>
            <p:spPr>
              <a:xfrm>
                <a:off x="4190406" y="2459014"/>
                <a:ext cx="3706410" cy="102752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den>
                      </m:f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863324-CBB6-42D2-BED2-904FA5D2C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406" y="2459014"/>
                <a:ext cx="3706410" cy="1027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4D6737-09C1-4D56-8963-8B03F7686972}"/>
                  </a:ext>
                </a:extLst>
              </p:cNvPr>
              <p:cNvSpPr txBox="1"/>
              <p:nvPr/>
            </p:nvSpPr>
            <p:spPr>
              <a:xfrm>
                <a:off x="2594548" y="4368699"/>
                <a:ext cx="7002904" cy="113441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4D6737-09C1-4D56-8963-8B03F7686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548" y="4368699"/>
                <a:ext cx="7002904" cy="11344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BBA72F25-36A8-4B12-BEF5-713BC3909E4D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924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nửa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bước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8882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633928"/>
                <a:ext cx="10753725" cy="5069327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→∞</m:t>
                        </m:r>
                      </m:e>
                    </m:d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</a:t>
                </a:r>
                <a14:m>
                  <m:oMath xmlns:m="http://schemas.openxmlformats.org/officeDocument/2006/math">
                    <m:r>
                      <a:rPr lang="el-GR" sz="32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l-GR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hở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được gọi là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cộng hưởng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d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l-GR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được gọi là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cộng hưởng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tính chất tuần hoàn chu kì </a:t>
                </a:r>
                <a14:m>
                  <m:oMath xmlns:m="http://schemas.openxmlformats.org/officeDocument/2006/math">
                    <m:r>
                      <a:rPr lang="el-GR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trở kháng vào của 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không tổn hao, nên các đặc tính trên của 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 </a:t>
                </a:r>
                <a:r>
                  <a:rPr lang="vi-VN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đúng với các đường dây có chiều dài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l-GR" sz="3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𝝀</m:t>
                    </m:r>
                    <m:r>
                      <a:rPr lang="en-GB" sz="3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endParaRPr lang="en-GB" sz="32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633928"/>
                <a:ext cx="10753725" cy="5069327"/>
              </a:xfrm>
              <a:blipFill>
                <a:blip r:embed="rId2"/>
                <a:stretch>
                  <a:fillRect l="-1304" r="-1417" b="-13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924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nửa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bước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17650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2C8716-F84C-46D5-985C-2076A734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4950"/>
            <a:ext cx="6657975" cy="2403489"/>
          </a:xfrm>
          <a:solidFill>
            <a:schemeClr val="tx1">
              <a:lumMod val="8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AABEFD-D737-4E9B-A997-1C1507F52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0"/>
            <a:ext cx="46390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80816" y="74951"/>
                <a:ext cx="4553331" cy="6723089"/>
              </a:xfrm>
              <a:solidFill>
                <a:schemeClr val="tx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hưởng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hưởng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cơ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rất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nhanh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80816" y="74951"/>
                <a:ext cx="4553331" cy="6723089"/>
              </a:xfrm>
              <a:blipFill>
                <a:blip r:embed="rId2"/>
                <a:stretch>
                  <a:fillRect l="-3079" r="-33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9912B3-B2A5-4982-B89B-25EB020AC261}"/>
              </a:ext>
            </a:extLst>
          </p:cNvPr>
          <p:cNvCxnSpPr>
            <a:cxnSpLocks/>
          </p:cNvCxnSpPr>
          <p:nvPr/>
        </p:nvCxnSpPr>
        <p:spPr>
          <a:xfrm>
            <a:off x="3481565" y="4101259"/>
            <a:ext cx="0" cy="634181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42AEF65D-32D2-4772-8219-3EF16B77A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63" y="2626762"/>
            <a:ext cx="6843049" cy="408291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3626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E4EA-A42B-4635-B8E9-CC3A870A9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119405"/>
          </a:xfrm>
          <a:solidFill>
            <a:srgbClr val="B9E1E9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1C0461-7157-4FC7-8F1C-FF8B2B7F2B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0719165"/>
              </p:ext>
            </p:extLst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8189460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3554</TotalTime>
  <Words>6418</Words>
  <Application>Microsoft Office PowerPoint</Application>
  <PresentationFormat>Widescreen</PresentationFormat>
  <Paragraphs>698</Paragraphs>
  <Slides>101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9" baseType="lpstr">
      <vt:lpstr>Arial</vt:lpstr>
      <vt:lpstr>Calibri</vt:lpstr>
      <vt:lpstr>Calibri Light</vt:lpstr>
      <vt:lpstr>Cambria Math</vt:lpstr>
      <vt:lpstr>Times New Roman</vt:lpstr>
      <vt:lpstr>TimesNewRoman</vt:lpstr>
      <vt:lpstr>Wingdings</vt:lpstr>
      <vt:lpstr>Metropolitan</vt:lpstr>
      <vt:lpstr>Chương 1:</vt:lpstr>
      <vt:lpstr>Mục lục</vt:lpstr>
      <vt:lpstr>Khái niệm</vt:lpstr>
      <vt:lpstr>Khái niệm</vt:lpstr>
      <vt:lpstr>Khái niệm</vt:lpstr>
      <vt:lpstr>PowerPoint Presentation</vt:lpstr>
      <vt:lpstr>Khái niệm</vt:lpstr>
      <vt:lpstr>Phương trình truyền sóng trên đường dây</vt:lpstr>
      <vt:lpstr>2.1 Mô hình vật lý - Các thông số sơ cấp</vt:lpstr>
      <vt:lpstr>PowerPoint Presentation</vt:lpstr>
      <vt:lpstr>PowerPoint Presentation</vt:lpstr>
      <vt:lpstr>2.2 Phương trình truyền sóng</vt:lpstr>
      <vt:lpstr>PowerPoint Presentation</vt:lpstr>
      <vt:lpstr>2.2 Phương trình truyền sóng</vt:lpstr>
      <vt:lpstr>2.2 Phương trình truyền sóng</vt:lpstr>
      <vt:lpstr>2.2 Phương trình truyền sóng</vt:lpstr>
      <vt:lpstr>2.2 Phương trình truyền sóng</vt:lpstr>
      <vt:lpstr>2.2 Phương trình truyền sóng</vt:lpstr>
      <vt:lpstr>2.3 Nghiệm của phương trình truyền sóng</vt:lpstr>
      <vt:lpstr>2.3 Nghiệm của phương trình truyền sóng</vt:lpstr>
      <vt:lpstr>2.3 Nghiệm của phương trình truyền sóng</vt:lpstr>
      <vt:lpstr>2.3 Nghiệm của phương trình truyền sóng</vt:lpstr>
      <vt:lpstr>2.3 Nghiệm của phương trình truyền sóng</vt:lpstr>
      <vt:lpstr>2.4  Các thông số thứ cấp</vt:lpstr>
      <vt:lpstr>PowerPoint Presentation</vt:lpstr>
      <vt:lpstr>a.Hệ số truyền sóng</vt:lpstr>
      <vt:lpstr>PowerPoint Presentation</vt:lpstr>
      <vt:lpstr>PowerPoint Presentation</vt:lpstr>
      <vt:lpstr>b.Trở kháng đặc tính</vt:lpstr>
      <vt:lpstr>b.Trở kháng đặc tính</vt:lpstr>
      <vt:lpstr>b.Trở kháng đặc tính</vt:lpstr>
      <vt:lpstr>c.Vận tốc truyền sóng (vận tốc pha)</vt:lpstr>
      <vt:lpstr>c.Vận tốc truyền sóng (vận tốc pha)</vt:lpstr>
      <vt:lpstr>PowerPoint Presentation</vt:lpstr>
      <vt:lpstr>d.Hằng số thời gian</vt:lpstr>
      <vt:lpstr>Tổn hao trên đường dây truyền sóng</vt:lpstr>
      <vt:lpstr>3.1 Tổn hao kim loại</vt:lpstr>
      <vt:lpstr>3.1 Tổn hao kim loại</vt:lpstr>
      <vt:lpstr>3.1 Tổn hao kim loại</vt:lpstr>
      <vt:lpstr>3.2 Tổn hao điện môi</vt:lpstr>
      <vt:lpstr>3.3 Tổn hao khác</vt:lpstr>
      <vt:lpstr>Hiện tượng phản xạ sóng trên đường dây – Hệ số phản xạ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Hiện tượng phản xạ sóng trên đường dây – Hệ số phản xạ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Trở kháng đường dây - Dẫn nạp đường dây</vt:lpstr>
      <vt:lpstr>Trở kháng đường dây - Dẫn nạp đường dây</vt:lpstr>
      <vt:lpstr>5.1 Định nghĩa</vt:lpstr>
      <vt:lpstr>5.2 Công thức tính trở kháng đường dây</vt:lpstr>
      <vt:lpstr>PowerPoint Presentation</vt:lpstr>
      <vt:lpstr>5.2 Công thức tính trở kháng đường dây</vt:lpstr>
      <vt:lpstr>5.2 Công thức tính trở kháng đường dây</vt:lpstr>
      <vt:lpstr>5.2 Công thức tính trở kháng đường dây</vt:lpstr>
      <vt:lpstr>5.3 Các trường hợp đặc biệt</vt:lpstr>
      <vt:lpstr>5.3 Các trường hợp đặc biệt</vt:lpstr>
      <vt:lpstr>5.3 Các trường hợp đặc biệt</vt:lpstr>
      <vt:lpstr>5.3 Các trường hợp đặc biệt</vt:lpstr>
      <vt:lpstr>5.3 Các trường hợp đặc biệt</vt:lpstr>
      <vt:lpstr>5.4 Trở kháng đường dây chuẩn hóa</vt:lpstr>
      <vt:lpstr>5.5 Quan hệ giữa trở kháng đường dây và hệ số phản xạ</vt:lpstr>
      <vt:lpstr>5.6 Dẫn nạp đường dây</vt:lpstr>
      <vt:lpstr>5.6 Dẫn nạp đường dây</vt:lpstr>
      <vt:lpstr>5.6 Dẫn nạp đường dây</vt:lpstr>
      <vt:lpstr>Hiện tượng sóng đứng- Hệ số sóng đứng</vt:lpstr>
      <vt:lpstr>6.1 Hiện tượng sóng đứng</vt:lpstr>
      <vt:lpstr>PowerPoint Presentation</vt:lpstr>
      <vt:lpstr>PowerPoint Presentation</vt:lpstr>
      <vt:lpstr>6.1 Hiện tượng sóng đứng</vt:lpstr>
      <vt:lpstr>6.1 Hiện tượng sóng đứng</vt:lpstr>
      <vt:lpstr>6.1 Hiện tượng sóng đứng</vt:lpstr>
      <vt:lpstr>PowerPoint Presentation</vt:lpstr>
      <vt:lpstr>6.2 Hệ số sóng đứng</vt:lpstr>
      <vt:lpstr>6.2 Hệ số sóng đứng</vt:lpstr>
      <vt:lpstr>6.2 Hệ số sóng đứng</vt:lpstr>
      <vt:lpstr>6.2 Hệ số sóng đứng</vt:lpstr>
      <vt:lpstr>Các đường truyền sóng cộng hưởng và phản cộng hưởng</vt:lpstr>
      <vt:lpstr>7.1 Đường truyền một phần tư bước sóng</vt:lpstr>
      <vt:lpstr>7.1 Đường truyền một phần tư bước sóng</vt:lpstr>
      <vt:lpstr>7.1 Đường truyền một phần tư bước sóng</vt:lpstr>
      <vt:lpstr>7.1 Đường truyền một phần tư bước sóng</vt:lpstr>
      <vt:lpstr>PowerPoint Presentation</vt:lpstr>
      <vt:lpstr>PowerPoint Presentation</vt:lpstr>
      <vt:lpstr>7.3 Trở kháng đường truyền khi tần số sóng thay đổi</vt:lpstr>
      <vt:lpstr>Tài liệu tham khảo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</dc:title>
  <dc:creator>Mạc Đức Dũng</dc:creator>
  <cp:lastModifiedBy>Ton Nu Bao Ngoc</cp:lastModifiedBy>
  <cp:revision>163</cp:revision>
  <cp:lastPrinted>2021-08-12T13:06:38Z</cp:lastPrinted>
  <dcterms:created xsi:type="dcterms:W3CDTF">2021-06-28T00:16:59Z</dcterms:created>
  <dcterms:modified xsi:type="dcterms:W3CDTF">2025-01-09T01:49:46Z</dcterms:modified>
</cp:coreProperties>
</file>