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8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9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data5.xml" ContentType="application/vnd.openxmlformats-officedocument.drawingml.diagramData+xml"/>
  <Override PartName="/ppt/diagrams/data7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0"/>
  </p:notesMasterIdLst>
  <p:handoutMasterIdLst>
    <p:handoutMasterId r:id="rId111"/>
  </p:handoutMasterIdLst>
  <p:sldIdLst>
    <p:sldId id="256" r:id="rId2"/>
    <p:sldId id="325" r:id="rId3"/>
    <p:sldId id="338" r:id="rId4"/>
    <p:sldId id="405" r:id="rId5"/>
    <p:sldId id="404" r:id="rId6"/>
    <p:sldId id="406" r:id="rId7"/>
    <p:sldId id="261" r:id="rId8"/>
    <p:sldId id="262" r:id="rId9"/>
    <p:sldId id="407" r:id="rId10"/>
    <p:sldId id="265" r:id="rId11"/>
    <p:sldId id="410" r:id="rId12"/>
    <p:sldId id="409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3" r:id="rId26"/>
    <p:sldId id="424" r:id="rId27"/>
    <p:sldId id="425" r:id="rId28"/>
    <p:sldId id="271" r:id="rId29"/>
    <p:sldId id="426" r:id="rId30"/>
    <p:sldId id="427" r:id="rId31"/>
    <p:sldId id="429" r:id="rId32"/>
    <p:sldId id="430" r:id="rId33"/>
    <p:sldId id="431" r:id="rId34"/>
    <p:sldId id="432" r:id="rId35"/>
    <p:sldId id="433" r:id="rId36"/>
    <p:sldId id="435" r:id="rId37"/>
    <p:sldId id="436" r:id="rId38"/>
    <p:sldId id="434" r:id="rId39"/>
    <p:sldId id="437" r:id="rId40"/>
    <p:sldId id="438" r:id="rId41"/>
    <p:sldId id="439" r:id="rId42"/>
    <p:sldId id="440" r:id="rId43"/>
    <p:sldId id="442" r:id="rId44"/>
    <p:sldId id="441" r:id="rId45"/>
    <p:sldId id="443" r:id="rId46"/>
    <p:sldId id="444" r:id="rId47"/>
    <p:sldId id="446" r:id="rId48"/>
    <p:sldId id="445" r:id="rId49"/>
    <p:sldId id="447" r:id="rId50"/>
    <p:sldId id="448" r:id="rId51"/>
    <p:sldId id="449" r:id="rId52"/>
    <p:sldId id="450" r:id="rId53"/>
    <p:sldId id="451" r:id="rId54"/>
    <p:sldId id="452" r:id="rId55"/>
    <p:sldId id="453" r:id="rId56"/>
    <p:sldId id="454" r:id="rId57"/>
    <p:sldId id="455" r:id="rId58"/>
    <p:sldId id="456" r:id="rId59"/>
    <p:sldId id="457" r:id="rId60"/>
    <p:sldId id="458" r:id="rId61"/>
    <p:sldId id="459" r:id="rId62"/>
    <p:sldId id="461" r:id="rId63"/>
    <p:sldId id="460" r:id="rId64"/>
    <p:sldId id="463" r:id="rId65"/>
    <p:sldId id="464" r:id="rId66"/>
    <p:sldId id="462" r:id="rId67"/>
    <p:sldId id="465" r:id="rId68"/>
    <p:sldId id="466" r:id="rId69"/>
    <p:sldId id="467" r:id="rId70"/>
    <p:sldId id="468" r:id="rId71"/>
    <p:sldId id="469" r:id="rId72"/>
    <p:sldId id="470" r:id="rId73"/>
    <p:sldId id="471" r:id="rId74"/>
    <p:sldId id="472" r:id="rId75"/>
    <p:sldId id="479" r:id="rId76"/>
    <p:sldId id="473" r:id="rId77"/>
    <p:sldId id="474" r:id="rId78"/>
    <p:sldId id="480" r:id="rId79"/>
    <p:sldId id="475" r:id="rId80"/>
    <p:sldId id="476" r:id="rId81"/>
    <p:sldId id="477" r:id="rId82"/>
    <p:sldId id="478" r:id="rId83"/>
    <p:sldId id="481" r:id="rId84"/>
    <p:sldId id="482" r:id="rId85"/>
    <p:sldId id="483" r:id="rId86"/>
    <p:sldId id="485" r:id="rId87"/>
    <p:sldId id="484" r:id="rId88"/>
    <p:sldId id="486" r:id="rId89"/>
    <p:sldId id="487" r:id="rId90"/>
    <p:sldId id="488" r:id="rId91"/>
    <p:sldId id="489" r:id="rId92"/>
    <p:sldId id="492" r:id="rId93"/>
    <p:sldId id="499" r:id="rId94"/>
    <p:sldId id="493" r:id="rId95"/>
    <p:sldId id="490" r:id="rId96"/>
    <p:sldId id="495" r:id="rId97"/>
    <p:sldId id="494" r:id="rId98"/>
    <p:sldId id="496" r:id="rId99"/>
    <p:sldId id="497" r:id="rId100"/>
    <p:sldId id="498" r:id="rId101"/>
    <p:sldId id="491" r:id="rId102"/>
    <p:sldId id="500" r:id="rId103"/>
    <p:sldId id="502" r:id="rId104"/>
    <p:sldId id="501" r:id="rId105"/>
    <p:sldId id="503" r:id="rId106"/>
    <p:sldId id="504" r:id="rId107"/>
    <p:sldId id="505" r:id="rId108"/>
    <p:sldId id="403" r:id="rId109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B070"/>
    <a:srgbClr val="B9E1E9"/>
    <a:srgbClr val="D9D9D9"/>
    <a:srgbClr val="A8B97F"/>
    <a:srgbClr val="CE9052"/>
    <a:srgbClr val="7030A0"/>
    <a:srgbClr val="C00000"/>
    <a:srgbClr val="9B9256"/>
    <a:srgbClr val="A7A861"/>
    <a:srgbClr val="580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60"/>
  </p:normalViewPr>
  <p:slideViewPr>
    <p:cSldViewPr snapToGrid="0">
      <p:cViewPr varScale="1">
        <p:scale>
          <a:sx n="64" d="100"/>
          <a:sy n="64" d="100"/>
        </p:scale>
        <p:origin x="8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0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image" Target="../media/image451.png"/><Relationship Id="rId1" Type="http://schemas.openxmlformats.org/officeDocument/2006/relationships/image" Target="../media/image440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pPr algn="just"/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thiệu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chung</a:t>
          </a:r>
          <a:endParaRPr lang="en-US" sz="3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pPr algn="just"/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Ma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endParaRPr lang="en-US" sz="3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DC93D0-FBCB-4CF7-895C-D0C0EF586B30}">
      <dgm:prSet custT="1"/>
      <dgm:spPr/>
      <dgm:t>
        <a:bodyPr/>
        <a:lstStyle/>
        <a:p>
          <a:pPr algn="just"/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Liên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sz="3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F53072-68F6-4646-BFFE-091C3F177D84}" type="parTrans" cxnId="{5D2E0F2A-627F-4F61-B494-6708A3B095BD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D4779C-D4C1-47FC-9F6C-2D86530BDE65}" type="sibTrans" cxnId="{5D2E0F2A-627F-4F61-B494-6708A3B095BD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E196C7-D3C1-45CF-88E8-DC09CCDD1479}">
      <dgm:prSet custT="1"/>
      <dgm:spPr/>
      <dgm:t>
        <a:bodyPr/>
        <a:lstStyle/>
        <a:p>
          <a:pPr algn="just"/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endParaRPr lang="en-US" sz="3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D49CF9-4C3D-489B-ABA2-C78A86905C3B}" type="parTrans" cxnId="{97008D1D-2CCC-44C9-BA58-465693D84A02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62D0E7-53E2-4E54-8D93-B815FE2F64B5}" type="sibTrans" cxnId="{97008D1D-2CCC-44C9-BA58-465693D84A02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06CD17-B244-405F-A037-F5010CD35443}">
      <dgm:prSet custT="1"/>
      <dgm:spPr/>
      <dgm:t>
        <a:bodyPr/>
        <a:lstStyle/>
        <a:p>
          <a:pPr algn="just"/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Ma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mạng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hai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cửa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giản</a:t>
          </a:r>
          <a:endParaRPr lang="en-US" sz="3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C15370-7723-47D2-B61E-F345023B5195}" type="parTrans" cxnId="{660E08A1-96EC-4485-BE01-E2247C0DB554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6A7160-D46D-4DE5-8EFB-04B16AE6CB55}" type="sibTrans" cxnId="{660E08A1-96EC-4485-BE01-E2247C0DB554}">
      <dgm:prSet/>
      <dgm:spPr/>
      <dgm:t>
        <a:bodyPr/>
        <a:lstStyle/>
        <a:p>
          <a:pPr algn="just"/>
          <a:endParaRPr lang="en-US" sz="3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5" custLinFactY="-271" custLinFactNeighborY="-100000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5" custLinFactY="-75" custLinFactNeighborY="-100000">
        <dgm:presLayoutVars>
          <dgm:chMax val="0"/>
          <dgm:bulletEnabled val="1"/>
        </dgm:presLayoutVars>
      </dgm:prSet>
      <dgm:spPr/>
    </dgm:pt>
    <dgm:pt modelId="{0C681627-21F2-4983-9283-55BD1632C098}" type="pres">
      <dgm:prSet presAssocID="{6E08AAE5-F24D-434E-8A7C-C13A583F926D}" presName="spacer" presStyleCnt="0"/>
      <dgm:spPr/>
    </dgm:pt>
    <dgm:pt modelId="{B6D9F51C-9549-4640-B0CC-A741A4E9FAE3}" type="pres">
      <dgm:prSet presAssocID="{92DC93D0-FBCB-4CF7-895C-D0C0EF586B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527B5C-CF4A-4BC4-98B9-C6E4CA8B30DA}" type="pres">
      <dgm:prSet presAssocID="{03D4779C-D4C1-47FC-9F6C-2D86530BDE65}" presName="spacer" presStyleCnt="0"/>
      <dgm:spPr/>
    </dgm:pt>
    <dgm:pt modelId="{E317D8FA-2EC4-4469-9F3E-90BF01A6B026}" type="pres">
      <dgm:prSet presAssocID="{FBE196C7-D3C1-45CF-88E8-DC09CCDD147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3323B2-E734-4E51-AE32-575ABDF2C510}" type="pres">
      <dgm:prSet presAssocID="{DC62D0E7-53E2-4E54-8D93-B815FE2F64B5}" presName="spacer" presStyleCnt="0"/>
      <dgm:spPr/>
    </dgm:pt>
    <dgm:pt modelId="{836CFD1A-3471-4686-9208-51A76B7592A4}" type="pres">
      <dgm:prSet presAssocID="{C906CD17-B244-405F-A037-F5010CD3544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7008D1D-2CCC-44C9-BA58-465693D84A02}" srcId="{3E94A7AA-9E2D-4C73-8C68-A6BB36AA2362}" destId="{FBE196C7-D3C1-45CF-88E8-DC09CCDD1479}" srcOrd="3" destOrd="0" parTransId="{21D49CF9-4C3D-489B-ABA2-C78A86905C3B}" sibTransId="{DC62D0E7-53E2-4E54-8D93-B815FE2F64B5}"/>
    <dgm:cxn modelId="{BCB0741F-5E6E-4CB6-969F-C795EC5F1C31}" type="presOf" srcId="{92DC93D0-FBCB-4CF7-895C-D0C0EF586B30}" destId="{B6D9F51C-9549-4640-B0CC-A741A4E9FAE3}" srcOrd="0" destOrd="0" presId="urn:microsoft.com/office/officeart/2005/8/layout/vList2"/>
    <dgm:cxn modelId="{5D2E0F2A-627F-4F61-B494-6708A3B095BD}" srcId="{3E94A7AA-9E2D-4C73-8C68-A6BB36AA2362}" destId="{92DC93D0-FBCB-4CF7-895C-D0C0EF586B30}" srcOrd="2" destOrd="0" parTransId="{2CF53072-68F6-4646-BFFE-091C3F177D84}" sibTransId="{03D4779C-D4C1-47FC-9F6C-2D86530BDE65}"/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E94AB939-8D88-4EA5-A636-646F84CBA5D2}" type="presOf" srcId="{C906CD17-B244-405F-A037-F5010CD35443}" destId="{836CFD1A-3471-4686-9208-51A76B7592A4}" srcOrd="0" destOrd="0" presId="urn:microsoft.com/office/officeart/2005/8/layout/vList2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660E08A1-96EC-4485-BE01-E2247C0DB554}" srcId="{3E94A7AA-9E2D-4C73-8C68-A6BB36AA2362}" destId="{C906CD17-B244-405F-A037-F5010CD35443}" srcOrd="4" destOrd="0" parTransId="{19C15370-7723-47D2-B61E-F345023B5195}" sibTransId="{FF6A7160-D46D-4DE5-8EFB-04B16AE6CB55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D50927D8-B2A7-43A9-8E75-CB69BE8027EC}" type="presOf" srcId="{FBE196C7-D3C1-45CF-88E8-DC09CCDD1479}" destId="{E317D8FA-2EC4-4469-9F3E-90BF01A6B026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  <dgm:cxn modelId="{6097395F-DE68-4901-9199-345ECADF1C36}" type="presParOf" srcId="{255EFCAC-557C-4DBE-B84F-79EE97A153A0}" destId="{0C681627-21F2-4983-9283-55BD1632C098}" srcOrd="3" destOrd="0" presId="urn:microsoft.com/office/officeart/2005/8/layout/vList2"/>
    <dgm:cxn modelId="{0DAF6572-EC0E-4F44-92C6-EC9A9E540CAA}" type="presParOf" srcId="{255EFCAC-557C-4DBE-B84F-79EE97A153A0}" destId="{B6D9F51C-9549-4640-B0CC-A741A4E9FAE3}" srcOrd="4" destOrd="0" presId="urn:microsoft.com/office/officeart/2005/8/layout/vList2"/>
    <dgm:cxn modelId="{9870FD72-71AC-4BD0-B593-2A34FC1328B3}" type="presParOf" srcId="{255EFCAC-557C-4DBE-B84F-79EE97A153A0}" destId="{DD527B5C-CF4A-4BC4-98B9-C6E4CA8B30DA}" srcOrd="5" destOrd="0" presId="urn:microsoft.com/office/officeart/2005/8/layout/vList2"/>
    <dgm:cxn modelId="{88DE41FB-F23B-4C28-9338-97D71273BD04}" type="presParOf" srcId="{255EFCAC-557C-4DBE-B84F-79EE97A153A0}" destId="{E317D8FA-2EC4-4469-9F3E-90BF01A6B026}" srcOrd="6" destOrd="0" presId="urn:microsoft.com/office/officeart/2005/8/layout/vList2"/>
    <dgm:cxn modelId="{11C9B267-95EC-4079-8FCC-18D119373B6D}" type="presParOf" srcId="{255EFCAC-557C-4DBE-B84F-79EE97A153A0}" destId="{E43323B2-E734-4E51-AE32-575ABDF2C510}" srcOrd="7" destOrd="0" presId="urn:microsoft.com/office/officeart/2005/8/layout/vList2"/>
    <dgm:cxn modelId="{EBD68A4A-D7A3-4AE1-9873-7BA1D825AD65}" type="presParOf" srcId="{255EFCAC-557C-4DBE-B84F-79EE97A153A0}" destId="{836CFD1A-3471-4686-9208-51A76B7592A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Dẫn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dắt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ban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đầu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D9595FA3-4177-440E-8A80-FE4C6C76301A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2.2 Ma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trận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tán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GB" sz="4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n-GB" sz="4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e>
                  </m:d>
                </m:oMath>
              </a14:m>
              <a:endParaRPr lang="en-US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D9595FA3-4177-440E-8A80-FE4C6C76301A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2.2 Ma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trận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tán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4400" b="0" i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[𝑆]</a:t>
              </a:r>
              <a:endParaRPr lang="en-US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Dẫn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dắt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ban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đầu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3200" b="0" i="0" kern="120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a. Liên hệ giữa sóng tới và sóng về với điện áp và dòng điện</a:t>
          </a:r>
          <a:endParaRPr lang="en-GB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D9595FA3-4177-440E-8A80-FE4C6C76301A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Ý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nghĩa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đại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</m:e>
                  </m:d>
                </m:oMath>
              </a14:m>
              <a:r>
                <a:rPr lang="en-US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và </a:t>
              </a: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</m:e>
                  </m:d>
                </m:oMath>
              </a14:m>
              <a:r>
                <a:rPr lang="en-US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dgm:t>
        </dgm:pt>
      </mc:Choice>
      <mc:Fallback xmlns="">
        <dgm:pt modelId="{D9595FA3-4177-440E-8A80-FE4C6C76301A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Ý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nghĩa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đại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GB" sz="32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b="0" i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[𝑎]</a:t>
              </a:r>
              <a:r>
                <a:rPr lang="en-US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và </a:t>
              </a:r>
              <a:r>
                <a:rPr lang="en-GB" sz="3200" b="0" i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[𝑏]</a:t>
              </a:r>
              <a:r>
                <a:rPr lang="en-US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dgm:t>
        </dgm:pt>
      </mc:Fallback>
    </mc:AlternateConten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08956123-91E3-44BC-8204-891CC91EA997}">
          <dgm:prSet custT="1"/>
          <dgm:spPr>
            <a:solidFill>
              <a:srgbClr val="A8B97F"/>
            </a:solidFill>
          </dgm:spPr>
          <dgm:t>
            <a:bodyPr/>
            <a:lstStyle/>
            <a:p>
              <a:pPr algn="ctr"/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c.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Đặc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tính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của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ma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trận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tán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xạ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GB" sz="3200" b="0" i="1" kern="12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n-GB" sz="3200" b="0" i="0" kern="12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𝑆</m:t>
                      </m:r>
                    </m:e>
                  </m:d>
                </m:oMath>
              </a14:m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</a:p>
          </dgm:t>
        </dgm:pt>
      </mc:Choice>
      <mc:Fallback xmlns="">
        <dgm:pt modelId="{08956123-91E3-44BC-8204-891CC91EA997}">
          <dgm:prSet custT="1"/>
          <dgm:spPr>
            <a:solidFill>
              <a:srgbClr val="A8B97F"/>
            </a:solidFill>
          </dgm:spPr>
          <dgm:t>
            <a:bodyPr/>
            <a:lstStyle/>
            <a:p>
              <a:pPr algn="ctr"/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c.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Đặc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tính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của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ma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trận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tán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xạ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>
                  <a:solidFill>
                    <a:srgbClr val="C0000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[𝑆]</a:t>
              </a:r>
              <a:r>
                <a:rPr lang="en-GB" sz="3200" b="0" i="0" kern="12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</a:p>
          </dgm:t>
        </dgm:pt>
      </mc:Fallback>
    </mc:AlternateContent>
    <dgm:pt modelId="{FBFAA517-3203-450D-AA3E-CF6A9F39E96F}" type="parTrans" cxnId="{326FB53E-1153-4248-B2D7-FDD9FF37F401}">
      <dgm:prSet/>
      <dgm:spPr/>
      <dgm:t>
        <a:bodyPr/>
        <a:lstStyle/>
        <a:p>
          <a:pPr algn="ctr"/>
          <a:endParaRPr lang="en-GB" sz="3200"/>
        </a:p>
      </dgm:t>
    </dgm:pt>
    <dgm:pt modelId="{43242F8D-10CE-4764-BEBD-979CEDA90DD8}" type="sibTrans" cxnId="{326FB53E-1153-4248-B2D7-FDD9FF37F401}">
      <dgm:prSet/>
      <dgm:spPr/>
      <dgm:t>
        <a:bodyPr/>
        <a:lstStyle/>
        <a:p>
          <a:pPr algn="ctr"/>
          <a:endParaRPr lang="en-GB" sz="3200"/>
        </a:p>
      </dgm:t>
    </dgm:pt>
    <mc:AlternateContent xmlns:mc="http://schemas.openxmlformats.org/markup-compatibility/2006" xmlns:a14="http://schemas.microsoft.com/office/drawing/2010/main">
      <mc:Choice Requires="a14">
        <dgm:pt modelId="{2265654C-5AC8-4767-BB53-BF36ECA6B364}">
          <dgm:prSet custT="1"/>
          <dgm:spPr/>
          <dgm:t>
            <a:bodyPr/>
            <a:lstStyle/>
            <a:p>
              <a:pPr algn="ctr"/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d. Ý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nghĩa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vật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lý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của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các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hệ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số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sSub>
                    <m:sSubPr>
                      <m:ctrlPr>
                        <a:rPr lang="en-GB" sz="3200" b="0" i="1" kern="12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n-GB" sz="3200" b="0" i="0" kern="12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𝑆</m:t>
                      </m:r>
                    </m:e>
                    <m:sub>
                      <m:r>
                        <a:rPr lang="en-GB" sz="3200" b="0" i="0" kern="12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𝑘𝑙</m:t>
                      </m:r>
                    </m:sub>
                  </m:sSub>
                </m:oMath>
              </a14:m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của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ma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trận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GB" sz="3200" b="0" i="1" kern="12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n-GB" sz="3200" b="0" i="0" kern="12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𝑆</m:t>
                      </m:r>
                    </m:e>
                  </m:d>
                </m:oMath>
              </a14:m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</a:p>
          </dgm:t>
        </dgm:pt>
      </mc:Choice>
      <mc:Fallback xmlns="">
        <dgm:pt modelId="{2265654C-5AC8-4767-BB53-BF36ECA6B364}">
          <dgm:prSet custT="1"/>
          <dgm:spPr/>
          <dgm:t>
            <a:bodyPr/>
            <a:lstStyle/>
            <a:p>
              <a:pPr algn="ctr"/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d. Ý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nghĩa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vật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lý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của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các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hệ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số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>
                  <a:solidFill>
                    <a:srgbClr val="7030A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𝑆_𝑘𝑙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của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ma </a:t>
              </a:r>
              <a:r>
                <a:rPr lang="en-GB" sz="3200" b="0" i="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trận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3200" b="0" i="0" kern="1200">
                  <a:solidFill>
                    <a:srgbClr val="7030A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[𝑆]</a:t>
              </a:r>
              <a:r>
                <a:rPr lang="en-GB" sz="3200" b="0" i="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</a:p>
          </dgm:t>
        </dgm:pt>
      </mc:Fallback>
    </mc:AlternateContent>
    <dgm:pt modelId="{DED85C76-BA37-413B-A4F0-F776CB16EDAE}" type="parTrans" cxnId="{F597CB88-B2FF-47AA-843F-67ED9BD181C3}">
      <dgm:prSet/>
      <dgm:spPr/>
      <dgm:t>
        <a:bodyPr/>
        <a:lstStyle/>
        <a:p>
          <a:pPr algn="ctr"/>
          <a:endParaRPr lang="en-GB" sz="3200"/>
        </a:p>
      </dgm:t>
    </dgm:pt>
    <dgm:pt modelId="{21F13FBC-23A9-4678-9ADD-D7AF5481F355}" type="sibTrans" cxnId="{F597CB88-B2FF-47AA-843F-67ED9BD181C3}">
      <dgm:prSet/>
      <dgm:spPr/>
      <dgm:t>
        <a:bodyPr/>
        <a:lstStyle/>
        <a:p>
          <a:pPr algn="ctr"/>
          <a:endParaRPr lang="en-GB" sz="3200"/>
        </a:p>
      </dgm:t>
    </dgm:pt>
    <dgm:pt modelId="{E4E3634F-930F-4DC2-BB94-3F1EA4C60C75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3200" b="0" i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e. Dịch chuyển mặt phẳng chuẩn của ma trận tán xạ</a:t>
          </a:r>
          <a:endParaRPr lang="en-GB" sz="3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5DF1B5-B12A-46E1-B82A-A452662DB41B}" type="parTrans" cxnId="{1B2448D4-9FB0-4EC9-99DA-C604BE9412C0}">
      <dgm:prSet/>
      <dgm:spPr/>
      <dgm:t>
        <a:bodyPr/>
        <a:lstStyle/>
        <a:p>
          <a:pPr algn="ctr"/>
          <a:endParaRPr lang="en-GB" sz="3200"/>
        </a:p>
      </dgm:t>
    </dgm:pt>
    <dgm:pt modelId="{41AF4D85-9204-4F9A-B84C-D65CA8311C63}" type="sibTrans" cxnId="{1B2448D4-9FB0-4EC9-99DA-C604BE9412C0}">
      <dgm:prSet/>
      <dgm:spPr/>
      <dgm:t>
        <a:bodyPr/>
        <a:lstStyle/>
        <a:p>
          <a:pPr algn="ctr"/>
          <a:endParaRPr lang="en-GB" sz="32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65FE73F-DA21-45B1-8F48-15AF47DD1B73}" type="pres">
      <dgm:prSet presAssocID="{6395772F-4E14-436C-9C57-70E7B93F4964}" presName="spacer" presStyleCnt="0"/>
      <dgm:spPr/>
    </dgm:pt>
    <dgm:pt modelId="{810C0AD6-9C97-4117-9F74-CED5C67A43F6}" type="pres">
      <dgm:prSet presAssocID="{08956123-91E3-44BC-8204-891CC91EA99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FF19549-DFFB-49F9-A6A8-44C7ED09BF78}" type="pres">
      <dgm:prSet presAssocID="{43242F8D-10CE-4764-BEBD-979CEDA90DD8}" presName="spacer" presStyleCnt="0"/>
      <dgm:spPr/>
    </dgm:pt>
    <dgm:pt modelId="{3EF8BE2E-3B8B-44C4-AABC-8A1807702C4B}" type="pres">
      <dgm:prSet presAssocID="{2265654C-5AC8-4767-BB53-BF36ECA6B36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446C0A-4D50-4848-ACDD-39F4BAD619D5}" type="pres">
      <dgm:prSet presAssocID="{21F13FBC-23A9-4678-9ADD-D7AF5481F355}" presName="spacer" presStyleCnt="0"/>
      <dgm:spPr/>
    </dgm:pt>
    <dgm:pt modelId="{6EA445C1-9DE1-4B84-A3D6-7D7B488212AD}" type="pres">
      <dgm:prSet presAssocID="{E4E3634F-930F-4DC2-BB94-3F1EA4C60C7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C794F12-74C6-453C-AFBE-EC4177363FDE}" type="presOf" srcId="{2265654C-5AC8-4767-BB53-BF36ECA6B364}" destId="{3EF8BE2E-3B8B-44C4-AABC-8A1807702C4B}" srcOrd="0" destOrd="0" presId="urn:microsoft.com/office/officeart/2005/8/layout/vList2"/>
    <dgm:cxn modelId="{32225520-5678-46C9-B91C-FAA5C5B9A418}" type="presOf" srcId="{FCDCFE18-F1CE-4BAC-AD53-E82AC4F2FC42}" destId="{905D1A40-57F5-42D5-9C79-3CC7DBB2A280}" srcOrd="0" destOrd="0" presId="urn:microsoft.com/office/officeart/2005/8/layout/vList2"/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326FB53E-1153-4248-B2D7-FDD9FF37F401}" srcId="{E537FC6B-0D26-4505-899D-71E3C1654B7F}" destId="{08956123-91E3-44BC-8204-891CC91EA997}" srcOrd="2" destOrd="0" parTransId="{FBFAA517-3203-450D-AA3E-CF6A9F39E96F}" sibTransId="{43242F8D-10CE-4764-BEBD-979CEDA90DD8}"/>
    <dgm:cxn modelId="{13608E6C-B1BA-4DB9-9688-46E344DF9ABE}" type="presOf" srcId="{E537FC6B-0D26-4505-899D-71E3C1654B7F}" destId="{DFB60D4E-3B53-44AE-B818-187E0E3279A9}" srcOrd="0" destOrd="0" presId="urn:microsoft.com/office/officeart/2005/8/layout/vList2"/>
    <dgm:cxn modelId="{F597CB88-B2FF-47AA-843F-67ED9BD181C3}" srcId="{E537FC6B-0D26-4505-899D-71E3C1654B7F}" destId="{2265654C-5AC8-4767-BB53-BF36ECA6B364}" srcOrd="3" destOrd="0" parTransId="{DED85C76-BA37-413B-A4F0-F776CB16EDAE}" sibTransId="{21F13FBC-23A9-4678-9ADD-D7AF5481F355}"/>
    <dgm:cxn modelId="{EA0EF4AA-6B23-4132-9879-6938C2CA709D}" type="presOf" srcId="{E4E3634F-930F-4DC2-BB94-3F1EA4C60C75}" destId="{6EA445C1-9DE1-4B84-A3D6-7D7B488212AD}" srcOrd="0" destOrd="0" presId="urn:microsoft.com/office/officeart/2005/8/layout/vList2"/>
    <dgm:cxn modelId="{FB3583BA-31F5-4581-BC88-0402B4EAC387}" type="presOf" srcId="{08956123-91E3-44BC-8204-891CC91EA997}" destId="{810C0AD6-9C97-4117-9F74-CED5C67A43F6}" srcOrd="0" destOrd="0" presId="urn:microsoft.com/office/officeart/2005/8/layout/vList2"/>
    <dgm:cxn modelId="{800981CF-673C-4859-AB31-E189E10313BD}" type="presOf" srcId="{D9595FA3-4177-440E-8A80-FE4C6C76301A}" destId="{687E73C9-8465-4A27-8291-0DA31881B0EC}" srcOrd="0" destOrd="0" presId="urn:microsoft.com/office/officeart/2005/8/layout/vList2"/>
    <dgm:cxn modelId="{1B2448D4-9FB0-4EC9-99DA-C604BE9412C0}" srcId="{E537FC6B-0D26-4505-899D-71E3C1654B7F}" destId="{E4E3634F-930F-4DC2-BB94-3F1EA4C60C75}" srcOrd="4" destOrd="0" parTransId="{965DF1B5-B12A-46E1-B82A-A452662DB41B}" sibTransId="{41AF4D85-9204-4F9A-B84C-D65CA8311C63}"/>
    <dgm:cxn modelId="{E5DAD8C8-A7CD-457D-9CF6-61504E6474A7}" type="presParOf" srcId="{DFB60D4E-3B53-44AE-B818-187E0E3279A9}" destId="{905D1A40-57F5-42D5-9C79-3CC7DBB2A280}" srcOrd="0" destOrd="0" presId="urn:microsoft.com/office/officeart/2005/8/layout/vList2"/>
    <dgm:cxn modelId="{B64C6A09-A44F-4E9F-A0F4-9EF7C41DBC8B}" type="presParOf" srcId="{DFB60D4E-3B53-44AE-B818-187E0E3279A9}" destId="{AE438052-A537-48BD-9EFC-33C4C3EA82A1}" srcOrd="1" destOrd="0" presId="urn:microsoft.com/office/officeart/2005/8/layout/vList2"/>
    <dgm:cxn modelId="{F522BA42-E78C-49B4-B694-DB82A8765B0D}" type="presParOf" srcId="{DFB60D4E-3B53-44AE-B818-187E0E3279A9}" destId="{687E73C9-8465-4A27-8291-0DA31881B0EC}" srcOrd="2" destOrd="0" presId="urn:microsoft.com/office/officeart/2005/8/layout/vList2"/>
    <dgm:cxn modelId="{33447222-1AE0-436F-B067-2CB43898000E}" type="presParOf" srcId="{DFB60D4E-3B53-44AE-B818-187E0E3279A9}" destId="{965FE73F-DA21-45B1-8F48-15AF47DD1B73}" srcOrd="3" destOrd="0" presId="urn:microsoft.com/office/officeart/2005/8/layout/vList2"/>
    <dgm:cxn modelId="{92323BB0-F5F3-497E-BB87-7572CF5992BA}" type="presParOf" srcId="{DFB60D4E-3B53-44AE-B818-187E0E3279A9}" destId="{810C0AD6-9C97-4117-9F74-CED5C67A43F6}" srcOrd="4" destOrd="0" presId="urn:microsoft.com/office/officeart/2005/8/layout/vList2"/>
    <dgm:cxn modelId="{776BF9FC-4A37-4104-8111-C56E3D1C3122}" type="presParOf" srcId="{DFB60D4E-3B53-44AE-B818-187E0E3279A9}" destId="{FFF19549-DFFB-49F9-A6A8-44C7ED09BF78}" srcOrd="5" destOrd="0" presId="urn:microsoft.com/office/officeart/2005/8/layout/vList2"/>
    <dgm:cxn modelId="{CFD5744C-FD8B-4A5A-AB17-92C15663E32F}" type="presParOf" srcId="{DFB60D4E-3B53-44AE-B818-187E0E3279A9}" destId="{3EF8BE2E-3B8B-44C4-AABC-8A1807702C4B}" srcOrd="6" destOrd="0" presId="urn:microsoft.com/office/officeart/2005/8/layout/vList2"/>
    <dgm:cxn modelId="{1E25D82F-60F6-4187-8120-641327B7DDBC}" type="presParOf" srcId="{DFB60D4E-3B53-44AE-B818-187E0E3279A9}" destId="{9F446C0A-4D50-4848-ACDD-39F4BAD619D5}" srcOrd="7" destOrd="0" presId="urn:microsoft.com/office/officeart/2005/8/layout/vList2"/>
    <dgm:cxn modelId="{F7C79313-5149-4215-BCC9-417F501466AF}" type="presParOf" srcId="{DFB60D4E-3B53-44AE-B818-187E0E3279A9}" destId="{6EA445C1-9DE1-4B84-A3D6-7D7B488212AD}" srcOrd="8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3200" b="0" i="0" kern="120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a. Liên hệ giữa sóng tới và sóng về với điện áp và dòng điện</a:t>
          </a:r>
          <a:endParaRPr lang="en-GB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956123-91E3-44BC-8204-891CC91EA997}">
      <dgm:prSet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FBFAA517-3203-450D-AA3E-CF6A9F39E96F}" type="parTrans" cxnId="{326FB53E-1153-4248-B2D7-FDD9FF37F401}">
      <dgm:prSet/>
      <dgm:spPr/>
      <dgm:t>
        <a:bodyPr/>
        <a:lstStyle/>
        <a:p>
          <a:pPr algn="ctr"/>
          <a:endParaRPr lang="en-GB" sz="3200"/>
        </a:p>
      </dgm:t>
    </dgm:pt>
    <dgm:pt modelId="{43242F8D-10CE-4764-BEBD-979CEDA90DD8}" type="sibTrans" cxnId="{326FB53E-1153-4248-B2D7-FDD9FF37F401}">
      <dgm:prSet/>
      <dgm:spPr/>
      <dgm:t>
        <a:bodyPr/>
        <a:lstStyle/>
        <a:p>
          <a:pPr algn="ctr"/>
          <a:endParaRPr lang="en-GB" sz="3200"/>
        </a:p>
      </dgm:t>
    </dgm:pt>
    <dgm:pt modelId="{2265654C-5AC8-4767-BB53-BF36ECA6B364}">
      <dgm:prSet custT="1"/>
      <dgm:spPr>
        <a:blipFill>
          <a:blip xmlns:r="http://schemas.openxmlformats.org/officeDocument/2006/relationships" r:embed="rId3"/>
          <a:stretch>
            <a:fillRect t="-3867" b="-994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DED85C76-BA37-413B-A4F0-F776CB16EDAE}" type="parTrans" cxnId="{F597CB88-B2FF-47AA-843F-67ED9BD181C3}">
      <dgm:prSet/>
      <dgm:spPr/>
      <dgm:t>
        <a:bodyPr/>
        <a:lstStyle/>
        <a:p>
          <a:pPr algn="ctr"/>
          <a:endParaRPr lang="en-GB" sz="3200"/>
        </a:p>
      </dgm:t>
    </dgm:pt>
    <dgm:pt modelId="{21F13FBC-23A9-4678-9ADD-D7AF5481F355}" type="sibTrans" cxnId="{F597CB88-B2FF-47AA-843F-67ED9BD181C3}">
      <dgm:prSet/>
      <dgm:spPr/>
      <dgm:t>
        <a:bodyPr/>
        <a:lstStyle/>
        <a:p>
          <a:pPr algn="ctr"/>
          <a:endParaRPr lang="en-GB" sz="3200"/>
        </a:p>
      </dgm:t>
    </dgm:pt>
    <dgm:pt modelId="{E4E3634F-930F-4DC2-BB94-3F1EA4C60C75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3200" b="0" i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e. Dịch chuyển mặt phẳng chuẩn của ma trận tán xạ</a:t>
          </a:r>
          <a:endParaRPr lang="en-GB" sz="3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5DF1B5-B12A-46E1-B82A-A452662DB41B}" type="parTrans" cxnId="{1B2448D4-9FB0-4EC9-99DA-C604BE9412C0}">
      <dgm:prSet/>
      <dgm:spPr/>
      <dgm:t>
        <a:bodyPr/>
        <a:lstStyle/>
        <a:p>
          <a:pPr algn="ctr"/>
          <a:endParaRPr lang="en-GB" sz="3200"/>
        </a:p>
      </dgm:t>
    </dgm:pt>
    <dgm:pt modelId="{41AF4D85-9204-4F9A-B84C-D65CA8311C63}" type="sibTrans" cxnId="{1B2448D4-9FB0-4EC9-99DA-C604BE9412C0}">
      <dgm:prSet/>
      <dgm:spPr/>
      <dgm:t>
        <a:bodyPr/>
        <a:lstStyle/>
        <a:p>
          <a:pPr algn="ctr"/>
          <a:endParaRPr lang="en-GB" sz="32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65FE73F-DA21-45B1-8F48-15AF47DD1B73}" type="pres">
      <dgm:prSet presAssocID="{6395772F-4E14-436C-9C57-70E7B93F4964}" presName="spacer" presStyleCnt="0"/>
      <dgm:spPr/>
    </dgm:pt>
    <dgm:pt modelId="{810C0AD6-9C97-4117-9F74-CED5C67A43F6}" type="pres">
      <dgm:prSet presAssocID="{08956123-91E3-44BC-8204-891CC91EA99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FF19549-DFFB-49F9-A6A8-44C7ED09BF78}" type="pres">
      <dgm:prSet presAssocID="{43242F8D-10CE-4764-BEBD-979CEDA90DD8}" presName="spacer" presStyleCnt="0"/>
      <dgm:spPr/>
    </dgm:pt>
    <dgm:pt modelId="{3EF8BE2E-3B8B-44C4-AABC-8A1807702C4B}" type="pres">
      <dgm:prSet presAssocID="{2265654C-5AC8-4767-BB53-BF36ECA6B36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446C0A-4D50-4848-ACDD-39F4BAD619D5}" type="pres">
      <dgm:prSet presAssocID="{21F13FBC-23A9-4678-9ADD-D7AF5481F355}" presName="spacer" presStyleCnt="0"/>
      <dgm:spPr/>
    </dgm:pt>
    <dgm:pt modelId="{6EA445C1-9DE1-4B84-A3D6-7D7B488212AD}" type="pres">
      <dgm:prSet presAssocID="{E4E3634F-930F-4DC2-BB94-3F1EA4C60C7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C794F12-74C6-453C-AFBE-EC4177363FDE}" type="presOf" srcId="{2265654C-5AC8-4767-BB53-BF36ECA6B364}" destId="{3EF8BE2E-3B8B-44C4-AABC-8A1807702C4B}" srcOrd="0" destOrd="0" presId="urn:microsoft.com/office/officeart/2005/8/layout/vList2"/>
    <dgm:cxn modelId="{32225520-5678-46C9-B91C-FAA5C5B9A418}" type="presOf" srcId="{FCDCFE18-F1CE-4BAC-AD53-E82AC4F2FC42}" destId="{905D1A40-57F5-42D5-9C79-3CC7DBB2A280}" srcOrd="0" destOrd="0" presId="urn:microsoft.com/office/officeart/2005/8/layout/vList2"/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326FB53E-1153-4248-B2D7-FDD9FF37F401}" srcId="{E537FC6B-0D26-4505-899D-71E3C1654B7F}" destId="{08956123-91E3-44BC-8204-891CC91EA997}" srcOrd="2" destOrd="0" parTransId="{FBFAA517-3203-450D-AA3E-CF6A9F39E96F}" sibTransId="{43242F8D-10CE-4764-BEBD-979CEDA90DD8}"/>
    <dgm:cxn modelId="{13608E6C-B1BA-4DB9-9688-46E344DF9ABE}" type="presOf" srcId="{E537FC6B-0D26-4505-899D-71E3C1654B7F}" destId="{DFB60D4E-3B53-44AE-B818-187E0E3279A9}" srcOrd="0" destOrd="0" presId="urn:microsoft.com/office/officeart/2005/8/layout/vList2"/>
    <dgm:cxn modelId="{F597CB88-B2FF-47AA-843F-67ED9BD181C3}" srcId="{E537FC6B-0D26-4505-899D-71E3C1654B7F}" destId="{2265654C-5AC8-4767-BB53-BF36ECA6B364}" srcOrd="3" destOrd="0" parTransId="{DED85C76-BA37-413B-A4F0-F776CB16EDAE}" sibTransId="{21F13FBC-23A9-4678-9ADD-D7AF5481F355}"/>
    <dgm:cxn modelId="{EA0EF4AA-6B23-4132-9879-6938C2CA709D}" type="presOf" srcId="{E4E3634F-930F-4DC2-BB94-3F1EA4C60C75}" destId="{6EA445C1-9DE1-4B84-A3D6-7D7B488212AD}" srcOrd="0" destOrd="0" presId="urn:microsoft.com/office/officeart/2005/8/layout/vList2"/>
    <dgm:cxn modelId="{FB3583BA-31F5-4581-BC88-0402B4EAC387}" type="presOf" srcId="{08956123-91E3-44BC-8204-891CC91EA997}" destId="{810C0AD6-9C97-4117-9F74-CED5C67A43F6}" srcOrd="0" destOrd="0" presId="urn:microsoft.com/office/officeart/2005/8/layout/vList2"/>
    <dgm:cxn modelId="{800981CF-673C-4859-AB31-E189E10313BD}" type="presOf" srcId="{D9595FA3-4177-440E-8A80-FE4C6C76301A}" destId="{687E73C9-8465-4A27-8291-0DA31881B0EC}" srcOrd="0" destOrd="0" presId="urn:microsoft.com/office/officeart/2005/8/layout/vList2"/>
    <dgm:cxn modelId="{1B2448D4-9FB0-4EC9-99DA-C604BE9412C0}" srcId="{E537FC6B-0D26-4505-899D-71E3C1654B7F}" destId="{E4E3634F-930F-4DC2-BB94-3F1EA4C60C75}" srcOrd="4" destOrd="0" parTransId="{965DF1B5-B12A-46E1-B82A-A452662DB41B}" sibTransId="{41AF4D85-9204-4F9A-B84C-D65CA8311C63}"/>
    <dgm:cxn modelId="{E5DAD8C8-A7CD-457D-9CF6-61504E6474A7}" type="presParOf" srcId="{DFB60D4E-3B53-44AE-B818-187E0E3279A9}" destId="{905D1A40-57F5-42D5-9C79-3CC7DBB2A280}" srcOrd="0" destOrd="0" presId="urn:microsoft.com/office/officeart/2005/8/layout/vList2"/>
    <dgm:cxn modelId="{B64C6A09-A44F-4E9F-A0F4-9EF7C41DBC8B}" type="presParOf" srcId="{DFB60D4E-3B53-44AE-B818-187E0E3279A9}" destId="{AE438052-A537-48BD-9EFC-33C4C3EA82A1}" srcOrd="1" destOrd="0" presId="urn:microsoft.com/office/officeart/2005/8/layout/vList2"/>
    <dgm:cxn modelId="{F522BA42-E78C-49B4-B694-DB82A8765B0D}" type="presParOf" srcId="{DFB60D4E-3B53-44AE-B818-187E0E3279A9}" destId="{687E73C9-8465-4A27-8291-0DA31881B0EC}" srcOrd="2" destOrd="0" presId="urn:microsoft.com/office/officeart/2005/8/layout/vList2"/>
    <dgm:cxn modelId="{33447222-1AE0-436F-B067-2CB43898000E}" type="presParOf" srcId="{DFB60D4E-3B53-44AE-B818-187E0E3279A9}" destId="{965FE73F-DA21-45B1-8F48-15AF47DD1B73}" srcOrd="3" destOrd="0" presId="urn:microsoft.com/office/officeart/2005/8/layout/vList2"/>
    <dgm:cxn modelId="{92323BB0-F5F3-497E-BB87-7572CF5992BA}" type="presParOf" srcId="{DFB60D4E-3B53-44AE-B818-187E0E3279A9}" destId="{810C0AD6-9C97-4117-9F74-CED5C67A43F6}" srcOrd="4" destOrd="0" presId="urn:microsoft.com/office/officeart/2005/8/layout/vList2"/>
    <dgm:cxn modelId="{776BF9FC-4A37-4104-8111-C56E3D1C3122}" type="presParOf" srcId="{DFB60D4E-3B53-44AE-B818-187E0E3279A9}" destId="{FFF19549-DFFB-49F9-A6A8-44C7ED09BF78}" srcOrd="5" destOrd="0" presId="urn:microsoft.com/office/officeart/2005/8/layout/vList2"/>
    <dgm:cxn modelId="{CFD5744C-FD8B-4A5A-AB17-92C15663E32F}" type="presParOf" srcId="{DFB60D4E-3B53-44AE-B818-187E0E3279A9}" destId="{3EF8BE2E-3B8B-44C4-AABC-8A1807702C4B}" srcOrd="6" destOrd="0" presId="urn:microsoft.com/office/officeart/2005/8/layout/vList2"/>
    <dgm:cxn modelId="{1E25D82F-60F6-4187-8120-641327B7DDBC}" type="presParOf" srcId="{DFB60D4E-3B53-44AE-B818-187E0E3279A9}" destId="{9F446C0A-4D50-4848-ACDD-39F4BAD619D5}" srcOrd="7" destOrd="0" presId="urn:microsoft.com/office/officeart/2005/8/layout/vList2"/>
    <dgm:cxn modelId="{F7C79313-5149-4215-BCC9-417F501466AF}" type="presParOf" srcId="{DFB60D4E-3B53-44AE-B818-187E0E3279A9}" destId="{6EA445C1-9DE1-4B84-A3D6-7D7B488212AD}" srcOrd="8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3.1 Ma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solidFill>
          <a:srgbClr val="A7B070"/>
        </a:solidFill>
      </dgm:spPr>
      <dgm:t>
        <a:bodyPr/>
        <a:lstStyle/>
        <a:p>
          <a:pPr algn="ctr"/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3.2 Ma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endParaRPr lang="en-US" sz="4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B42C59-6F8A-4C17-B30E-FC8BF69FEFC0}">
      <dgm:prSet custT="1"/>
      <dgm:spPr>
        <a:solidFill>
          <a:srgbClr val="A7B070"/>
        </a:solidFill>
      </dgm:spPr>
      <dgm:t>
        <a:bodyPr/>
        <a:lstStyle/>
        <a:p>
          <a:pPr algn="ctr"/>
          <a:r>
            <a:rPr lang="en-GB" sz="4400" b="0" i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3.3 Ma </a:t>
          </a:r>
          <a:r>
            <a:rPr lang="en-GB" sz="4400" b="0" i="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4400" b="0" i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400" b="0" i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đạt</a:t>
          </a:r>
          <a:endParaRPr lang="en-US" sz="4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3007A8-4A93-4BEA-A117-A58FC90DF3A2}" type="parTrans" cxnId="{EFC01162-8764-4D10-A857-08769589F25F}">
      <dgm:prSet/>
      <dgm:spPr/>
      <dgm:t>
        <a:bodyPr/>
        <a:lstStyle/>
        <a:p>
          <a:pPr algn="ctr"/>
          <a:endParaRPr lang="en-GB" sz="4400"/>
        </a:p>
      </dgm:t>
    </dgm:pt>
    <dgm:pt modelId="{734F8203-32A7-4649-B189-86489DE22B68}" type="sibTrans" cxnId="{EFC01162-8764-4D10-A857-08769589F25F}">
      <dgm:prSet/>
      <dgm:spPr/>
      <dgm:t>
        <a:bodyPr/>
        <a:lstStyle/>
        <a:p>
          <a:pPr algn="ctr"/>
          <a:endParaRPr lang="en-GB" sz="4400"/>
        </a:p>
      </dgm:t>
    </dgm:pt>
    <mc:AlternateContent xmlns:mc="http://schemas.openxmlformats.org/markup-compatibility/2006" xmlns:a14="http://schemas.microsoft.com/office/drawing/2010/main">
      <mc:Choice Requires="a14">
        <dgm:pt modelId="{5DB521AF-5159-4428-AE6B-422A059346FD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3.4 Ma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trận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r>
                    <a:rPr lang="en-GB" sz="4400" b="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𝐴𝐵𝐶𝐷</m:t>
                  </m:r>
                </m:oMath>
              </a14:m>
              <a:endParaRPr lang="en-US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5DB521AF-5159-4428-AE6B-422A059346FD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3.4 Ma </a:t>
              </a:r>
              <a:r>
                <a:rPr lang="en-GB" sz="4400" b="0" i="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trận</a:t>
              </a:r>
              <a:r>
                <a:rPr lang="en-GB" sz="4400" b="0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4400" b="0" i="0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𝐴𝐵𝐶𝐷</a:t>
              </a:r>
              <a:endParaRPr lang="en-US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91D0A67A-630C-48AE-AB33-E7DDC5E3A0C3}" type="parTrans" cxnId="{7A5414D7-DA1E-415C-BA6B-C3A7D96FFBDA}">
      <dgm:prSet/>
      <dgm:spPr/>
      <dgm:t>
        <a:bodyPr/>
        <a:lstStyle/>
        <a:p>
          <a:pPr algn="ctr"/>
          <a:endParaRPr lang="en-GB" sz="4400"/>
        </a:p>
      </dgm:t>
    </dgm:pt>
    <dgm:pt modelId="{CA73CE46-3221-4B4B-AF5E-3AAE097DE724}" type="sibTrans" cxnId="{7A5414D7-DA1E-415C-BA6B-C3A7D96FFBDA}">
      <dgm:prSet/>
      <dgm:spPr/>
      <dgm:t>
        <a:bodyPr/>
        <a:lstStyle/>
        <a:p>
          <a:pPr algn="ctr"/>
          <a:endParaRPr lang="en-GB" sz="44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2589F0-BA88-4442-B4DA-EC28F38D467C}" type="pres">
      <dgm:prSet presAssocID="{6395772F-4E14-436C-9C57-70E7B93F4964}" presName="spacer" presStyleCnt="0"/>
      <dgm:spPr/>
    </dgm:pt>
    <dgm:pt modelId="{97651F65-A310-480A-93BE-DFCFD58F2943}" type="pres">
      <dgm:prSet presAssocID="{F4B42C59-6F8A-4C17-B30E-FC8BF69FEF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0D18FE-FC6C-426B-A96F-F33469B52AA1}" type="pres">
      <dgm:prSet presAssocID="{734F8203-32A7-4649-B189-86489DE22B68}" presName="spacer" presStyleCnt="0"/>
      <dgm:spPr/>
    </dgm:pt>
    <dgm:pt modelId="{0549E02B-B4BD-49DF-AA46-42C65DF17651}" type="pres">
      <dgm:prSet presAssocID="{5DB521AF-5159-4428-AE6B-422A059346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EFC01162-8764-4D10-A857-08769589F25F}" srcId="{E537FC6B-0D26-4505-899D-71E3C1654B7F}" destId="{F4B42C59-6F8A-4C17-B30E-FC8BF69FEFC0}" srcOrd="2" destOrd="0" parTransId="{843007A8-4A93-4BEA-A117-A58FC90DF3A2}" sibTransId="{734F8203-32A7-4649-B189-86489DE22B68}"/>
    <dgm:cxn modelId="{D99E6964-80CC-4DFA-8508-EDA6CB4789DC}" type="presOf" srcId="{5DB521AF-5159-4428-AE6B-422A059346FD}" destId="{0549E02B-B4BD-49DF-AA46-42C65DF17651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8B9C83A9-0A7E-424E-B84F-EFF181D84B28}" type="presOf" srcId="{F4B42C59-6F8A-4C17-B30E-FC8BF69FEFC0}" destId="{97651F65-A310-480A-93BE-DFCFD58F2943}" srcOrd="0" destOrd="0" presId="urn:microsoft.com/office/officeart/2005/8/layout/vList2"/>
    <dgm:cxn modelId="{7A5414D7-DA1E-415C-BA6B-C3A7D96FFBDA}" srcId="{E537FC6B-0D26-4505-899D-71E3C1654B7F}" destId="{5DB521AF-5159-4428-AE6B-422A059346FD}" srcOrd="3" destOrd="0" parTransId="{91D0A67A-630C-48AE-AB33-E7DDC5E3A0C3}" sibTransId="{CA73CE46-3221-4B4B-AF5E-3AAE097DE724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71411196-EBA1-46B8-A832-E3AD46B1EC8D}" type="presParOf" srcId="{DFB60D4E-3B53-44AE-B818-187E0E3279A9}" destId="{EA2589F0-BA88-4442-B4DA-EC28F38D467C}" srcOrd="3" destOrd="0" presId="urn:microsoft.com/office/officeart/2005/8/layout/vList2"/>
    <dgm:cxn modelId="{A71F96BF-5223-4A45-BDA8-577301244E90}" type="presParOf" srcId="{DFB60D4E-3B53-44AE-B818-187E0E3279A9}" destId="{97651F65-A310-480A-93BE-DFCFD58F2943}" srcOrd="4" destOrd="0" presId="urn:microsoft.com/office/officeart/2005/8/layout/vList2"/>
    <dgm:cxn modelId="{C0F53915-21AF-4A53-872F-D67C7B739476}" type="presParOf" srcId="{DFB60D4E-3B53-44AE-B818-187E0E3279A9}" destId="{180D18FE-FC6C-426B-A96F-F33469B52AA1}" srcOrd="5" destOrd="0" presId="urn:microsoft.com/office/officeart/2005/8/layout/vList2"/>
    <dgm:cxn modelId="{A6C8E627-1E85-4E16-B591-BF792F051C4D}" type="presParOf" srcId="{DFB60D4E-3B53-44AE-B818-187E0E3279A9}" destId="{0549E02B-B4BD-49DF-AA46-42C65DF176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3.1 Ma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solidFill>
          <a:srgbClr val="A7B070"/>
        </a:solidFill>
      </dgm:spPr>
      <dgm:t>
        <a:bodyPr/>
        <a:lstStyle/>
        <a:p>
          <a:pPr algn="ctr"/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3.2 Ma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endParaRPr lang="en-US" sz="4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B42C59-6F8A-4C17-B30E-FC8BF69FEFC0}">
      <dgm:prSet custT="1"/>
      <dgm:spPr>
        <a:solidFill>
          <a:srgbClr val="A7B070"/>
        </a:solidFill>
      </dgm:spPr>
      <dgm:t>
        <a:bodyPr/>
        <a:lstStyle/>
        <a:p>
          <a:pPr algn="ctr"/>
          <a:r>
            <a:rPr lang="en-GB" sz="4400" b="0" i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3.3 Ma </a:t>
          </a:r>
          <a:r>
            <a:rPr lang="en-GB" sz="4400" b="0" i="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4400" b="0" i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400" b="0" i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đạt</a:t>
          </a:r>
          <a:endParaRPr lang="en-US" sz="4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3007A8-4A93-4BEA-A117-A58FC90DF3A2}" type="parTrans" cxnId="{EFC01162-8764-4D10-A857-08769589F25F}">
      <dgm:prSet/>
      <dgm:spPr/>
      <dgm:t>
        <a:bodyPr/>
        <a:lstStyle/>
        <a:p>
          <a:pPr algn="ctr"/>
          <a:endParaRPr lang="en-GB" sz="4400"/>
        </a:p>
      </dgm:t>
    </dgm:pt>
    <dgm:pt modelId="{734F8203-32A7-4649-B189-86489DE22B68}" type="sibTrans" cxnId="{EFC01162-8764-4D10-A857-08769589F25F}">
      <dgm:prSet/>
      <dgm:spPr/>
      <dgm:t>
        <a:bodyPr/>
        <a:lstStyle/>
        <a:p>
          <a:pPr algn="ctr"/>
          <a:endParaRPr lang="en-GB" sz="4400"/>
        </a:p>
      </dgm:t>
    </dgm:pt>
    <dgm:pt modelId="{5DB521AF-5159-4428-AE6B-422A059346FD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91D0A67A-630C-48AE-AB33-E7DDC5E3A0C3}" type="parTrans" cxnId="{7A5414D7-DA1E-415C-BA6B-C3A7D96FFBDA}">
      <dgm:prSet/>
      <dgm:spPr/>
      <dgm:t>
        <a:bodyPr/>
        <a:lstStyle/>
        <a:p>
          <a:pPr algn="ctr"/>
          <a:endParaRPr lang="en-GB" sz="4400"/>
        </a:p>
      </dgm:t>
    </dgm:pt>
    <dgm:pt modelId="{CA73CE46-3221-4B4B-AF5E-3AAE097DE724}" type="sibTrans" cxnId="{7A5414D7-DA1E-415C-BA6B-C3A7D96FFBDA}">
      <dgm:prSet/>
      <dgm:spPr/>
      <dgm:t>
        <a:bodyPr/>
        <a:lstStyle/>
        <a:p>
          <a:pPr algn="ctr"/>
          <a:endParaRPr lang="en-GB" sz="44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2589F0-BA88-4442-B4DA-EC28F38D467C}" type="pres">
      <dgm:prSet presAssocID="{6395772F-4E14-436C-9C57-70E7B93F4964}" presName="spacer" presStyleCnt="0"/>
      <dgm:spPr/>
    </dgm:pt>
    <dgm:pt modelId="{97651F65-A310-480A-93BE-DFCFD58F2943}" type="pres">
      <dgm:prSet presAssocID="{F4B42C59-6F8A-4C17-B30E-FC8BF69FEF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0D18FE-FC6C-426B-A96F-F33469B52AA1}" type="pres">
      <dgm:prSet presAssocID="{734F8203-32A7-4649-B189-86489DE22B68}" presName="spacer" presStyleCnt="0"/>
      <dgm:spPr/>
    </dgm:pt>
    <dgm:pt modelId="{0549E02B-B4BD-49DF-AA46-42C65DF17651}" type="pres">
      <dgm:prSet presAssocID="{5DB521AF-5159-4428-AE6B-422A059346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EFC01162-8764-4D10-A857-08769589F25F}" srcId="{E537FC6B-0D26-4505-899D-71E3C1654B7F}" destId="{F4B42C59-6F8A-4C17-B30E-FC8BF69FEFC0}" srcOrd="2" destOrd="0" parTransId="{843007A8-4A93-4BEA-A117-A58FC90DF3A2}" sibTransId="{734F8203-32A7-4649-B189-86489DE22B68}"/>
    <dgm:cxn modelId="{D99E6964-80CC-4DFA-8508-EDA6CB4789DC}" type="presOf" srcId="{5DB521AF-5159-4428-AE6B-422A059346FD}" destId="{0549E02B-B4BD-49DF-AA46-42C65DF17651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8B9C83A9-0A7E-424E-B84F-EFF181D84B28}" type="presOf" srcId="{F4B42C59-6F8A-4C17-B30E-FC8BF69FEFC0}" destId="{97651F65-A310-480A-93BE-DFCFD58F2943}" srcOrd="0" destOrd="0" presId="urn:microsoft.com/office/officeart/2005/8/layout/vList2"/>
    <dgm:cxn modelId="{7A5414D7-DA1E-415C-BA6B-C3A7D96FFBDA}" srcId="{E537FC6B-0D26-4505-899D-71E3C1654B7F}" destId="{5DB521AF-5159-4428-AE6B-422A059346FD}" srcOrd="3" destOrd="0" parTransId="{91D0A67A-630C-48AE-AB33-E7DDC5E3A0C3}" sibTransId="{CA73CE46-3221-4B4B-AF5E-3AAE097DE724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71411196-EBA1-46B8-A832-E3AD46B1EC8D}" type="presParOf" srcId="{DFB60D4E-3B53-44AE-B818-187E0E3279A9}" destId="{EA2589F0-BA88-4442-B4DA-EC28F38D467C}" srcOrd="3" destOrd="0" presId="urn:microsoft.com/office/officeart/2005/8/layout/vList2"/>
    <dgm:cxn modelId="{A71F96BF-5223-4A45-BDA8-577301244E90}" type="presParOf" srcId="{DFB60D4E-3B53-44AE-B818-187E0E3279A9}" destId="{97651F65-A310-480A-93BE-DFCFD58F2943}" srcOrd="4" destOrd="0" presId="urn:microsoft.com/office/officeart/2005/8/layout/vList2"/>
    <dgm:cxn modelId="{C0F53915-21AF-4A53-872F-D67C7B739476}" type="presParOf" srcId="{DFB60D4E-3B53-44AE-B818-187E0E3279A9}" destId="{180D18FE-FC6C-426B-A96F-F33469B52AA1}" srcOrd="5" destOrd="0" presId="urn:microsoft.com/office/officeart/2005/8/layout/vList2"/>
    <dgm:cxn modelId="{A6C8E627-1E85-4E16-B591-BF792F051C4D}" type="presParOf" srcId="{DFB60D4E-3B53-44AE-B818-187E0E3279A9}" destId="{0549E02B-B4BD-49DF-AA46-42C65DF176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4.1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Phương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pháp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trực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solidFill>
          <a:srgbClr val="A7B070"/>
        </a:solidFill>
      </dgm:spPr>
      <dgm:t>
        <a:bodyPr/>
        <a:lstStyle/>
        <a:p>
          <a:pPr algn="ctr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4.2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gián</a:t>
          </a:r>
          <a:r>
            <a:rPr lang="en-GB" sz="4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endParaRPr lang="en-US" sz="4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endParaRPr lang="en-US" sz="4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0"/>
          <a:ext cx="10753725" cy="1017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thiệu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chung</a:t>
          </a:r>
          <a:endParaRPr lang="en-US" sz="3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61" y="49661"/>
        <a:ext cx="10654403" cy="917995"/>
      </dsp:txXfrm>
    </dsp:sp>
    <dsp:sp modelId="{946035A0-FC0F-4561-800D-AB1B90AC0FBC}">
      <dsp:nvSpPr>
        <dsp:cNvPr id="0" name=""/>
        <dsp:cNvSpPr/>
      </dsp:nvSpPr>
      <dsp:spPr>
        <a:xfrm>
          <a:off x="0" y="1018923"/>
          <a:ext cx="10753725" cy="1017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Ma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endParaRPr lang="en-US" sz="3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61" y="1068584"/>
        <a:ext cx="10654403" cy="917995"/>
      </dsp:txXfrm>
    </dsp:sp>
    <dsp:sp modelId="{B6D9F51C-9549-4640-B0CC-A741A4E9FAE3}">
      <dsp:nvSpPr>
        <dsp:cNvPr id="0" name=""/>
        <dsp:cNvSpPr/>
      </dsp:nvSpPr>
      <dsp:spPr>
        <a:xfrm>
          <a:off x="0" y="2058406"/>
          <a:ext cx="10753725" cy="1017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Liên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sz="3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61" y="2108067"/>
        <a:ext cx="10654403" cy="917995"/>
      </dsp:txXfrm>
    </dsp:sp>
    <dsp:sp modelId="{E317D8FA-2EC4-4469-9F3E-90BF01A6B026}">
      <dsp:nvSpPr>
        <dsp:cNvPr id="0" name=""/>
        <dsp:cNvSpPr/>
      </dsp:nvSpPr>
      <dsp:spPr>
        <a:xfrm>
          <a:off x="0" y="3086425"/>
          <a:ext cx="10753725" cy="1017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endParaRPr lang="en-US" sz="3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61" y="3136086"/>
        <a:ext cx="10654403" cy="917995"/>
      </dsp:txXfrm>
    </dsp:sp>
    <dsp:sp modelId="{836CFD1A-3471-4686-9208-51A76B7592A4}">
      <dsp:nvSpPr>
        <dsp:cNvPr id="0" name=""/>
        <dsp:cNvSpPr/>
      </dsp:nvSpPr>
      <dsp:spPr>
        <a:xfrm>
          <a:off x="0" y="4114444"/>
          <a:ext cx="10753725" cy="1017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Ma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mạng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hai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cửa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GB" sz="3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giản</a:t>
          </a:r>
          <a:endParaRPr lang="en-US" sz="3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61" y="4164105"/>
        <a:ext cx="10654403" cy="917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1435974"/>
          <a:ext cx="6254724" cy="1216800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Dẫn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dắt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ban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đầu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1495373"/>
        <a:ext cx="6135926" cy="1098002"/>
      </dsp:txXfrm>
    </dsp:sp>
    <dsp:sp modelId="{687E73C9-8465-4A27-8291-0DA31881B0EC}">
      <dsp:nvSpPr>
        <dsp:cNvPr id="0" name=""/>
        <dsp:cNvSpPr/>
      </dsp:nvSpPr>
      <dsp:spPr>
        <a:xfrm>
          <a:off x="0" y="2839975"/>
          <a:ext cx="6254724" cy="1216800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2.2 Ma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tán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GB" sz="44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en-GB" sz="44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𝑆</m:t>
                  </m:r>
                </m:e>
              </m:d>
            </m:oMath>
          </a14:m>
          <a:endParaRPr lang="en-US" sz="4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899374"/>
        <a:ext cx="6135926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978"/>
          <a:ext cx="6254724" cy="1088168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a. Liên hệ giữa sóng tới và sóng về với điện áp và dòng điện</a:t>
          </a:r>
          <a:endParaRPr lang="en-GB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120" y="54098"/>
        <a:ext cx="6148484" cy="981928"/>
      </dsp:txXfrm>
    </dsp:sp>
    <dsp:sp modelId="{687E73C9-8465-4A27-8291-0DA31881B0EC}">
      <dsp:nvSpPr>
        <dsp:cNvPr id="0" name=""/>
        <dsp:cNvSpPr/>
      </dsp:nvSpPr>
      <dsp:spPr>
        <a:xfrm>
          <a:off x="0" y="1101634"/>
          <a:ext cx="6254724" cy="1088168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b. Ý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nghĩa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GB" sz="32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en-GB" sz="32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𝑎</m:t>
                  </m:r>
                </m:e>
              </m:d>
            </m:oMath>
          </a14:m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và </a:t>
          </a: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GB" sz="32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en-GB" sz="32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𝑏</m:t>
                  </m:r>
                </m:e>
              </m:d>
            </m:oMath>
          </a14:m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53120" y="1154754"/>
        <a:ext cx="6148484" cy="981928"/>
      </dsp:txXfrm>
    </dsp:sp>
    <dsp:sp modelId="{810C0AD6-9C97-4117-9F74-CED5C67A43F6}">
      <dsp:nvSpPr>
        <dsp:cNvPr id="0" name=""/>
        <dsp:cNvSpPr/>
      </dsp:nvSpPr>
      <dsp:spPr>
        <a:xfrm>
          <a:off x="0" y="2202290"/>
          <a:ext cx="6254724" cy="1088168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c. </a:t>
          </a:r>
          <a:r>
            <a:rPr lang="en-GB" sz="32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Đặc</a:t>
          </a: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của</a:t>
          </a: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ma </a:t>
          </a:r>
          <a:r>
            <a:rPr lang="en-GB" sz="32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tán</a:t>
          </a: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GB" sz="3200" b="0" i="1" kern="120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en-GB" sz="3200" b="0" i="0" kern="120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𝑆</m:t>
                  </m:r>
                </m:e>
              </m:d>
            </m:oMath>
          </a14:m>
          <a:r>
            <a:rPr lang="en-GB" sz="32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</a:p>
      </dsp:txBody>
      <dsp:txXfrm>
        <a:off x="53120" y="2255410"/>
        <a:ext cx="6148484" cy="981928"/>
      </dsp:txXfrm>
    </dsp:sp>
    <dsp:sp modelId="{3EF8BE2E-3B8B-44C4-AABC-8A1807702C4B}">
      <dsp:nvSpPr>
        <dsp:cNvPr id="0" name=""/>
        <dsp:cNvSpPr/>
      </dsp:nvSpPr>
      <dsp:spPr>
        <a:xfrm>
          <a:off x="0" y="3302946"/>
          <a:ext cx="6254724" cy="1088168"/>
        </a:xfrm>
        <a:prstGeom prst="roundRect">
          <a:avLst/>
        </a:prstGeom>
        <a:solidFill>
          <a:schemeClr val="accent2">
            <a:hueOff val="-1143597"/>
            <a:satOff val="-497"/>
            <a:lumOff val="-104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d. Ý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nghĩa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vật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lý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của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các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GB" sz="32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n-GB" sz="3200" b="0" i="0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𝑆</m:t>
                  </m:r>
                </m:e>
                <m:sub>
                  <m:r>
                    <a:rPr lang="en-GB" sz="3200" b="0" i="0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𝑘𝑙</m:t>
                  </m:r>
                </m:sub>
              </m:sSub>
            </m:oMath>
          </a14:m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của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ma </a:t>
          </a:r>
          <a:r>
            <a:rPr lang="en-GB" sz="3200" b="0" i="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GB" sz="3200" b="0" i="1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en-GB" sz="3200" b="0" i="0" kern="120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𝑆</m:t>
                  </m:r>
                </m:e>
              </m:d>
            </m:oMath>
          </a14:m>
          <a:r>
            <a:rPr lang="en-GB" sz="32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</a:p>
      </dsp:txBody>
      <dsp:txXfrm>
        <a:off x="53120" y="3356066"/>
        <a:ext cx="6148484" cy="981928"/>
      </dsp:txXfrm>
    </dsp:sp>
    <dsp:sp modelId="{6EA445C1-9DE1-4B84-A3D6-7D7B488212AD}">
      <dsp:nvSpPr>
        <dsp:cNvPr id="0" name=""/>
        <dsp:cNvSpPr/>
      </dsp:nvSpPr>
      <dsp:spPr>
        <a:xfrm>
          <a:off x="0" y="4403602"/>
          <a:ext cx="6254724" cy="1088168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e. Dịch chuyển mặt phẳng chuẩn của ma trận tán xạ</a:t>
          </a:r>
          <a:endParaRPr lang="en-GB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120" y="4456722"/>
        <a:ext cx="6148484" cy="9819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31974"/>
          <a:ext cx="6254724" cy="1216800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3.1 Ma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91373"/>
        <a:ext cx="6135926" cy="1098002"/>
      </dsp:txXfrm>
    </dsp:sp>
    <dsp:sp modelId="{687E73C9-8465-4A27-8291-0DA31881B0EC}">
      <dsp:nvSpPr>
        <dsp:cNvPr id="0" name=""/>
        <dsp:cNvSpPr/>
      </dsp:nvSpPr>
      <dsp:spPr>
        <a:xfrm>
          <a:off x="0" y="1435975"/>
          <a:ext cx="6254724" cy="1216800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3.2 Ma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endParaRPr lang="en-US" sz="4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1495374"/>
        <a:ext cx="6135926" cy="1098002"/>
      </dsp:txXfrm>
    </dsp:sp>
    <dsp:sp modelId="{97651F65-A310-480A-93BE-DFCFD58F2943}">
      <dsp:nvSpPr>
        <dsp:cNvPr id="0" name=""/>
        <dsp:cNvSpPr/>
      </dsp:nvSpPr>
      <dsp:spPr>
        <a:xfrm>
          <a:off x="0" y="2839975"/>
          <a:ext cx="6254724" cy="1216800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3.3 Ma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đạt</a:t>
          </a:r>
          <a:endParaRPr lang="en-US" sz="4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899374"/>
        <a:ext cx="6135926" cy="1098002"/>
      </dsp:txXfrm>
    </dsp:sp>
    <dsp:sp modelId="{0549E02B-B4BD-49DF-AA46-42C65DF17651}">
      <dsp:nvSpPr>
        <dsp:cNvPr id="0" name=""/>
        <dsp:cNvSpPr/>
      </dsp:nvSpPr>
      <dsp:spPr>
        <a:xfrm>
          <a:off x="0" y="4243975"/>
          <a:ext cx="6254724" cy="1216800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3.4 Ma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GB" sz="4400" b="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𝐴𝐵𝐶𝐷</m:t>
              </m:r>
            </m:oMath>
          </a14:m>
          <a:endParaRPr lang="en-US" sz="4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4303374"/>
        <a:ext cx="6135926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827574"/>
          <a:ext cx="6254724" cy="1825200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4.1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Phương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pháp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trực</a:t>
          </a:r>
          <a:r>
            <a:rPr lang="en-GB" sz="4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GB" sz="4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9" y="916673"/>
        <a:ext cx="6076526" cy="1647002"/>
      </dsp:txXfrm>
    </dsp:sp>
    <dsp:sp modelId="{687E73C9-8465-4A27-8291-0DA31881B0EC}">
      <dsp:nvSpPr>
        <dsp:cNvPr id="0" name=""/>
        <dsp:cNvSpPr/>
      </dsp:nvSpPr>
      <dsp:spPr>
        <a:xfrm>
          <a:off x="0" y="2839975"/>
          <a:ext cx="6254724" cy="1825200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4.2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gián</a:t>
          </a:r>
          <a:r>
            <a:rPr lang="en-GB" sz="4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400" b="0" i="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endParaRPr lang="en-US" sz="4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9" y="2929074"/>
        <a:ext cx="6076526" cy="16470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572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632091"/>
        <a:ext cx="10634927" cy="1098002"/>
      </dsp:txXfrm>
    </dsp:sp>
    <dsp:sp modelId="{946035A0-FC0F-4561-800D-AB1B90AC0FBC}">
      <dsp:nvSpPr>
        <dsp:cNvPr id="0" name=""/>
        <dsp:cNvSpPr/>
      </dsp:nvSpPr>
      <dsp:spPr>
        <a:xfrm>
          <a:off x="0" y="1976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036091"/>
        <a:ext cx="10634927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79D0D3-23C2-43ED-8F9F-F011B33C5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C630C-EC2C-4D0F-9CFB-90CEFB9E05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E443A-13F8-4E36-B171-C8DC7223A0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0E81E-53A4-4462-AAAC-B6B0843D15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14BE5-7D4B-42EE-BD08-741AB36BF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49499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C66C3-0844-4EA8-8FF7-530CF3D98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21180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6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83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0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8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17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52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82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7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28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9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39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14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0.png"/><Relationship Id="rId7" Type="http://schemas.openxmlformats.org/officeDocument/2006/relationships/image" Target="../media/image63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60.png"/><Relationship Id="rId9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64.png"/><Relationship Id="rId14" Type="http://schemas.openxmlformats.org/officeDocument/2006/relationships/image" Target="../media/image9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0.png"/><Relationship Id="rId7" Type="http://schemas.openxmlformats.org/officeDocument/2006/relationships/image" Target="../media/image9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82.png"/><Relationship Id="rId10" Type="http://schemas.openxmlformats.org/officeDocument/2006/relationships/image" Target="../media/image66.png"/><Relationship Id="rId4" Type="http://schemas.openxmlformats.org/officeDocument/2006/relationships/image" Target="../media/image81.png"/><Relationship Id="rId9" Type="http://schemas.openxmlformats.org/officeDocument/2006/relationships/image" Target="../media/image9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105.png"/><Relationship Id="rId10" Type="http://schemas.openxmlformats.org/officeDocument/2006/relationships/image" Target="../media/image99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42.png"/><Relationship Id="rId7" Type="http://schemas.openxmlformats.org/officeDocument/2006/relationships/image" Target="../media/image159.png"/><Relationship Id="rId12" Type="http://schemas.openxmlformats.org/officeDocument/2006/relationships/image" Target="../media/image160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157.png"/><Relationship Id="rId9" Type="http://schemas.openxmlformats.org/officeDocument/2006/relationships/image" Target="../media/image148.png"/><Relationship Id="rId14" Type="http://schemas.openxmlformats.org/officeDocument/2006/relationships/image" Target="../media/image16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0.png"/><Relationship Id="rId7" Type="http://schemas.openxmlformats.org/officeDocument/2006/relationships/image" Target="../media/image16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5.xml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5.png"/><Relationship Id="rId4" Type="http://schemas.openxmlformats.org/officeDocument/2006/relationships/image" Target="../media/image22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3" Type="http://schemas.openxmlformats.org/officeDocument/2006/relationships/image" Target="../media/image238.png"/><Relationship Id="rId7" Type="http://schemas.openxmlformats.org/officeDocument/2006/relationships/image" Target="../media/image242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png"/><Relationship Id="rId5" Type="http://schemas.openxmlformats.org/officeDocument/2006/relationships/image" Target="../media/image247.png"/><Relationship Id="rId4" Type="http://schemas.openxmlformats.org/officeDocument/2006/relationships/image" Target="../media/image24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E50961-0F1B-484C-85BC-4BD16B9F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green clovers">
            <a:extLst>
              <a:ext uri="{FF2B5EF4-FFF2-40B4-BE49-F238E27FC236}">
                <a16:creationId xmlns:a16="http://schemas.microsoft.com/office/drawing/2014/main" id="{57B42F96-CBEA-453D-B15A-3854B7BEE7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3854" b="18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47CE8-0BEC-4CC6-A284-DD2E7D62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49" y="1303666"/>
            <a:ext cx="10782300" cy="1255281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F7C4C-4B85-4AB2-B881-4F62FCD13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783" y="3186592"/>
            <a:ext cx="11374433" cy="1255281"/>
          </a:xfrm>
        </p:spPr>
        <p:txBody>
          <a:bodyPr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113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48190"/>
              </p:ext>
            </p:extLst>
          </p:nvPr>
        </p:nvGraphicFramePr>
        <p:xfrm>
          <a:off x="657224" y="1693889"/>
          <a:ext cx="10753725" cy="513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3859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952" y="59960"/>
            <a:ext cx="7538048" cy="6738079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Maxwell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Maxwell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Kirchhoff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5344" y="2539622"/>
            <a:ext cx="3526732" cy="18287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4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3952" y="59960"/>
                <a:ext cx="7538048" cy="67380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Maxwell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chúng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iệc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Maxwell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rườm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vô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ích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3952" y="59960"/>
                <a:ext cx="7538048" cy="6738079"/>
              </a:xfrm>
              <a:blipFill>
                <a:blip r:embed="rId2"/>
                <a:stretch>
                  <a:fillRect l="-2021" t="-1267" r="-2102" b="-28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5344" y="2539622"/>
            <a:ext cx="3526732" cy="18287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11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022" y="505017"/>
            <a:ext cx="7027975" cy="5898010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8544D3-BBFB-4F34-A2E3-CDF6A1719C0B}"/>
              </a:ext>
            </a:extLst>
          </p:cNvPr>
          <p:cNvSpPr txBox="1">
            <a:spLocks/>
          </p:cNvSpPr>
          <p:nvPr/>
        </p:nvSpPr>
        <p:spPr>
          <a:xfrm>
            <a:off x="885344" y="2539622"/>
            <a:ext cx="3526732" cy="18287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459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022" y="505017"/>
            <a:ext cx="7027975" cy="5898010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Kirchhoff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8544D3-BBFB-4F34-A2E3-CDF6A1719C0B}"/>
              </a:ext>
            </a:extLst>
          </p:cNvPr>
          <p:cNvSpPr txBox="1">
            <a:spLocks/>
          </p:cNvSpPr>
          <p:nvPr/>
        </p:nvSpPr>
        <p:spPr>
          <a:xfrm>
            <a:off x="885344" y="2539622"/>
            <a:ext cx="3526732" cy="18287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13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2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99180381"/>
                  </p:ext>
                </p:extLst>
              </p:nvPr>
            </p:nvGraphicFramePr>
            <p:xfrm>
              <a:off x="5288347" y="639763"/>
              <a:ext cx="6254724" cy="5492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99180381"/>
                  </p:ext>
                </p:extLst>
              </p:nvPr>
            </p:nvGraphicFramePr>
            <p:xfrm>
              <a:off x="5288347" y="639763"/>
              <a:ext cx="6254724" cy="5492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3245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1" y="229027"/>
            <a:ext cx="6657975" cy="970190"/>
          </a:xfr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6175" y="0"/>
                <a:ext cx="5385825" cy="6857999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6175" y="0"/>
                <a:ext cx="5385825" cy="6857999"/>
              </a:xfrm>
              <a:blipFill>
                <a:blip r:embed="rId2"/>
                <a:stretch>
                  <a:fillRect l="-2489" r="-28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2FD64114-61E3-47DA-98C9-312981B04538}"/>
              </a:ext>
            </a:extLst>
          </p:cNvPr>
          <p:cNvGrpSpPr/>
          <p:nvPr/>
        </p:nvGrpSpPr>
        <p:grpSpPr>
          <a:xfrm>
            <a:off x="588097" y="1424067"/>
            <a:ext cx="5766602" cy="5147007"/>
            <a:chOff x="793387" y="1347402"/>
            <a:chExt cx="5766602" cy="51470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BF7A53E-E7FD-4789-80BB-B27BD03B96DB}"/>
                </a:ext>
              </a:extLst>
            </p:cNvPr>
            <p:cNvSpPr/>
            <p:nvPr/>
          </p:nvSpPr>
          <p:spPr>
            <a:xfrm>
              <a:off x="1272391" y="4681405"/>
              <a:ext cx="778037" cy="778037"/>
            </a:xfrm>
            <a:prstGeom prst="ellips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C696AE-3ECA-4A8A-9019-B8E4F149A3AF}"/>
                </a:ext>
              </a:extLst>
            </p:cNvPr>
            <p:cNvSpPr/>
            <p:nvPr/>
          </p:nvSpPr>
          <p:spPr>
            <a:xfrm>
              <a:off x="1437282" y="2822625"/>
              <a:ext cx="434715" cy="801974"/>
            </a:xfrm>
            <a:prstGeom prst="rect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BF0FF2-24C1-468F-9C49-47854B244484}"/>
                </a:ext>
              </a:extLst>
            </p:cNvPr>
            <p:cNvSpPr/>
            <p:nvPr/>
          </p:nvSpPr>
          <p:spPr>
            <a:xfrm>
              <a:off x="4136961" y="3879431"/>
              <a:ext cx="434715" cy="801974"/>
            </a:xfrm>
            <a:prstGeom prst="rect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E45BBFF-ED51-43E3-B2B9-26E8E4FCECB4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>
              <a:off x="1654640" y="3624599"/>
              <a:ext cx="6770" cy="10568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20E134-6BFD-4B5C-A876-97C1E03F0A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640" y="5470455"/>
              <a:ext cx="6770" cy="68275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AB58D2-812A-4D77-B84D-0A2225112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410" y="6153214"/>
              <a:ext cx="2692908" cy="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2BABA2-6765-45C4-8816-274CE8FB8A58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4354319" y="4681405"/>
              <a:ext cx="6769" cy="147180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26AE8A1-60A1-4403-B9D1-8E9B2040891E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4347551" y="2117841"/>
              <a:ext cx="6768" cy="176159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7BB314-E16D-408D-8B64-38912F3FB6E1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654639" y="2107058"/>
              <a:ext cx="1" cy="71556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7CE7BD-A496-45E5-A976-95C2EF953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639" y="2118071"/>
              <a:ext cx="2692912" cy="1078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5EF33E8-F656-4CED-8C2E-6DFBF6E819A9}"/>
                </a:ext>
              </a:extLst>
            </p:cNvPr>
            <p:cNvSpPr/>
            <p:nvPr/>
          </p:nvSpPr>
          <p:spPr>
            <a:xfrm>
              <a:off x="3656957" y="1705655"/>
              <a:ext cx="1667904" cy="478875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1B4F91-4B17-448B-83C6-D434FCA0A472}"/>
                    </a:ext>
                  </a:extLst>
                </p:cNvPr>
                <p:cNvSpPr txBox="1"/>
                <p:nvPr/>
              </p:nvSpPr>
              <p:spPr>
                <a:xfrm>
                  <a:off x="4599548" y="3988030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1B4F91-4B17-448B-83C6-D434FCA0A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548" y="3988030"/>
                  <a:ext cx="70750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0524E34-7E1D-4DB3-8626-66F363CFF39F}"/>
                    </a:ext>
                  </a:extLst>
                </p:cNvPr>
                <p:cNvSpPr txBox="1"/>
                <p:nvPr/>
              </p:nvSpPr>
              <p:spPr>
                <a:xfrm>
                  <a:off x="837969" y="2898179"/>
                  <a:ext cx="7091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0524E34-7E1D-4DB3-8626-66F363CFF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969" y="2898179"/>
                  <a:ext cx="70910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840F56B-95E7-4E39-9E7C-5C6C59805222}"/>
                    </a:ext>
                  </a:extLst>
                </p:cNvPr>
                <p:cNvSpPr txBox="1"/>
                <p:nvPr/>
              </p:nvSpPr>
              <p:spPr>
                <a:xfrm>
                  <a:off x="793387" y="4778035"/>
                  <a:ext cx="55976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840F56B-95E7-4E39-9E7C-5C6C59805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387" y="4778035"/>
                  <a:ext cx="55976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2132104E-BF35-438D-8F3A-EF1F57CC3E42}"/>
                </a:ext>
              </a:extLst>
            </p:cNvPr>
            <p:cNvSpPr/>
            <p:nvPr/>
          </p:nvSpPr>
          <p:spPr>
            <a:xfrm>
              <a:off x="2097176" y="1845845"/>
              <a:ext cx="1235967" cy="132036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763F2344-EA2F-4CC1-925D-564F6DE082D2}"/>
                </a:ext>
              </a:extLst>
            </p:cNvPr>
            <p:cNvSpPr/>
            <p:nvPr/>
          </p:nvSpPr>
          <p:spPr>
            <a:xfrm rot="16200000">
              <a:off x="1832759" y="4115168"/>
              <a:ext cx="2854750" cy="117358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3B43B10-08A7-4D0F-8B16-A1DB74A6F3F3}"/>
                    </a:ext>
                  </a:extLst>
                </p:cNvPr>
                <p:cNvSpPr txBox="1"/>
                <p:nvPr/>
              </p:nvSpPr>
              <p:spPr>
                <a:xfrm>
                  <a:off x="2744124" y="3807644"/>
                  <a:ext cx="55675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3B43B10-08A7-4D0F-8B16-A1DB74A6F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4124" y="3807644"/>
                  <a:ext cx="556754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001C265-0AC6-4B1D-A7D8-CCE72CEB9F47}"/>
                    </a:ext>
                  </a:extLst>
                </p:cNvPr>
                <p:cNvSpPr txBox="1"/>
                <p:nvPr/>
              </p:nvSpPr>
              <p:spPr>
                <a:xfrm>
                  <a:off x="2434984" y="1347402"/>
                  <a:ext cx="45576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001C265-0AC6-4B1D-A7D8-CCE72CEB9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984" y="1347402"/>
                  <a:ext cx="455766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4792507-846E-4BDB-BD25-3DFE2AA0BBF8}"/>
                </a:ext>
              </a:extLst>
            </p:cNvPr>
            <p:cNvSpPr txBox="1"/>
            <p:nvPr/>
          </p:nvSpPr>
          <p:spPr>
            <a:xfrm>
              <a:off x="5360630" y="3561422"/>
              <a:ext cx="119935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Mạng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cửa</a:t>
              </a:r>
              <a:endPara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452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1" y="229027"/>
            <a:ext cx="6657975" cy="970190"/>
          </a:xfr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6175" y="0"/>
                <a:ext cx="5385825" cy="6857999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niệm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yêu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nhằm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mục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6175" y="0"/>
                <a:ext cx="5385825" cy="6857999"/>
              </a:xfrm>
              <a:blipFill>
                <a:blip r:embed="rId2"/>
                <a:stretch>
                  <a:fillRect l="-2489" r="-28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2FD64114-61E3-47DA-98C9-312981B04538}"/>
              </a:ext>
            </a:extLst>
          </p:cNvPr>
          <p:cNvGrpSpPr/>
          <p:nvPr/>
        </p:nvGrpSpPr>
        <p:grpSpPr>
          <a:xfrm>
            <a:off x="588097" y="1424067"/>
            <a:ext cx="5766602" cy="5147007"/>
            <a:chOff x="793387" y="1347402"/>
            <a:chExt cx="5766602" cy="51470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BF7A53E-E7FD-4789-80BB-B27BD03B96DB}"/>
                </a:ext>
              </a:extLst>
            </p:cNvPr>
            <p:cNvSpPr/>
            <p:nvPr/>
          </p:nvSpPr>
          <p:spPr>
            <a:xfrm>
              <a:off x="1272391" y="4681405"/>
              <a:ext cx="778037" cy="778037"/>
            </a:xfrm>
            <a:prstGeom prst="ellips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C696AE-3ECA-4A8A-9019-B8E4F149A3AF}"/>
                </a:ext>
              </a:extLst>
            </p:cNvPr>
            <p:cNvSpPr/>
            <p:nvPr/>
          </p:nvSpPr>
          <p:spPr>
            <a:xfrm>
              <a:off x="1437282" y="2822625"/>
              <a:ext cx="434715" cy="801974"/>
            </a:xfrm>
            <a:prstGeom prst="rect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BF0FF2-24C1-468F-9C49-47854B244484}"/>
                </a:ext>
              </a:extLst>
            </p:cNvPr>
            <p:cNvSpPr/>
            <p:nvPr/>
          </p:nvSpPr>
          <p:spPr>
            <a:xfrm>
              <a:off x="4136961" y="3879431"/>
              <a:ext cx="434715" cy="801974"/>
            </a:xfrm>
            <a:prstGeom prst="rect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E45BBFF-ED51-43E3-B2B9-26E8E4FCECB4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>
              <a:off x="1654640" y="3624599"/>
              <a:ext cx="6770" cy="10568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20E134-6BFD-4B5C-A876-97C1E03F0A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640" y="5470455"/>
              <a:ext cx="6770" cy="68275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AB58D2-812A-4D77-B84D-0A2225112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410" y="6153214"/>
              <a:ext cx="2692908" cy="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2BABA2-6765-45C4-8816-274CE8FB8A58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4354319" y="4681405"/>
              <a:ext cx="6769" cy="147180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26AE8A1-60A1-4403-B9D1-8E9B2040891E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4347551" y="2117841"/>
              <a:ext cx="6768" cy="176159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7BB314-E16D-408D-8B64-38912F3FB6E1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654639" y="2107058"/>
              <a:ext cx="1" cy="71556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7CE7BD-A496-45E5-A976-95C2EF953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639" y="2118071"/>
              <a:ext cx="2692912" cy="1078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5EF33E8-F656-4CED-8C2E-6DFBF6E819A9}"/>
                </a:ext>
              </a:extLst>
            </p:cNvPr>
            <p:cNvSpPr/>
            <p:nvPr/>
          </p:nvSpPr>
          <p:spPr>
            <a:xfrm>
              <a:off x="3656957" y="1705655"/>
              <a:ext cx="1667904" cy="478875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1B4F91-4B17-448B-83C6-D434FCA0A472}"/>
                    </a:ext>
                  </a:extLst>
                </p:cNvPr>
                <p:cNvSpPr txBox="1"/>
                <p:nvPr/>
              </p:nvSpPr>
              <p:spPr>
                <a:xfrm>
                  <a:off x="4599548" y="3988030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1B4F91-4B17-448B-83C6-D434FCA0A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548" y="3988030"/>
                  <a:ext cx="70750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0524E34-7E1D-4DB3-8626-66F363CFF39F}"/>
                    </a:ext>
                  </a:extLst>
                </p:cNvPr>
                <p:cNvSpPr txBox="1"/>
                <p:nvPr/>
              </p:nvSpPr>
              <p:spPr>
                <a:xfrm>
                  <a:off x="837969" y="2898179"/>
                  <a:ext cx="7091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0524E34-7E1D-4DB3-8626-66F363CFF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969" y="2898179"/>
                  <a:ext cx="70910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840F56B-95E7-4E39-9E7C-5C6C59805222}"/>
                    </a:ext>
                  </a:extLst>
                </p:cNvPr>
                <p:cNvSpPr txBox="1"/>
                <p:nvPr/>
              </p:nvSpPr>
              <p:spPr>
                <a:xfrm>
                  <a:off x="793387" y="4778035"/>
                  <a:ext cx="55976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840F56B-95E7-4E39-9E7C-5C6C59805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387" y="4778035"/>
                  <a:ext cx="55976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2132104E-BF35-438D-8F3A-EF1F57CC3E42}"/>
                </a:ext>
              </a:extLst>
            </p:cNvPr>
            <p:cNvSpPr/>
            <p:nvPr/>
          </p:nvSpPr>
          <p:spPr>
            <a:xfrm>
              <a:off x="2097176" y="1845845"/>
              <a:ext cx="1235967" cy="132036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763F2344-EA2F-4CC1-925D-564F6DE082D2}"/>
                </a:ext>
              </a:extLst>
            </p:cNvPr>
            <p:cNvSpPr/>
            <p:nvPr/>
          </p:nvSpPr>
          <p:spPr>
            <a:xfrm rot="16200000">
              <a:off x="1832759" y="4115168"/>
              <a:ext cx="2854750" cy="117358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3B43B10-08A7-4D0F-8B16-A1DB74A6F3F3}"/>
                    </a:ext>
                  </a:extLst>
                </p:cNvPr>
                <p:cNvSpPr txBox="1"/>
                <p:nvPr/>
              </p:nvSpPr>
              <p:spPr>
                <a:xfrm>
                  <a:off x="2744124" y="3807644"/>
                  <a:ext cx="55675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3B43B10-08A7-4D0F-8B16-A1DB74A6F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4124" y="3807644"/>
                  <a:ext cx="556754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001C265-0AC6-4B1D-A7D8-CCE72CEB9F47}"/>
                    </a:ext>
                  </a:extLst>
                </p:cNvPr>
                <p:cNvSpPr txBox="1"/>
                <p:nvPr/>
              </p:nvSpPr>
              <p:spPr>
                <a:xfrm>
                  <a:off x="2434984" y="1347402"/>
                  <a:ext cx="45576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001C265-0AC6-4B1D-A7D8-CCE72CEB9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984" y="1347402"/>
                  <a:ext cx="455766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4792507-846E-4BDB-BD25-3DFE2AA0BBF8}"/>
                </a:ext>
              </a:extLst>
            </p:cNvPr>
            <p:cNvSpPr txBox="1"/>
            <p:nvPr/>
          </p:nvSpPr>
          <p:spPr>
            <a:xfrm>
              <a:off x="5360630" y="3561422"/>
              <a:ext cx="119935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Mạng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cửa</a:t>
              </a:r>
              <a:endPara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863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943" y="1191721"/>
                <a:ext cx="11020114" cy="557366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943" y="1191721"/>
                <a:ext cx="11020114" cy="5573667"/>
              </a:xfrm>
              <a:blipFill>
                <a:blip r:embed="rId2"/>
                <a:stretch>
                  <a:fillRect l="-1217" r="-1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49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99308"/>
                <a:ext cx="10772776" cy="5758692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den>
                          </m:f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f>
                            <m:f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den>
                          </m:f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f>
                            <m:f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99308"/>
                <a:ext cx="10772776" cy="5758692"/>
              </a:xfrm>
              <a:blipFill>
                <a:blip r:embed="rId2"/>
                <a:stretch>
                  <a:fillRect l="-1302" t="-1799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84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99308"/>
                <a:ext cx="10772775" cy="5568644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(mang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dấu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ước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b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99308"/>
                <a:ext cx="10772775" cy="5568644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0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3" y="1099308"/>
                <a:ext cx="10772775" cy="5758692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3" y="1099308"/>
                <a:ext cx="10772775" cy="5758692"/>
              </a:xfrm>
              <a:blipFill>
                <a:blip r:embed="rId2"/>
                <a:stretch>
                  <a:fillRect l="-1302" t="-2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21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FA77EB-033A-4E63-B04F-1C2A2813E153}"/>
              </a:ext>
            </a:extLst>
          </p:cNvPr>
          <p:cNvSpPr/>
          <p:nvPr/>
        </p:nvSpPr>
        <p:spPr>
          <a:xfrm>
            <a:off x="0" y="4961744"/>
            <a:ext cx="12192000" cy="19112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5462737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5D413C1-6384-45A3-982D-014908801844}"/>
              </a:ext>
            </a:extLst>
          </p:cNvPr>
          <p:cNvGrpSpPr/>
          <p:nvPr/>
        </p:nvGrpSpPr>
        <p:grpSpPr>
          <a:xfrm>
            <a:off x="1622968" y="-241073"/>
            <a:ext cx="8469402" cy="5165607"/>
            <a:chOff x="1622968" y="-241073"/>
            <a:chExt cx="8469402" cy="516560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34DDD31-7D37-4B29-BB79-625414624B61}"/>
                </a:ext>
              </a:extLst>
            </p:cNvPr>
            <p:cNvGrpSpPr/>
            <p:nvPr/>
          </p:nvGrpSpPr>
          <p:grpSpPr>
            <a:xfrm>
              <a:off x="1622968" y="-241073"/>
              <a:ext cx="8469402" cy="5165607"/>
              <a:chOff x="1622968" y="58727"/>
              <a:chExt cx="8469402" cy="5165607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AC48564-7AD7-4955-BA89-ECC5610CBD60}"/>
                  </a:ext>
                </a:extLst>
              </p:cNvPr>
              <p:cNvSpPr/>
              <p:nvPr/>
            </p:nvSpPr>
            <p:spPr>
              <a:xfrm>
                <a:off x="4107305" y="1184223"/>
                <a:ext cx="3387777" cy="33877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05B024E-0A10-4DE6-9866-0912A1687DFB}"/>
                  </a:ext>
                </a:extLst>
              </p:cNvPr>
              <p:cNvGrpSpPr/>
              <p:nvPr/>
            </p:nvGrpSpPr>
            <p:grpSpPr>
              <a:xfrm rot="1843163">
                <a:off x="1622968" y="505294"/>
                <a:ext cx="2848305" cy="2156033"/>
                <a:chOff x="1242703" y="615670"/>
                <a:chExt cx="2848305" cy="2156033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9020F64-BEF7-4892-81A4-08CEC98B8991}"/>
                    </a:ext>
                  </a:extLst>
                </p:cNvPr>
                <p:cNvSpPr/>
                <p:nvPr/>
              </p:nvSpPr>
              <p:spPr>
                <a:xfrm>
                  <a:off x="1855971" y="1118219"/>
                  <a:ext cx="778037" cy="778037"/>
                </a:xfrm>
                <a:prstGeom prst="ellipse">
                  <a:avLst/>
                </a:prstGeom>
                <a:solidFill>
                  <a:srgbClr val="7030A0"/>
                </a:solidFill>
                <a:ln w="381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13CE715-D49F-4114-AFD4-0F8B8114963F}"/>
                    </a:ext>
                  </a:extLst>
                </p:cNvPr>
                <p:cNvSpPr/>
                <p:nvPr/>
              </p:nvSpPr>
              <p:spPr>
                <a:xfrm rot="5400000">
                  <a:off x="3103929" y="432041"/>
                  <a:ext cx="434715" cy="801974"/>
                </a:xfrm>
                <a:prstGeom prst="rect">
                  <a:avLst/>
                </a:prstGeom>
                <a:solidFill>
                  <a:srgbClr val="7030A0"/>
                </a:solidFill>
                <a:ln w="381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BF84C86A-8CB4-490E-A095-4024CDD44E6D}"/>
                        </a:ext>
                      </a:extLst>
                    </p:cNvPr>
                    <p:cNvSpPr txBox="1"/>
                    <p:nvPr/>
                  </p:nvSpPr>
                  <p:spPr>
                    <a:xfrm rot="19756837">
                      <a:off x="3022728" y="947240"/>
                      <a:ext cx="867417" cy="62709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BF84C86A-8CB4-490E-A095-4024CDD44E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56837">
                      <a:off x="3022728" y="947240"/>
                      <a:ext cx="867417" cy="627095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D587FB55-4780-42C7-B02D-35794F0173AF}"/>
                        </a:ext>
                      </a:extLst>
                    </p:cNvPr>
                    <p:cNvSpPr txBox="1"/>
                    <p:nvPr/>
                  </p:nvSpPr>
                  <p:spPr>
                    <a:xfrm rot="19756837">
                      <a:off x="1242703" y="1309737"/>
                      <a:ext cx="702372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D587FB55-4780-42C7-B02D-35794F0173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56837">
                      <a:off x="1242703" y="1309737"/>
                      <a:ext cx="702372" cy="58477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3ECD6097-AE9E-4028-8093-FCF2C0F2E6EA}"/>
                    </a:ext>
                  </a:extLst>
                </p:cNvPr>
                <p:cNvCxnSpPr>
                  <a:cxnSpLocks/>
                  <a:endCxn id="8" idx="0"/>
                </p:cNvCxnSpPr>
                <p:nvPr/>
              </p:nvCxnSpPr>
              <p:spPr>
                <a:xfrm>
                  <a:off x="2244990" y="831576"/>
                  <a:ext cx="0" cy="28664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F89BFCC-1AFF-42A8-9E0A-E5F7FC0D1B1F}"/>
                    </a:ext>
                  </a:extLst>
                </p:cNvPr>
                <p:cNvCxnSpPr>
                  <a:cxnSpLocks/>
                  <a:stCxn id="9" idx="2"/>
                </p:cNvCxnSpPr>
                <p:nvPr/>
              </p:nvCxnSpPr>
              <p:spPr>
                <a:xfrm flipH="1" flipV="1">
                  <a:off x="2244989" y="831576"/>
                  <a:ext cx="675311" cy="145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2B18EC98-86EF-4903-A278-0BF0C967E9BA}"/>
                    </a:ext>
                  </a:extLst>
                </p:cNvPr>
                <p:cNvCxnSpPr>
                  <a:cxnSpLocks/>
                  <a:stCxn id="8" idx="4"/>
                </p:cNvCxnSpPr>
                <p:nvPr/>
              </p:nvCxnSpPr>
              <p:spPr>
                <a:xfrm>
                  <a:off x="2244990" y="1896256"/>
                  <a:ext cx="0" cy="32619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7B1BD09-24AC-468A-ACAB-A73C44C6CC1F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rot="19756837">
                  <a:off x="2395863" y="1715968"/>
                  <a:ext cx="1692964" cy="105573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BE49762-D4D5-4EAA-AFBA-BE2BDB0E9FEC}"/>
                    </a:ext>
                  </a:extLst>
                </p:cNvPr>
                <p:cNvCxnSpPr>
                  <a:cxnSpLocks/>
                  <a:stCxn id="9" idx="0"/>
                </p:cNvCxnSpPr>
                <p:nvPr/>
              </p:nvCxnSpPr>
              <p:spPr>
                <a:xfrm>
                  <a:off x="3722274" y="833029"/>
                  <a:ext cx="36873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F4A0A6B-48E7-4CEC-B641-EF8FF44FA1C2}"/>
                  </a:ext>
                </a:extLst>
              </p:cNvPr>
              <p:cNvGrpSpPr/>
              <p:nvPr/>
            </p:nvGrpSpPr>
            <p:grpSpPr>
              <a:xfrm rot="9002931">
                <a:off x="7070133" y="58727"/>
                <a:ext cx="2635349" cy="2807008"/>
                <a:chOff x="1453478" y="-35305"/>
                <a:chExt cx="2635349" cy="2807008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446D9F51-DDD8-457E-9BC1-128A5E380D62}"/>
                    </a:ext>
                  </a:extLst>
                </p:cNvPr>
                <p:cNvSpPr/>
                <p:nvPr/>
              </p:nvSpPr>
              <p:spPr>
                <a:xfrm>
                  <a:off x="1855971" y="1118219"/>
                  <a:ext cx="778037" cy="778037"/>
                </a:xfrm>
                <a:prstGeom prst="ellipse">
                  <a:avLst/>
                </a:prstGeom>
                <a:solidFill>
                  <a:srgbClr val="00B050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5A16943-D725-433A-B11C-3088F4B2DE2E}"/>
                    </a:ext>
                  </a:extLst>
                </p:cNvPr>
                <p:cNvSpPr/>
                <p:nvPr/>
              </p:nvSpPr>
              <p:spPr>
                <a:xfrm rot="5400000">
                  <a:off x="3103929" y="432041"/>
                  <a:ext cx="434715" cy="801974"/>
                </a:xfrm>
                <a:prstGeom prst="rect">
                  <a:avLst/>
                </a:prstGeom>
                <a:solidFill>
                  <a:srgbClr val="00B050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557AB258-5A8D-4FF9-94BB-63E93B3E9DA4}"/>
                        </a:ext>
                      </a:extLst>
                    </p:cNvPr>
                    <p:cNvSpPr txBox="1"/>
                    <p:nvPr/>
                  </p:nvSpPr>
                  <p:spPr>
                    <a:xfrm rot="12597069">
                      <a:off x="2740541" y="-35305"/>
                      <a:ext cx="841769" cy="68223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sz="32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557AB258-5A8D-4FF9-94BB-63E93B3E9DA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2597069">
                      <a:off x="2740541" y="-35305"/>
                      <a:ext cx="841769" cy="68223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9E2F9499-4203-4184-82A0-BFB99C61C277}"/>
                        </a:ext>
                      </a:extLst>
                    </p:cNvPr>
                    <p:cNvSpPr txBox="1"/>
                    <p:nvPr/>
                  </p:nvSpPr>
                  <p:spPr>
                    <a:xfrm rot="12597069">
                      <a:off x="1453478" y="827349"/>
                      <a:ext cx="653512" cy="62433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9E2F9499-4203-4184-82A0-BFB99C61C2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2597069">
                      <a:off x="1453478" y="827349"/>
                      <a:ext cx="653512" cy="62433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DE00F53-C9F2-4801-A9BA-55D81C3BCC40}"/>
                    </a:ext>
                  </a:extLst>
                </p:cNvPr>
                <p:cNvCxnSpPr>
                  <a:cxnSpLocks/>
                  <a:endCxn id="36" idx="0"/>
                </p:cNvCxnSpPr>
                <p:nvPr/>
              </p:nvCxnSpPr>
              <p:spPr>
                <a:xfrm>
                  <a:off x="2244990" y="831576"/>
                  <a:ext cx="0" cy="28664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47F1666-5CC9-4B05-BCB6-2AC8ADE51CA4}"/>
                    </a:ext>
                  </a:extLst>
                </p:cNvPr>
                <p:cNvCxnSpPr>
                  <a:cxnSpLocks/>
                  <a:stCxn id="37" idx="2"/>
                </p:cNvCxnSpPr>
                <p:nvPr/>
              </p:nvCxnSpPr>
              <p:spPr>
                <a:xfrm flipH="1" flipV="1">
                  <a:off x="2244989" y="831576"/>
                  <a:ext cx="675311" cy="145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68B3F324-798C-4C4A-BA64-1AC9A5DDF09A}"/>
                    </a:ext>
                  </a:extLst>
                </p:cNvPr>
                <p:cNvCxnSpPr>
                  <a:cxnSpLocks/>
                  <a:stCxn id="36" idx="4"/>
                </p:cNvCxnSpPr>
                <p:nvPr/>
              </p:nvCxnSpPr>
              <p:spPr>
                <a:xfrm>
                  <a:off x="2244990" y="1896256"/>
                  <a:ext cx="0" cy="32619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3AA3F1B0-65B9-484E-B921-7BB57D278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9756837">
                  <a:off x="2395863" y="1715968"/>
                  <a:ext cx="1692964" cy="105573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68390BC-48DA-48CE-B84B-B1D25018D240}"/>
                    </a:ext>
                  </a:extLst>
                </p:cNvPr>
                <p:cNvCxnSpPr>
                  <a:cxnSpLocks/>
                  <a:stCxn id="37" idx="0"/>
                </p:cNvCxnSpPr>
                <p:nvPr/>
              </p:nvCxnSpPr>
              <p:spPr>
                <a:xfrm rot="12597069" flipH="1">
                  <a:off x="3746862" y="741103"/>
                  <a:ext cx="335817" cy="18833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9AA797E6-2352-44C8-B6D3-138D7D691E7F}"/>
                  </a:ext>
                </a:extLst>
              </p:cNvPr>
              <p:cNvGrpSpPr/>
              <p:nvPr/>
            </p:nvGrpSpPr>
            <p:grpSpPr>
              <a:xfrm rot="11958055">
                <a:off x="6751607" y="3283747"/>
                <a:ext cx="3340763" cy="1940587"/>
                <a:chOff x="1235957" y="615670"/>
                <a:chExt cx="3340763" cy="1940587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B59C222-79F9-4AAB-B270-AE02049566DB}"/>
                    </a:ext>
                  </a:extLst>
                </p:cNvPr>
                <p:cNvSpPr/>
                <p:nvPr/>
              </p:nvSpPr>
              <p:spPr>
                <a:xfrm>
                  <a:off x="1855971" y="1118219"/>
                  <a:ext cx="778037" cy="778037"/>
                </a:xfrm>
                <a:prstGeom prst="ellipse">
                  <a:avLst/>
                </a:prstGeom>
                <a:solidFill>
                  <a:srgbClr val="0070C0"/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EBB36EA-DCD5-4E45-9B21-3F9907690DD2}"/>
                    </a:ext>
                  </a:extLst>
                </p:cNvPr>
                <p:cNvSpPr/>
                <p:nvPr/>
              </p:nvSpPr>
              <p:spPr>
                <a:xfrm rot="5400000">
                  <a:off x="3103929" y="432041"/>
                  <a:ext cx="434715" cy="801974"/>
                </a:xfrm>
                <a:prstGeom prst="rect">
                  <a:avLst/>
                </a:prstGeom>
                <a:solidFill>
                  <a:srgbClr val="0070C0"/>
                </a:solidFill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62B7BE13-266A-48A8-A85C-4BD8C6C8CD49}"/>
                        </a:ext>
                      </a:extLst>
                    </p:cNvPr>
                    <p:cNvSpPr txBox="1"/>
                    <p:nvPr/>
                  </p:nvSpPr>
                  <p:spPr>
                    <a:xfrm rot="9641945">
                      <a:off x="2796294" y="1042953"/>
                      <a:ext cx="896271" cy="6295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62B7BE13-266A-48A8-A85C-4BD8C6C8CD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9641945">
                      <a:off x="2796294" y="1042953"/>
                      <a:ext cx="896271" cy="62959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053B2696-CBA3-4800-87FC-AD03858895E6}"/>
                        </a:ext>
                      </a:extLst>
                    </p:cNvPr>
                    <p:cNvSpPr txBox="1"/>
                    <p:nvPr/>
                  </p:nvSpPr>
                  <p:spPr>
                    <a:xfrm rot="9641945">
                      <a:off x="1235957" y="1289408"/>
                      <a:ext cx="737831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053B2696-CBA3-4800-87FC-AD03858895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9641945">
                      <a:off x="1235957" y="1289408"/>
                      <a:ext cx="737831" cy="58477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99BB39D-3DF7-461A-A32D-7A66BA052043}"/>
                    </a:ext>
                  </a:extLst>
                </p:cNvPr>
                <p:cNvCxnSpPr>
                  <a:cxnSpLocks/>
                  <a:endCxn id="47" idx="0"/>
                </p:cNvCxnSpPr>
                <p:nvPr/>
              </p:nvCxnSpPr>
              <p:spPr>
                <a:xfrm>
                  <a:off x="2244990" y="831576"/>
                  <a:ext cx="0" cy="28664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D452E87-D322-4769-99FE-76363A898BA0}"/>
                    </a:ext>
                  </a:extLst>
                </p:cNvPr>
                <p:cNvCxnSpPr>
                  <a:cxnSpLocks/>
                  <a:stCxn id="48" idx="2"/>
                </p:cNvCxnSpPr>
                <p:nvPr/>
              </p:nvCxnSpPr>
              <p:spPr>
                <a:xfrm flipH="1" flipV="1">
                  <a:off x="2244989" y="831576"/>
                  <a:ext cx="675311" cy="145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235D61E9-06F3-4702-B32B-7BB1882A7921}"/>
                    </a:ext>
                  </a:extLst>
                </p:cNvPr>
                <p:cNvCxnSpPr>
                  <a:cxnSpLocks/>
                  <a:stCxn id="47" idx="4"/>
                </p:cNvCxnSpPr>
                <p:nvPr/>
              </p:nvCxnSpPr>
              <p:spPr>
                <a:xfrm>
                  <a:off x="2244990" y="1896256"/>
                  <a:ext cx="0" cy="32619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226CB568-6CF8-4DAA-8A25-E0DDE006AC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9641945" flipH="1" flipV="1">
                  <a:off x="2301750" y="1906612"/>
                  <a:ext cx="1800632" cy="64964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87CA65F2-587F-4377-AA24-29C743988E44}"/>
                    </a:ext>
                  </a:extLst>
                </p:cNvPr>
                <p:cNvCxnSpPr>
                  <a:cxnSpLocks/>
                  <a:stCxn id="48" idx="0"/>
                </p:cNvCxnSpPr>
                <p:nvPr/>
              </p:nvCxnSpPr>
              <p:spPr>
                <a:xfrm rot="9641945" flipH="1" flipV="1">
                  <a:off x="3748554" y="687736"/>
                  <a:ext cx="828166" cy="2998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21368FB-5F40-4FE4-BD99-B0EF601A1F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4515" y="3222504"/>
              <a:ext cx="1512920" cy="9213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A383C4A-ABA8-43DE-85DB-EA30F91AFA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880" y="3964176"/>
              <a:ext cx="1512920" cy="9213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5A68E87-EDEC-436D-9B4B-C787DB2CE980}"/>
              </a:ext>
            </a:extLst>
          </p:cNvPr>
          <p:cNvSpPr txBox="1"/>
          <p:nvPr/>
        </p:nvSpPr>
        <p:spPr>
          <a:xfrm>
            <a:off x="1759784" y="1693009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D0CD46-37D2-4E64-BE84-EBC09A4D39B5}"/>
                  </a:ext>
                </a:extLst>
              </p:cNvPr>
              <p:cNvSpPr txBox="1"/>
              <p:nvPr/>
            </p:nvSpPr>
            <p:spPr>
              <a:xfrm>
                <a:off x="8833682" y="1499104"/>
                <a:ext cx="11213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D0CD46-37D2-4E64-BE84-EBC09A4D3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82" y="1499104"/>
                <a:ext cx="1121397" cy="584775"/>
              </a:xfrm>
              <a:prstGeom prst="rect">
                <a:avLst/>
              </a:prstGeom>
              <a:blipFill>
                <a:blip r:embed="rId8"/>
                <a:stretch>
                  <a:fillRect l="-1358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9EB25CB-60AF-4DAB-A8C7-5062FB474207}"/>
                  </a:ext>
                </a:extLst>
              </p:cNvPr>
              <p:cNvSpPr txBox="1"/>
              <p:nvPr/>
            </p:nvSpPr>
            <p:spPr>
              <a:xfrm>
                <a:off x="8818692" y="2877911"/>
                <a:ext cx="12095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9EB25CB-60AF-4DAB-A8C7-5062FB474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692" y="2877911"/>
                <a:ext cx="1209562" cy="584775"/>
              </a:xfrm>
              <a:prstGeom prst="rect">
                <a:avLst/>
              </a:prstGeom>
              <a:blipFill>
                <a:blip r:embed="rId9"/>
                <a:stretch>
                  <a:fillRect l="-1313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589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3" y="1191721"/>
                <a:ext cx="10772775" cy="557366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=1→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=1→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3" y="1191721"/>
                <a:ext cx="10772775" cy="5573667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278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3" y="1191721"/>
                <a:ext cx="10772775" cy="557366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=1→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3" y="1191721"/>
                <a:ext cx="10772775" cy="5573667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90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9172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d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91721"/>
                <a:ext cx="10772775" cy="5666279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57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909260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dắt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Chú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2"/>
                <a:stretch>
                  <a:fillRect l="-1302" r="-1415" b="-17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451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7485" y="141174"/>
                <a:ext cx="6657975" cy="970190"/>
              </a:xfrm>
              <a:solidFill>
                <a:schemeClr val="tx1">
                  <a:lumMod val="85000"/>
                </a:schemeClr>
              </a:solidFill>
            </p:spPr>
            <p:txBody>
              <a:bodyPr>
                <a:normAutofit/>
              </a:bodyPr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7485" y="141174"/>
                <a:ext cx="6657975" cy="970190"/>
              </a:xfrm>
              <a:blipFill>
                <a:blip r:embed="rId2"/>
                <a:stretch>
                  <a:fillRect t="-21384" b="-289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441" y="1244187"/>
                <a:ext cx="7322690" cy="5546357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xây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ới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khỏi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441" y="1244187"/>
                <a:ext cx="7322690" cy="5546357"/>
              </a:xfrm>
              <a:blipFill>
                <a:blip r:embed="rId3"/>
                <a:stretch>
                  <a:fillRect l="-1915" r="-2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8326F5A3-3328-4244-8A17-C1D1EFB5E2A1}"/>
              </a:ext>
            </a:extLst>
          </p:cNvPr>
          <p:cNvSpPr/>
          <p:nvPr/>
        </p:nvSpPr>
        <p:spPr>
          <a:xfrm>
            <a:off x="8076480" y="4510734"/>
            <a:ext cx="778037" cy="778037"/>
          </a:xfrm>
          <a:prstGeom prst="ellipse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A9A895-855A-4EEA-85E6-31DBD2DCED11}"/>
              </a:ext>
            </a:extLst>
          </p:cNvPr>
          <p:cNvSpPr/>
          <p:nvPr/>
        </p:nvSpPr>
        <p:spPr>
          <a:xfrm>
            <a:off x="8241371" y="2651954"/>
            <a:ext cx="434715" cy="801974"/>
          </a:xfrm>
          <a:prstGeom prst="rect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515A8D-B705-4109-B88F-213DF8AB8583}"/>
              </a:ext>
            </a:extLst>
          </p:cNvPr>
          <p:cNvCxnSpPr>
            <a:stCxn id="30" idx="2"/>
            <a:endCxn id="28" idx="0"/>
          </p:cNvCxnSpPr>
          <p:nvPr/>
        </p:nvCxnSpPr>
        <p:spPr>
          <a:xfrm>
            <a:off x="8458729" y="3453928"/>
            <a:ext cx="6770" cy="105680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554833-C5B2-4D47-9C4C-B0A02F444C87}"/>
              </a:ext>
            </a:extLst>
          </p:cNvPr>
          <p:cNvCxnSpPr>
            <a:cxnSpLocks/>
          </p:cNvCxnSpPr>
          <p:nvPr/>
        </p:nvCxnSpPr>
        <p:spPr>
          <a:xfrm flipH="1" flipV="1">
            <a:off x="8458729" y="5299784"/>
            <a:ext cx="6770" cy="68275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E004CC-91F3-4AB0-A87D-0EF77D91583D}"/>
              </a:ext>
            </a:extLst>
          </p:cNvPr>
          <p:cNvCxnSpPr>
            <a:cxnSpLocks/>
          </p:cNvCxnSpPr>
          <p:nvPr/>
        </p:nvCxnSpPr>
        <p:spPr>
          <a:xfrm flipH="1" flipV="1">
            <a:off x="8465498" y="5982543"/>
            <a:ext cx="3029419" cy="1101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3A0EF1-603B-47D4-9A06-15E9F1701F7E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8458728" y="1936387"/>
            <a:ext cx="1" cy="71556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E00093-5E3C-417D-B395-7E0E1339F184}"/>
              </a:ext>
            </a:extLst>
          </p:cNvPr>
          <p:cNvCxnSpPr>
            <a:cxnSpLocks/>
          </p:cNvCxnSpPr>
          <p:nvPr/>
        </p:nvCxnSpPr>
        <p:spPr>
          <a:xfrm flipH="1" flipV="1">
            <a:off x="8458728" y="1945287"/>
            <a:ext cx="3036188" cy="516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36DE3FC-5F77-426E-A804-49CA34509021}"/>
                  </a:ext>
                </a:extLst>
              </p:cNvPr>
              <p:cNvSpPr txBox="1"/>
              <p:nvPr/>
            </p:nvSpPr>
            <p:spPr>
              <a:xfrm>
                <a:off x="7524673" y="2727508"/>
                <a:ext cx="841769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36DE3FC-5F77-426E-A804-49CA34509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673" y="2727508"/>
                <a:ext cx="841769" cy="682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474AB5A-B8FE-42F1-9AC8-98FE68896D53}"/>
                  </a:ext>
                </a:extLst>
              </p:cNvPr>
              <p:cNvSpPr txBox="1"/>
              <p:nvPr/>
            </p:nvSpPr>
            <p:spPr>
              <a:xfrm>
                <a:off x="7540051" y="4607364"/>
                <a:ext cx="653512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474AB5A-B8FE-42F1-9AC8-98FE68896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051" y="4607364"/>
                <a:ext cx="653512" cy="624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Arrow: Right 52">
            <a:extLst>
              <a:ext uri="{FF2B5EF4-FFF2-40B4-BE49-F238E27FC236}">
                <a16:creationId xmlns:a16="http://schemas.microsoft.com/office/drawing/2014/main" id="{4278FC4B-79FC-4EAF-9414-B8FE40D880A2}"/>
              </a:ext>
            </a:extLst>
          </p:cNvPr>
          <p:cNvSpPr/>
          <p:nvPr/>
        </p:nvSpPr>
        <p:spPr>
          <a:xfrm>
            <a:off x="8694114" y="1653916"/>
            <a:ext cx="1235967" cy="132036"/>
          </a:xfrm>
          <a:prstGeom prst="rightArrow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A9F5EF43-7545-45E2-B799-7FA47E27F66A}"/>
              </a:ext>
            </a:extLst>
          </p:cNvPr>
          <p:cNvSpPr/>
          <p:nvPr/>
        </p:nvSpPr>
        <p:spPr>
          <a:xfrm rot="16200000">
            <a:off x="8026397" y="3812961"/>
            <a:ext cx="2854750" cy="117358"/>
          </a:xfrm>
          <a:prstGeom prst="rightArrow">
            <a:avLst/>
          </a:prstGeom>
          <a:solidFill>
            <a:srgbClr val="FFC0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E82BEFE-D19C-4B19-9E57-20FFBCB44236}"/>
                  </a:ext>
                </a:extLst>
              </p:cNvPr>
              <p:cNvSpPr txBox="1"/>
              <p:nvPr/>
            </p:nvSpPr>
            <p:spPr>
              <a:xfrm>
                <a:off x="8891384" y="3482384"/>
                <a:ext cx="621067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E82BEFE-D19C-4B19-9E57-20FFBCB44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384" y="3482384"/>
                <a:ext cx="621067" cy="624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C23F679-1D87-4D66-95FD-35627E076602}"/>
                  </a:ext>
                </a:extLst>
              </p:cNvPr>
              <p:cNvSpPr txBox="1"/>
              <p:nvPr/>
            </p:nvSpPr>
            <p:spPr>
              <a:xfrm>
                <a:off x="9031922" y="1005573"/>
                <a:ext cx="550535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C23F679-1D87-4D66-95FD-35627E076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922" y="1005573"/>
                <a:ext cx="550535" cy="6243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>
            <a:extLst>
              <a:ext uri="{FF2B5EF4-FFF2-40B4-BE49-F238E27FC236}">
                <a16:creationId xmlns:a16="http://schemas.microsoft.com/office/drawing/2014/main" id="{C6A7173A-7EA2-403A-A63D-E59153706AD7}"/>
              </a:ext>
            </a:extLst>
          </p:cNvPr>
          <p:cNvSpPr/>
          <p:nvPr/>
        </p:nvSpPr>
        <p:spPr>
          <a:xfrm>
            <a:off x="10917316" y="382331"/>
            <a:ext cx="7200000" cy="7200000"/>
          </a:xfrm>
          <a:prstGeom prst="arc">
            <a:avLst>
              <a:gd name="adj1" fmla="val 8444588"/>
              <a:gd name="adj2" fmla="val 13191714"/>
            </a:avLst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30502208-E75B-4344-B971-606A45AA17D0}"/>
              </a:ext>
            </a:extLst>
          </p:cNvPr>
          <p:cNvSpPr/>
          <p:nvPr/>
        </p:nvSpPr>
        <p:spPr>
          <a:xfrm>
            <a:off x="9887475" y="2829843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D6AA8128-67CB-47CB-BC67-E29510EC0373}"/>
              </a:ext>
            </a:extLst>
          </p:cNvPr>
          <p:cNvSpPr/>
          <p:nvPr/>
        </p:nvSpPr>
        <p:spPr>
          <a:xfrm rot="10800000">
            <a:off x="9924884" y="4655473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765D902-0759-431C-B82B-BF1450CC8C76}"/>
                  </a:ext>
                </a:extLst>
              </p:cNvPr>
              <p:cNvSpPr txBox="1"/>
              <p:nvPr/>
            </p:nvSpPr>
            <p:spPr>
              <a:xfrm>
                <a:off x="10072461" y="2159514"/>
                <a:ext cx="648318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765D902-0759-431C-B82B-BF1450CC8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461" y="2159514"/>
                <a:ext cx="648318" cy="6243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2A8A3E9-73FA-4696-B5E0-22816070190E}"/>
                  </a:ext>
                </a:extLst>
              </p:cNvPr>
              <p:cNvSpPr txBox="1"/>
              <p:nvPr/>
            </p:nvSpPr>
            <p:spPr>
              <a:xfrm>
                <a:off x="10045256" y="4880327"/>
                <a:ext cx="627287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2A8A3E9-73FA-4696-B5E0-228160701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256" y="4880327"/>
                <a:ext cx="627287" cy="6243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791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những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khỏi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những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khỏi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222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en-GB" sz="32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en-GB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2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=1→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=1→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587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trận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trúc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176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−1/2</m:t>
                        </m:r>
                      </m:sup>
                    </m:sSup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681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𝑘𝑙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1/2</m:t>
                        </m:r>
                      </m:sup>
                    </m:sSup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𝑘𝑙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234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solidFill>
                <a:srgbClr val="D9D9D9"/>
              </a:solidFill>
            </p:spPr>
            <p:txBody>
              <a:bodyPr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909260"/>
              </a:xfrm>
              <a:blipFill>
                <a:blip r:embed="rId2"/>
                <a:stretch>
                  <a:fillRect t="-26174" b="-34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niệm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hoặc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75</m:t>
                    </m:r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31761"/>
                <a:ext cx="10772775" cy="5666279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272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06298" y="639763"/>
                <a:ext cx="3997693" cy="5492750"/>
              </a:xfrm>
              <a:solidFill>
                <a:srgbClr val="D9D9D9"/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06298" y="639763"/>
                <a:ext cx="3997693" cy="5492750"/>
              </a:xfr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6435051"/>
                  </p:ext>
                </p:extLst>
              </p:nvPr>
            </p:nvGraphicFramePr>
            <p:xfrm>
              <a:off x="5288347" y="639763"/>
              <a:ext cx="6254724" cy="5492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6435051"/>
                  </p:ext>
                </p:extLst>
              </p:nvPr>
            </p:nvGraphicFramePr>
            <p:xfrm>
              <a:off x="5288347" y="639763"/>
              <a:ext cx="6254724" cy="5492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0910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068643"/>
                <a:ext cx="10772775" cy="4676814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068643"/>
                <a:ext cx="10772775" cy="4676814"/>
              </a:xfrm>
              <a:blipFill>
                <a:blip r:embed="rId2"/>
                <a:stretch>
                  <a:fillRect l="-1302" r="-1415" b="-9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57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E16B12-9AF0-49D8-810A-EB642822C732}"/>
              </a:ext>
            </a:extLst>
          </p:cNvPr>
          <p:cNvGrpSpPr/>
          <p:nvPr/>
        </p:nvGrpSpPr>
        <p:grpSpPr>
          <a:xfrm>
            <a:off x="7653233" y="909023"/>
            <a:ext cx="10592643" cy="7200000"/>
            <a:chOff x="7524673" y="382331"/>
            <a:chExt cx="10592643" cy="720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E4DAA8B-DFB0-4DAD-AFE3-293E7AA8BE87}"/>
                </a:ext>
              </a:extLst>
            </p:cNvPr>
            <p:cNvSpPr/>
            <p:nvPr/>
          </p:nvSpPr>
          <p:spPr>
            <a:xfrm>
              <a:off x="8076480" y="4510734"/>
              <a:ext cx="778037" cy="778037"/>
            </a:xfrm>
            <a:prstGeom prst="ellipse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1BB61B-9B30-41F5-8B78-58462C7B6173}"/>
                </a:ext>
              </a:extLst>
            </p:cNvPr>
            <p:cNvSpPr/>
            <p:nvPr/>
          </p:nvSpPr>
          <p:spPr>
            <a:xfrm>
              <a:off x="8241371" y="2651954"/>
              <a:ext cx="434715" cy="801974"/>
            </a:xfrm>
            <a:prstGeom prst="rect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E509FF1-DD9C-499A-8093-EFF35BFDA428}"/>
                </a:ext>
              </a:extLst>
            </p:cNvPr>
            <p:cNvCxnSpPr>
              <a:stCxn id="7" idx="2"/>
              <a:endCxn id="6" idx="0"/>
            </p:cNvCxnSpPr>
            <p:nvPr/>
          </p:nvCxnSpPr>
          <p:spPr>
            <a:xfrm>
              <a:off x="8458729" y="3453928"/>
              <a:ext cx="6770" cy="1056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16D4FA-A99C-4C0C-8AE5-8D13EEDC88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8729" y="5299784"/>
              <a:ext cx="6770" cy="6827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BD07CFD-84EF-40D2-8DDC-CEB44ED1F2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498" y="5982543"/>
              <a:ext cx="3029419" cy="110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769F20-28C7-41C6-AD00-5BAA928CF77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8458728" y="1936387"/>
              <a:ext cx="1" cy="7155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FBA3D6A-D8C1-422F-A013-A53F63EFBC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8728" y="1945287"/>
              <a:ext cx="3036188" cy="5163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E6FE25-7918-47F1-938F-C3C72625ED43}"/>
                    </a:ext>
                  </a:extLst>
                </p:cNvPr>
                <p:cNvSpPr txBox="1"/>
                <p:nvPr/>
              </p:nvSpPr>
              <p:spPr>
                <a:xfrm>
                  <a:off x="7524673" y="2727508"/>
                  <a:ext cx="841769" cy="682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E6FE25-7918-47F1-938F-C3C72625E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673" y="2727508"/>
                  <a:ext cx="841769" cy="68223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A67DAD-ACE6-4D68-BFB1-72A642425572}"/>
                    </a:ext>
                  </a:extLst>
                </p:cNvPr>
                <p:cNvSpPr txBox="1"/>
                <p:nvPr/>
              </p:nvSpPr>
              <p:spPr>
                <a:xfrm>
                  <a:off x="7540051" y="4607364"/>
                  <a:ext cx="653512" cy="6243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A67DAD-ACE6-4D68-BFB1-72A6424255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051" y="4607364"/>
                  <a:ext cx="653512" cy="6243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4A049CB9-3486-4033-B86F-40B8514D13D9}"/>
                </a:ext>
              </a:extLst>
            </p:cNvPr>
            <p:cNvSpPr/>
            <p:nvPr/>
          </p:nvSpPr>
          <p:spPr>
            <a:xfrm>
              <a:off x="8809289" y="1657313"/>
              <a:ext cx="1235967" cy="132036"/>
            </a:xfrm>
            <a:prstGeom prst="rightArrow">
              <a:avLst/>
            </a:prstGeom>
            <a:solidFill>
              <a:srgbClr val="0070C0"/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9DA68293-9F5B-4558-96AA-B194C98A3BC3}"/>
                </a:ext>
              </a:extLst>
            </p:cNvPr>
            <p:cNvSpPr/>
            <p:nvPr/>
          </p:nvSpPr>
          <p:spPr>
            <a:xfrm rot="16200000">
              <a:off x="8026397" y="3812961"/>
              <a:ext cx="2854750" cy="117358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C1E962A-5F42-4E40-B045-D31D9C8B5E4A}"/>
                    </a:ext>
                  </a:extLst>
                </p:cNvPr>
                <p:cNvSpPr txBox="1"/>
                <p:nvPr/>
              </p:nvSpPr>
              <p:spPr>
                <a:xfrm>
                  <a:off x="8891384" y="3482384"/>
                  <a:ext cx="621067" cy="6243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C1E962A-5F42-4E40-B045-D31D9C8B5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1384" y="3482384"/>
                  <a:ext cx="621067" cy="62433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4DE1DC2-DF68-42CE-A6C3-C2519AD12BBF}"/>
                    </a:ext>
                  </a:extLst>
                </p:cNvPr>
                <p:cNvSpPr txBox="1"/>
                <p:nvPr/>
              </p:nvSpPr>
              <p:spPr>
                <a:xfrm>
                  <a:off x="8303982" y="1274272"/>
                  <a:ext cx="550535" cy="6243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4DE1DC2-DF68-42CE-A6C3-C2519AD12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3982" y="1274272"/>
                  <a:ext cx="550535" cy="6243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B7E3EBE4-21CE-44D5-BDD2-85B4CDAE184F}"/>
                </a:ext>
              </a:extLst>
            </p:cNvPr>
            <p:cNvSpPr/>
            <p:nvPr/>
          </p:nvSpPr>
          <p:spPr>
            <a:xfrm>
              <a:off x="10917316" y="382331"/>
              <a:ext cx="7200000" cy="7200000"/>
            </a:xfrm>
            <a:prstGeom prst="arc">
              <a:avLst>
                <a:gd name="adj1" fmla="val 8444588"/>
                <a:gd name="adj2" fmla="val 1319171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48778D4-0D25-4CE0-B37A-B65FF3CC5416}"/>
                    </a:ext>
                  </a:extLst>
                </p:cNvPr>
                <p:cNvSpPr txBox="1"/>
                <p:nvPr/>
              </p:nvSpPr>
              <p:spPr>
                <a:xfrm>
                  <a:off x="10045256" y="4880327"/>
                  <a:ext cx="755976" cy="682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48778D4-0D25-4CE0-B37A-B65FF3CC5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5256" y="4880327"/>
                  <a:ext cx="755976" cy="68223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08A42C-B3E5-4519-8456-64510B38374F}"/>
              </a:ext>
            </a:extLst>
          </p:cNvPr>
          <p:cNvCxnSpPr>
            <a:cxnSpLocks/>
          </p:cNvCxnSpPr>
          <p:nvPr/>
        </p:nvCxnSpPr>
        <p:spPr>
          <a:xfrm>
            <a:off x="9963263" y="5118017"/>
            <a:ext cx="886076" cy="1603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059886-5606-4195-9989-ED2B7AAD47A4}"/>
              </a:ext>
            </a:extLst>
          </p:cNvPr>
          <p:cNvCxnSpPr>
            <a:cxnSpLocks/>
          </p:cNvCxnSpPr>
          <p:nvPr/>
        </p:nvCxnSpPr>
        <p:spPr>
          <a:xfrm>
            <a:off x="9995571" y="5473653"/>
            <a:ext cx="886076" cy="16039"/>
          </a:xfrm>
          <a:prstGeom prst="straightConnector1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C262-F446-4AD5-A2C2-67C3508113E7}"/>
                  </a:ext>
                </a:extLst>
              </p:cNvPr>
              <p:cNvSpPr txBox="1"/>
              <p:nvPr/>
            </p:nvSpPr>
            <p:spPr>
              <a:xfrm>
                <a:off x="10055033" y="4390487"/>
                <a:ext cx="744756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C262-F446-4AD5-A2C2-67C350811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033" y="4390487"/>
                <a:ext cx="744756" cy="6822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0ED460-4FC5-4B0B-AEDA-39FB05F32026}"/>
              </a:ext>
            </a:extLst>
          </p:cNvPr>
          <p:cNvCxnSpPr>
            <a:cxnSpLocks/>
          </p:cNvCxnSpPr>
          <p:nvPr/>
        </p:nvCxnSpPr>
        <p:spPr>
          <a:xfrm>
            <a:off x="9936410" y="3232729"/>
            <a:ext cx="886076" cy="160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D851F2-499A-40E5-B5D1-CA4623133F32}"/>
              </a:ext>
            </a:extLst>
          </p:cNvPr>
          <p:cNvCxnSpPr>
            <a:cxnSpLocks/>
          </p:cNvCxnSpPr>
          <p:nvPr/>
        </p:nvCxnSpPr>
        <p:spPr>
          <a:xfrm>
            <a:off x="9968718" y="3588365"/>
            <a:ext cx="886076" cy="16039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572B9A6-5443-41A8-A68D-A6D55C027C98}"/>
                  </a:ext>
                </a:extLst>
              </p:cNvPr>
              <p:cNvSpPr txBox="1"/>
              <p:nvPr/>
            </p:nvSpPr>
            <p:spPr>
              <a:xfrm>
                <a:off x="10028180" y="2505199"/>
                <a:ext cx="674224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572B9A6-5443-41A8-A68D-A6D55C027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180" y="2505199"/>
                <a:ext cx="674224" cy="682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5FA1EE-3DB4-4646-9950-5128FBDAEF26}"/>
                  </a:ext>
                </a:extLst>
              </p:cNvPr>
              <p:cNvSpPr txBox="1"/>
              <p:nvPr/>
            </p:nvSpPr>
            <p:spPr>
              <a:xfrm>
                <a:off x="10119211" y="3527534"/>
                <a:ext cx="727122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5FA1EE-3DB4-4646-9950-5128FBDAE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211" y="3527534"/>
                <a:ext cx="727122" cy="6822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39"/>
                <a:ext cx="7064774" cy="5089161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Kirchhoff: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(1)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(2)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(3)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(4)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(5)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39"/>
                <a:ext cx="7064774" cy="5089161"/>
              </a:xfrm>
              <a:blipFill>
                <a:blip r:embed="rId10"/>
                <a:stretch>
                  <a:fillRect l="-1984" t="-32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276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800964"/>
                <a:ext cx="10772774" cy="5057036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(2) (3) (4) (5)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800964"/>
                <a:ext cx="10772774" cy="5057036"/>
              </a:xfrm>
              <a:blipFill>
                <a:blip r:embed="rId2"/>
                <a:stretch>
                  <a:fillRect l="-1471" t="-1566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670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39"/>
                <a:ext cx="10772774" cy="5089161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39"/>
                <a:ext cx="10772774" cy="5089161"/>
              </a:xfrm>
              <a:blipFill>
                <a:blip r:embed="rId2"/>
                <a:stretch>
                  <a:fillRect l="-1471" t="-1557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107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39"/>
                <a:ext cx="10772774" cy="5089161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39"/>
                <a:ext cx="10772774" cy="5089161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07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39"/>
                <a:ext cx="10772774" cy="5089161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GB" sz="3200" b="0" i="0" dirty="0">
                  <a:solidFill>
                    <a:srgbClr val="00B0F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39"/>
                <a:ext cx="10772774" cy="5089161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408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2"/>
                <a:stretch>
                  <a:fillRect l="-1302" t="-1557" r="-1415" b="-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093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3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Liên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với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sz="5400" b="0" i="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b="0" i="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endParaRPr lang="en-GB" sz="5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4976618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sánh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4976618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113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11182"/>
                <a:ext cx="8215185" cy="5434276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rad>
                              <m:d>
                                <m:dPr>
                                  <m:ctrlPr>
                                    <a:rPr lang="en-GB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GB" sz="3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  <m:d>
                                <m:d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11182"/>
                <a:ext cx="8215185" cy="5434276"/>
              </a:xfrm>
              <a:blipFill>
                <a:blip r:embed="rId2"/>
                <a:stretch>
                  <a:fillRect l="-1632" r="-1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8E16B12-9AF0-49D8-810A-EB642822C732}"/>
              </a:ext>
            </a:extLst>
          </p:cNvPr>
          <p:cNvGrpSpPr/>
          <p:nvPr/>
        </p:nvGrpSpPr>
        <p:grpSpPr>
          <a:xfrm>
            <a:off x="8205040" y="909023"/>
            <a:ext cx="10040836" cy="7200000"/>
            <a:chOff x="8076480" y="382331"/>
            <a:chExt cx="10040836" cy="720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E4DAA8B-DFB0-4DAD-AFE3-293E7AA8BE87}"/>
                </a:ext>
              </a:extLst>
            </p:cNvPr>
            <p:cNvSpPr/>
            <p:nvPr/>
          </p:nvSpPr>
          <p:spPr>
            <a:xfrm>
              <a:off x="8076480" y="4510734"/>
              <a:ext cx="778037" cy="778037"/>
            </a:xfrm>
            <a:prstGeom prst="ellipse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1BB61B-9B30-41F5-8B78-58462C7B6173}"/>
                </a:ext>
              </a:extLst>
            </p:cNvPr>
            <p:cNvSpPr/>
            <p:nvPr/>
          </p:nvSpPr>
          <p:spPr>
            <a:xfrm>
              <a:off x="8241371" y="2651954"/>
              <a:ext cx="434715" cy="801974"/>
            </a:xfrm>
            <a:prstGeom prst="rect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E509FF1-DD9C-499A-8093-EFF35BFDA428}"/>
                </a:ext>
              </a:extLst>
            </p:cNvPr>
            <p:cNvCxnSpPr>
              <a:stCxn id="7" idx="2"/>
              <a:endCxn id="6" idx="0"/>
            </p:cNvCxnSpPr>
            <p:nvPr/>
          </p:nvCxnSpPr>
          <p:spPr>
            <a:xfrm>
              <a:off x="8458729" y="3453928"/>
              <a:ext cx="6770" cy="1056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16D4FA-A99C-4C0C-8AE5-8D13EEDC88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8729" y="5299784"/>
              <a:ext cx="6770" cy="6827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BD07CFD-84EF-40D2-8DDC-CEB44ED1F2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498" y="5982543"/>
              <a:ext cx="3029419" cy="110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769F20-28C7-41C6-AD00-5BAA928CF77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8458728" y="1936387"/>
              <a:ext cx="1" cy="7155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FBA3D6A-D8C1-422F-A013-A53F63EFBC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8728" y="1945287"/>
              <a:ext cx="3036188" cy="5163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E6FE25-7918-47F1-938F-C3C72625ED43}"/>
                    </a:ext>
                  </a:extLst>
                </p:cNvPr>
                <p:cNvSpPr txBox="1"/>
                <p:nvPr/>
              </p:nvSpPr>
              <p:spPr>
                <a:xfrm>
                  <a:off x="8361231" y="2117282"/>
                  <a:ext cx="841769" cy="682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E6FE25-7918-47F1-938F-C3C72625E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1231" y="2117282"/>
                  <a:ext cx="841769" cy="6822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A67DAD-ACE6-4D68-BFB1-72A642425572}"/>
                    </a:ext>
                  </a:extLst>
                </p:cNvPr>
                <p:cNvSpPr txBox="1"/>
                <p:nvPr/>
              </p:nvSpPr>
              <p:spPr>
                <a:xfrm>
                  <a:off x="8489727" y="5124459"/>
                  <a:ext cx="653512" cy="6243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A67DAD-ACE6-4D68-BFB1-72A6424255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9727" y="5124459"/>
                  <a:ext cx="653512" cy="62433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4A049CB9-3486-4033-B86F-40B8514D13D9}"/>
                </a:ext>
              </a:extLst>
            </p:cNvPr>
            <p:cNvSpPr/>
            <p:nvPr/>
          </p:nvSpPr>
          <p:spPr>
            <a:xfrm>
              <a:off x="8809289" y="1657313"/>
              <a:ext cx="1235967" cy="132036"/>
            </a:xfrm>
            <a:prstGeom prst="rightArrow">
              <a:avLst/>
            </a:prstGeom>
            <a:solidFill>
              <a:srgbClr val="0070C0"/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9DA68293-9F5B-4558-96AA-B194C98A3BC3}"/>
                </a:ext>
              </a:extLst>
            </p:cNvPr>
            <p:cNvSpPr/>
            <p:nvPr/>
          </p:nvSpPr>
          <p:spPr>
            <a:xfrm rot="16200000">
              <a:off x="8026397" y="3812961"/>
              <a:ext cx="2854750" cy="117358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C1E962A-5F42-4E40-B045-D31D9C8B5E4A}"/>
                    </a:ext>
                  </a:extLst>
                </p:cNvPr>
                <p:cNvSpPr txBox="1"/>
                <p:nvPr/>
              </p:nvSpPr>
              <p:spPr>
                <a:xfrm>
                  <a:off x="8891384" y="3482384"/>
                  <a:ext cx="621067" cy="6243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C1E962A-5F42-4E40-B045-D31D9C8B5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1384" y="3482384"/>
                  <a:ext cx="621067" cy="6243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4DE1DC2-DF68-42CE-A6C3-C2519AD12BBF}"/>
                    </a:ext>
                  </a:extLst>
                </p:cNvPr>
                <p:cNvSpPr txBox="1"/>
                <p:nvPr/>
              </p:nvSpPr>
              <p:spPr>
                <a:xfrm>
                  <a:off x="8303982" y="1274272"/>
                  <a:ext cx="550535" cy="6243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4DE1DC2-DF68-42CE-A6C3-C2519AD12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3982" y="1274272"/>
                  <a:ext cx="550535" cy="62433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B7E3EBE4-21CE-44D5-BDD2-85B4CDAE184F}"/>
                </a:ext>
              </a:extLst>
            </p:cNvPr>
            <p:cNvSpPr/>
            <p:nvPr/>
          </p:nvSpPr>
          <p:spPr>
            <a:xfrm>
              <a:off x="10917316" y="382331"/>
              <a:ext cx="7200000" cy="7200000"/>
            </a:xfrm>
            <a:prstGeom prst="arc">
              <a:avLst>
                <a:gd name="adj1" fmla="val 8444588"/>
                <a:gd name="adj2" fmla="val 1319171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87FE7808-FB38-4459-8996-A40C5A7358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Ý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87FE7808-FB38-4459-8996-A40C5A7358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7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DFDA855B-1B28-4EF7-8C6F-681F516B4ACF}"/>
              </a:ext>
            </a:extLst>
          </p:cNvPr>
          <p:cNvGrpSpPr/>
          <p:nvPr/>
        </p:nvGrpSpPr>
        <p:grpSpPr>
          <a:xfrm>
            <a:off x="9749634" y="4039607"/>
            <a:ext cx="2010515" cy="953634"/>
            <a:chOff x="4002374" y="1918741"/>
            <a:chExt cx="3087974" cy="1435308"/>
          </a:xfrm>
          <a:solidFill>
            <a:srgbClr val="00B050"/>
          </a:solidFill>
        </p:grpSpPr>
        <p:sp>
          <p:nvSpPr>
            <p:cNvPr id="38" name="Arrow: Notched Right 37">
              <a:extLst>
                <a:ext uri="{FF2B5EF4-FFF2-40B4-BE49-F238E27FC236}">
                  <a16:creationId xmlns:a16="http://schemas.microsoft.com/office/drawing/2014/main" id="{6ACADE6B-CB0B-4E72-9ADD-0E5293CC7AF8}"/>
                </a:ext>
              </a:extLst>
            </p:cNvPr>
            <p:cNvSpPr/>
            <p:nvPr/>
          </p:nvSpPr>
          <p:spPr>
            <a:xfrm>
              <a:off x="4002374" y="1918741"/>
              <a:ext cx="3087974" cy="914400"/>
            </a:xfrm>
            <a:prstGeom prst="notchedRight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Arrow: U-Turn 38">
              <a:extLst>
                <a:ext uri="{FF2B5EF4-FFF2-40B4-BE49-F238E27FC236}">
                  <a16:creationId xmlns:a16="http://schemas.microsoft.com/office/drawing/2014/main" id="{799EBE40-1D6A-41AC-971D-AFABC53305BD}"/>
                </a:ext>
              </a:extLst>
            </p:cNvPr>
            <p:cNvSpPr/>
            <p:nvPr/>
          </p:nvSpPr>
          <p:spPr>
            <a:xfrm rot="5400000">
              <a:off x="4523693" y="1986609"/>
              <a:ext cx="1135507" cy="1599374"/>
            </a:xfrm>
            <a:prstGeom prst="uturnArrow">
              <a:avLst>
                <a:gd name="adj1" fmla="val 22360"/>
                <a:gd name="adj2" fmla="val 25000"/>
                <a:gd name="adj3" fmla="val 19877"/>
                <a:gd name="adj4" fmla="val 43750"/>
                <a:gd name="adj5" fmla="val 75000"/>
              </a:avLst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B3F052-B99C-4F0F-8FEB-4F7D2FF52469}"/>
                  </a:ext>
                </a:extLst>
              </p:cNvPr>
              <p:cNvSpPr txBox="1"/>
              <p:nvPr/>
            </p:nvSpPr>
            <p:spPr>
              <a:xfrm>
                <a:off x="9984488" y="4895951"/>
                <a:ext cx="770403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B3F052-B99C-4F0F-8FEB-4F7D2FF52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488" y="4895951"/>
                <a:ext cx="770403" cy="682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A8A10D-D50C-40B3-8163-F31EA208B53C}"/>
                  </a:ext>
                </a:extLst>
              </p:cNvPr>
              <p:cNvSpPr txBox="1"/>
              <p:nvPr/>
            </p:nvSpPr>
            <p:spPr>
              <a:xfrm>
                <a:off x="9734240" y="3502058"/>
                <a:ext cx="753604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A8A10D-D50C-40B3-8163-F31EA208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240" y="3502058"/>
                <a:ext cx="753604" cy="6822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FE6883F-9452-4B1F-AA49-7D247C9D9BCF}"/>
                  </a:ext>
                </a:extLst>
              </p:cNvPr>
              <p:cNvSpPr txBox="1"/>
              <p:nvPr/>
            </p:nvSpPr>
            <p:spPr>
              <a:xfrm>
                <a:off x="11263233" y="3439401"/>
                <a:ext cx="629916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FE6883F-9452-4B1F-AA49-7D247C9D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3233" y="3439401"/>
                <a:ext cx="629916" cy="6243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843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Ý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GB" sz="32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sz="3200" b="0" i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i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b="0" i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ượ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tr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ư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cho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ô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su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ấ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ó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ớ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ủ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ử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1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</m:oMath>
                  </m:oMathPara>
                </a14:m>
                <a:endParaRPr lang="en-GB" sz="3200" b="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ượ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tr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ư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cho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ô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su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ấ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ó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ề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ủ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ử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1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</m:oMath>
                  </m:oMathPara>
                </a14:m>
                <a:endParaRPr lang="en-GB" sz="3200" b="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799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Ý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636186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khỏi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636186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306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Ý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5400" b="0" i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5400" b="0" i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636186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GB" sz="32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636186"/>
              </a:xfrm>
              <a:blipFill>
                <a:blip r:embed="rId3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771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𝑙𝑘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=1→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GB" sz="3200" b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Kronecker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183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6058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ấ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hi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ệ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Kronecker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32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Trong</m:t>
                      </m:r>
                      <m:r>
                        <m:rPr>
                          <m:nor/>
                        </m:rPr>
                        <a:rPr lang="en-GB" sz="3200" dirty="0" smtClean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đó</m:t>
                      </m:r>
                      <m:r>
                        <a:rPr lang="en-GB" sz="32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32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943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vô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vô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liên hợp phức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cột hoặc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5612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GB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Kronecker,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  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(1)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  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(4)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302" t="-74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821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GB" sz="32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</m:t>
                    </m:r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  <m:sSup>
                                <m:sSupPr>
                                  <m:ctrlP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sSup>
                        <m:sSup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275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sz="5400" b="0" i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5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3"/>
                <a:ext cx="10772775" cy="996729"/>
              </a:xfrm>
              <a:blipFill>
                <a:blip r:embed="rId2"/>
                <a:stretch>
                  <a:fillRect t="-19512" b="-2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</p:spPr>
            <p:txBody>
              <a:bodyPr numCol="1"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(2)(3):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f>
                        <m:f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tán xạ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sSup>
                                  <m:sSupPr>
                                    <m:ctrlP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f>
                                      <m:fPr>
                                        <m:ctrlP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11</m:t>
                                            </m:r>
                                          </m:sub>
                                        </m:sSub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f>
                                      <m:fPr>
                                        <m:ctrlP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11</m:t>
                                            </m:r>
                                          </m:sub>
                                        </m:sSub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109272"/>
                <a:ext cx="10772774" cy="5748728"/>
              </a:xfrm>
              <a:blipFill>
                <a:blip r:embed="rId3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787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781DD15-3DB6-446A-9993-A38843F78ECA}"/>
              </a:ext>
            </a:extLst>
          </p:cNvPr>
          <p:cNvGrpSpPr/>
          <p:nvPr/>
        </p:nvGrpSpPr>
        <p:grpSpPr>
          <a:xfrm>
            <a:off x="434326" y="1723292"/>
            <a:ext cx="3970244" cy="4761174"/>
            <a:chOff x="434326" y="1723292"/>
            <a:chExt cx="3970244" cy="476117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07788A5-5FE6-4E29-BE97-6D6C561396AA}"/>
                </a:ext>
              </a:extLst>
            </p:cNvPr>
            <p:cNvSpPr/>
            <p:nvPr/>
          </p:nvSpPr>
          <p:spPr>
            <a:xfrm>
              <a:off x="986133" y="5001644"/>
              <a:ext cx="778037" cy="778037"/>
            </a:xfrm>
            <a:prstGeom prst="ellipse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E474DD-3F04-44B1-9F05-E8E8EA2205E6}"/>
                </a:ext>
              </a:extLst>
            </p:cNvPr>
            <p:cNvSpPr/>
            <p:nvPr/>
          </p:nvSpPr>
          <p:spPr>
            <a:xfrm>
              <a:off x="1151024" y="3142864"/>
              <a:ext cx="434715" cy="801974"/>
            </a:xfrm>
            <a:prstGeom prst="rect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8CB9D97-4EF9-48AF-BBF5-95870198C03C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>
              <a:off x="1368382" y="3944838"/>
              <a:ext cx="6770" cy="1056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620FB2-E9D1-407C-867A-6D1378A32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8382" y="5790694"/>
              <a:ext cx="6770" cy="6827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CD211C-224B-46BF-98A8-98006BC80D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5151" y="6473453"/>
              <a:ext cx="3029419" cy="110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18A778D-F34E-4E37-8928-824D3CDF0899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368381" y="2427297"/>
              <a:ext cx="1" cy="7155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63AE778-A0B1-43B1-894E-E5912AB7F2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8381" y="2436197"/>
              <a:ext cx="3036188" cy="5163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C65EA7-018F-4528-A0E2-C42EEF3D0DF1}"/>
                    </a:ext>
                  </a:extLst>
                </p:cNvPr>
                <p:cNvSpPr txBox="1"/>
                <p:nvPr/>
              </p:nvSpPr>
              <p:spPr>
                <a:xfrm>
                  <a:off x="434326" y="3218418"/>
                  <a:ext cx="890051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C65EA7-018F-4528-A0E2-C42EEF3D0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26" y="3218418"/>
                  <a:ext cx="890051" cy="6270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097C764-544A-460A-8303-00228CBDCB3E}"/>
                    </a:ext>
                  </a:extLst>
                </p:cNvPr>
                <p:cNvSpPr txBox="1"/>
                <p:nvPr/>
              </p:nvSpPr>
              <p:spPr>
                <a:xfrm>
                  <a:off x="449704" y="5098274"/>
                  <a:ext cx="7023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097C764-544A-460A-8303-00228CBDC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704" y="5098274"/>
                  <a:ext cx="702372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E0D07526-34B5-4CCB-BAD6-9F808C5A3E39}"/>
                </a:ext>
              </a:extLst>
            </p:cNvPr>
            <p:cNvSpPr/>
            <p:nvPr/>
          </p:nvSpPr>
          <p:spPr>
            <a:xfrm>
              <a:off x="1603767" y="2144826"/>
              <a:ext cx="1235967" cy="132036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02ABB441-881C-4ED1-90B4-3B8BF8352213}"/>
                </a:ext>
              </a:extLst>
            </p:cNvPr>
            <p:cNvSpPr/>
            <p:nvPr/>
          </p:nvSpPr>
          <p:spPr>
            <a:xfrm rot="16200000">
              <a:off x="936050" y="4303871"/>
              <a:ext cx="2854750" cy="117358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CF273E1-1ED9-49CE-AC2E-B002E740AD85}"/>
                    </a:ext>
                  </a:extLst>
                </p:cNvPr>
                <p:cNvSpPr txBox="1"/>
                <p:nvPr/>
              </p:nvSpPr>
              <p:spPr>
                <a:xfrm>
                  <a:off x="1756067" y="3973294"/>
                  <a:ext cx="66992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CF273E1-1ED9-49CE-AC2E-B002E740A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067" y="3973294"/>
                  <a:ext cx="66992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D68EF0E-5672-4A7C-8C15-4B343E65A046}"/>
                    </a:ext>
                  </a:extLst>
                </p:cNvPr>
                <p:cNvSpPr txBox="1"/>
                <p:nvPr/>
              </p:nvSpPr>
              <p:spPr>
                <a:xfrm>
                  <a:off x="1122151" y="1723292"/>
                  <a:ext cx="59939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D68EF0E-5672-4A7C-8C15-4B343E65A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151" y="1723292"/>
                  <a:ext cx="599395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B1A180-B453-499A-92DC-670B6C4570F6}"/>
                </a:ext>
              </a:extLst>
            </p:cNvPr>
            <p:cNvSpPr/>
            <p:nvPr/>
          </p:nvSpPr>
          <p:spPr>
            <a:xfrm>
              <a:off x="2797128" y="3320753"/>
              <a:ext cx="974361" cy="269295"/>
            </a:xfrm>
            <a:custGeom>
              <a:avLst/>
              <a:gdLst>
                <a:gd name="connsiteX0" fmla="*/ 0 w 974361"/>
                <a:gd name="connsiteY0" fmla="*/ 32253 h 269295"/>
                <a:gd name="connsiteX1" fmla="*/ 659567 w 974361"/>
                <a:gd name="connsiteY1" fmla="*/ 17263 h 269295"/>
                <a:gd name="connsiteX2" fmla="*/ 314794 w 974361"/>
                <a:gd name="connsiteY2" fmla="*/ 242115 h 269295"/>
                <a:gd name="connsiteX3" fmla="*/ 974361 w 974361"/>
                <a:gd name="connsiteY3" fmla="*/ 257105 h 26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4361" h="269295">
                  <a:moveTo>
                    <a:pt x="0" y="32253"/>
                  </a:moveTo>
                  <a:cubicBezTo>
                    <a:pt x="303550" y="7269"/>
                    <a:pt x="607101" y="-17714"/>
                    <a:pt x="659567" y="17263"/>
                  </a:cubicBezTo>
                  <a:cubicBezTo>
                    <a:pt x="712033" y="52240"/>
                    <a:pt x="262328" y="202141"/>
                    <a:pt x="314794" y="242115"/>
                  </a:cubicBezTo>
                  <a:cubicBezTo>
                    <a:pt x="367260" y="282089"/>
                    <a:pt x="670810" y="269597"/>
                    <a:pt x="974361" y="257105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5D652B-BD14-4898-9BD2-5764E68049AC}"/>
                </a:ext>
              </a:extLst>
            </p:cNvPr>
            <p:cNvSpPr/>
            <p:nvPr/>
          </p:nvSpPr>
          <p:spPr>
            <a:xfrm rot="10800000">
              <a:off x="2834537" y="5146383"/>
              <a:ext cx="974361" cy="269295"/>
            </a:xfrm>
            <a:custGeom>
              <a:avLst/>
              <a:gdLst>
                <a:gd name="connsiteX0" fmla="*/ 0 w 974361"/>
                <a:gd name="connsiteY0" fmla="*/ 32253 h 269295"/>
                <a:gd name="connsiteX1" fmla="*/ 659567 w 974361"/>
                <a:gd name="connsiteY1" fmla="*/ 17263 h 269295"/>
                <a:gd name="connsiteX2" fmla="*/ 314794 w 974361"/>
                <a:gd name="connsiteY2" fmla="*/ 242115 h 269295"/>
                <a:gd name="connsiteX3" fmla="*/ 974361 w 974361"/>
                <a:gd name="connsiteY3" fmla="*/ 257105 h 26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4361" h="269295">
                  <a:moveTo>
                    <a:pt x="0" y="32253"/>
                  </a:moveTo>
                  <a:cubicBezTo>
                    <a:pt x="303550" y="7269"/>
                    <a:pt x="607101" y="-17714"/>
                    <a:pt x="659567" y="17263"/>
                  </a:cubicBezTo>
                  <a:cubicBezTo>
                    <a:pt x="712033" y="52240"/>
                    <a:pt x="262328" y="202141"/>
                    <a:pt x="314794" y="242115"/>
                  </a:cubicBezTo>
                  <a:cubicBezTo>
                    <a:pt x="367260" y="282089"/>
                    <a:pt x="670810" y="269597"/>
                    <a:pt x="974361" y="257105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23B578B-8528-47AB-8BBF-3B7F261E1257}"/>
                    </a:ext>
                  </a:extLst>
                </p:cNvPr>
                <p:cNvSpPr txBox="1"/>
                <p:nvPr/>
              </p:nvSpPr>
              <p:spPr>
                <a:xfrm>
                  <a:off x="2982114" y="2650424"/>
                  <a:ext cx="69717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23B578B-8528-47AB-8BBF-3B7F261E1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114" y="2650424"/>
                  <a:ext cx="697179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4335CBD-9399-4AFF-9326-E50FF60BF316}"/>
                    </a:ext>
                  </a:extLst>
                </p:cNvPr>
                <p:cNvSpPr txBox="1"/>
                <p:nvPr/>
              </p:nvSpPr>
              <p:spPr>
                <a:xfrm>
                  <a:off x="2954909" y="5371237"/>
                  <a:ext cx="6761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4335CBD-9399-4AFF-9326-E50FF60BF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909" y="5371237"/>
                  <a:ext cx="676147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777824C-3F96-4699-A593-F270C9444D6C}"/>
                  </a:ext>
                </a:extLst>
              </p:cNvPr>
              <p:cNvSpPr/>
              <p:nvPr/>
            </p:nvSpPr>
            <p:spPr>
              <a:xfrm>
                <a:off x="4422421" y="2271306"/>
                <a:ext cx="3036187" cy="454899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 2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</m:d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777824C-3F96-4699-A593-F270C9444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421" y="2271306"/>
                <a:ext cx="3036187" cy="45489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F3F8A84-C2DE-4EE4-BC2B-FE22A4658001}"/>
              </a:ext>
            </a:extLst>
          </p:cNvPr>
          <p:cNvGrpSpPr/>
          <p:nvPr/>
        </p:nvGrpSpPr>
        <p:grpSpPr>
          <a:xfrm flipH="1">
            <a:off x="7455368" y="1778498"/>
            <a:ext cx="4054265" cy="4750161"/>
            <a:chOff x="359376" y="1723292"/>
            <a:chExt cx="4054265" cy="475016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1E193C-3B4B-45DB-A6E0-FED77A8A7756}"/>
                </a:ext>
              </a:extLst>
            </p:cNvPr>
            <p:cNvSpPr/>
            <p:nvPr/>
          </p:nvSpPr>
          <p:spPr>
            <a:xfrm>
              <a:off x="986133" y="5001644"/>
              <a:ext cx="778037" cy="778037"/>
            </a:xfrm>
            <a:prstGeom prst="ellipse">
              <a:avLst/>
            </a:prstGeom>
            <a:solidFill>
              <a:srgbClr val="0070C0"/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460C6BA-8BD0-4020-997F-287841456A89}"/>
                </a:ext>
              </a:extLst>
            </p:cNvPr>
            <p:cNvSpPr/>
            <p:nvPr/>
          </p:nvSpPr>
          <p:spPr>
            <a:xfrm>
              <a:off x="1151024" y="3142864"/>
              <a:ext cx="434715" cy="801974"/>
            </a:xfrm>
            <a:prstGeom prst="rect">
              <a:avLst/>
            </a:prstGeom>
            <a:solidFill>
              <a:srgbClr val="0070C0"/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0FC11BB-8848-425E-AB55-18E5B949304C}"/>
                </a:ext>
              </a:extLst>
            </p:cNvPr>
            <p:cNvCxnSpPr>
              <a:stCxn id="27" idx="2"/>
              <a:endCxn id="26" idx="0"/>
            </p:cNvCxnSpPr>
            <p:nvPr/>
          </p:nvCxnSpPr>
          <p:spPr>
            <a:xfrm>
              <a:off x="1368382" y="3944838"/>
              <a:ext cx="6770" cy="1056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1B1D31C-9F57-4E84-B8F5-8DB7A9267B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8382" y="5790694"/>
              <a:ext cx="6770" cy="6827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D7CF81-2CE6-4F8D-B989-A2BCD46894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5151" y="6429260"/>
              <a:ext cx="3038490" cy="142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E873FF7-C5FB-460B-8A88-9795202A1440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1368381" y="2427297"/>
              <a:ext cx="1" cy="7155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50C82A-AB6E-4469-B470-9A6FE73040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381" y="2427297"/>
              <a:ext cx="3036189" cy="89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2143525-745E-4D3A-9DFB-8729EBE1B588}"/>
                    </a:ext>
                  </a:extLst>
                </p:cNvPr>
                <p:cNvSpPr txBox="1"/>
                <p:nvPr/>
              </p:nvSpPr>
              <p:spPr>
                <a:xfrm>
                  <a:off x="359376" y="3218418"/>
                  <a:ext cx="890051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2143525-745E-4D3A-9DFB-8729EBE1B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76" y="3218418"/>
                  <a:ext cx="890051" cy="6270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CC6F83B-810C-48EF-80B7-B9BE62406C69}"/>
                    </a:ext>
                  </a:extLst>
                </p:cNvPr>
                <p:cNvSpPr txBox="1"/>
                <p:nvPr/>
              </p:nvSpPr>
              <p:spPr>
                <a:xfrm>
                  <a:off x="365264" y="5098274"/>
                  <a:ext cx="71186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CC6F83B-810C-48EF-80B7-B9BE62406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264" y="5098274"/>
                  <a:ext cx="711862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B14A971E-6C95-4EC8-A076-6E89BE0A84E7}"/>
                </a:ext>
              </a:extLst>
            </p:cNvPr>
            <p:cNvSpPr/>
            <p:nvPr/>
          </p:nvSpPr>
          <p:spPr>
            <a:xfrm>
              <a:off x="1603767" y="2144826"/>
              <a:ext cx="1235967" cy="132036"/>
            </a:xfrm>
            <a:prstGeom prst="rightArrow">
              <a:avLst/>
            </a:prstGeom>
            <a:solidFill>
              <a:srgbClr val="C0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BD174099-487B-40C7-9B54-4AD59C35E57B}"/>
                </a:ext>
              </a:extLst>
            </p:cNvPr>
            <p:cNvSpPr/>
            <p:nvPr/>
          </p:nvSpPr>
          <p:spPr>
            <a:xfrm rot="16200000">
              <a:off x="936050" y="4303871"/>
              <a:ext cx="2854750" cy="117358"/>
            </a:xfrm>
            <a:prstGeom prst="rightArrow">
              <a:avLst/>
            </a:prstGeom>
            <a:solidFill>
              <a:srgbClr val="C0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4C69639-FDC1-4B5A-8803-38B2E25D3C6A}"/>
                    </a:ext>
                  </a:extLst>
                </p:cNvPr>
                <p:cNvSpPr txBox="1"/>
                <p:nvPr/>
              </p:nvSpPr>
              <p:spPr>
                <a:xfrm>
                  <a:off x="1716597" y="3973294"/>
                  <a:ext cx="6794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4C69639-FDC1-4B5A-8803-38B2E25D3C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597" y="3973294"/>
                  <a:ext cx="679417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F2F0A42-424D-43DA-8E85-50A2171F7331}"/>
                    </a:ext>
                  </a:extLst>
                </p:cNvPr>
                <p:cNvSpPr txBox="1"/>
                <p:nvPr/>
              </p:nvSpPr>
              <p:spPr>
                <a:xfrm>
                  <a:off x="1082681" y="1723292"/>
                  <a:ext cx="60888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F2F0A42-424D-43DA-8E85-50A2171F7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681" y="1723292"/>
                  <a:ext cx="608885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B37451-5181-490A-86CE-0EEF30943884}"/>
                </a:ext>
              </a:extLst>
            </p:cNvPr>
            <p:cNvSpPr/>
            <p:nvPr/>
          </p:nvSpPr>
          <p:spPr>
            <a:xfrm>
              <a:off x="2797128" y="3320753"/>
              <a:ext cx="974361" cy="269295"/>
            </a:xfrm>
            <a:custGeom>
              <a:avLst/>
              <a:gdLst>
                <a:gd name="connsiteX0" fmla="*/ 0 w 974361"/>
                <a:gd name="connsiteY0" fmla="*/ 32253 h 269295"/>
                <a:gd name="connsiteX1" fmla="*/ 659567 w 974361"/>
                <a:gd name="connsiteY1" fmla="*/ 17263 h 269295"/>
                <a:gd name="connsiteX2" fmla="*/ 314794 w 974361"/>
                <a:gd name="connsiteY2" fmla="*/ 242115 h 269295"/>
                <a:gd name="connsiteX3" fmla="*/ 974361 w 974361"/>
                <a:gd name="connsiteY3" fmla="*/ 257105 h 26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4361" h="269295">
                  <a:moveTo>
                    <a:pt x="0" y="32253"/>
                  </a:moveTo>
                  <a:cubicBezTo>
                    <a:pt x="303550" y="7269"/>
                    <a:pt x="607101" y="-17714"/>
                    <a:pt x="659567" y="17263"/>
                  </a:cubicBezTo>
                  <a:cubicBezTo>
                    <a:pt x="712033" y="52240"/>
                    <a:pt x="262328" y="202141"/>
                    <a:pt x="314794" y="242115"/>
                  </a:cubicBezTo>
                  <a:cubicBezTo>
                    <a:pt x="367260" y="282089"/>
                    <a:pt x="670810" y="269597"/>
                    <a:pt x="974361" y="257105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2C81346-D87B-4FFD-AE68-523D91D8A81F}"/>
                </a:ext>
              </a:extLst>
            </p:cNvPr>
            <p:cNvSpPr/>
            <p:nvPr/>
          </p:nvSpPr>
          <p:spPr>
            <a:xfrm rot="10800000">
              <a:off x="2834537" y="5146383"/>
              <a:ext cx="974361" cy="269295"/>
            </a:xfrm>
            <a:custGeom>
              <a:avLst/>
              <a:gdLst>
                <a:gd name="connsiteX0" fmla="*/ 0 w 974361"/>
                <a:gd name="connsiteY0" fmla="*/ 32253 h 269295"/>
                <a:gd name="connsiteX1" fmla="*/ 659567 w 974361"/>
                <a:gd name="connsiteY1" fmla="*/ 17263 h 269295"/>
                <a:gd name="connsiteX2" fmla="*/ 314794 w 974361"/>
                <a:gd name="connsiteY2" fmla="*/ 242115 h 269295"/>
                <a:gd name="connsiteX3" fmla="*/ 974361 w 974361"/>
                <a:gd name="connsiteY3" fmla="*/ 257105 h 26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4361" h="269295">
                  <a:moveTo>
                    <a:pt x="0" y="32253"/>
                  </a:moveTo>
                  <a:cubicBezTo>
                    <a:pt x="303550" y="7269"/>
                    <a:pt x="607101" y="-17714"/>
                    <a:pt x="659567" y="17263"/>
                  </a:cubicBezTo>
                  <a:cubicBezTo>
                    <a:pt x="712033" y="52240"/>
                    <a:pt x="262328" y="202141"/>
                    <a:pt x="314794" y="242115"/>
                  </a:cubicBezTo>
                  <a:cubicBezTo>
                    <a:pt x="367260" y="282089"/>
                    <a:pt x="670810" y="269597"/>
                    <a:pt x="974361" y="257105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6283F64-8F95-4614-9D07-E614407CE4A3}"/>
                    </a:ext>
                  </a:extLst>
                </p:cNvPr>
                <p:cNvSpPr txBox="1"/>
                <p:nvPr/>
              </p:nvSpPr>
              <p:spPr>
                <a:xfrm>
                  <a:off x="2972625" y="2650424"/>
                  <a:ext cx="70666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6283F64-8F95-4614-9D07-E614407CE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2625" y="2650424"/>
                  <a:ext cx="706668" cy="58477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1D7DEA2-B78F-443A-8CEA-CE524267481E}"/>
                    </a:ext>
                  </a:extLst>
                </p:cNvPr>
                <p:cNvSpPr txBox="1"/>
                <p:nvPr/>
              </p:nvSpPr>
              <p:spPr>
                <a:xfrm>
                  <a:off x="2945419" y="5371237"/>
                  <a:ext cx="68563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1D7DEA2-B78F-443A-8CEA-CE5242674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19" y="5371237"/>
                  <a:ext cx="685637" cy="5847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FCF882E-B2F6-4335-8F30-E787041F93C7}"/>
              </a:ext>
            </a:extLst>
          </p:cNvPr>
          <p:cNvSpPr txBox="1"/>
          <p:nvPr/>
        </p:nvSpPr>
        <p:spPr>
          <a:xfrm>
            <a:off x="3058770" y="1888716"/>
            <a:ext cx="1241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D9BF75-A211-4BEF-9E84-7D521155F57F}"/>
              </a:ext>
            </a:extLst>
          </p:cNvPr>
          <p:cNvSpPr txBox="1"/>
          <p:nvPr/>
        </p:nvSpPr>
        <p:spPr>
          <a:xfrm>
            <a:off x="7483800" y="1918456"/>
            <a:ext cx="1241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495192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minh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618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</m:t>
                      </m:r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660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Ý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ám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triệt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2.</a:t>
                </a:r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471" r="-1415" b="-11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261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781DD15-3DB6-446A-9993-A38843F78ECA}"/>
              </a:ext>
            </a:extLst>
          </p:cNvPr>
          <p:cNvGrpSpPr/>
          <p:nvPr/>
        </p:nvGrpSpPr>
        <p:grpSpPr>
          <a:xfrm>
            <a:off x="434326" y="1723292"/>
            <a:ext cx="3988095" cy="4761174"/>
            <a:chOff x="434326" y="1723292"/>
            <a:chExt cx="3988095" cy="476117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07788A5-5FE6-4E29-BE97-6D6C561396AA}"/>
                </a:ext>
              </a:extLst>
            </p:cNvPr>
            <p:cNvSpPr/>
            <p:nvPr/>
          </p:nvSpPr>
          <p:spPr>
            <a:xfrm>
              <a:off x="986133" y="5001644"/>
              <a:ext cx="778037" cy="778037"/>
            </a:xfrm>
            <a:prstGeom prst="ellipse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E474DD-3F04-44B1-9F05-E8E8EA2205E6}"/>
                </a:ext>
              </a:extLst>
            </p:cNvPr>
            <p:cNvSpPr/>
            <p:nvPr/>
          </p:nvSpPr>
          <p:spPr>
            <a:xfrm>
              <a:off x="1151024" y="3142864"/>
              <a:ext cx="434715" cy="801974"/>
            </a:xfrm>
            <a:prstGeom prst="rect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8CB9D97-4EF9-48AF-BBF5-95870198C03C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>
              <a:off x="1368382" y="3944838"/>
              <a:ext cx="6770" cy="1056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620FB2-E9D1-407C-867A-6D1378A32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8382" y="5790694"/>
              <a:ext cx="6770" cy="6827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CD211C-224B-46BF-98A8-98006BC80D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5151" y="6473453"/>
              <a:ext cx="3029419" cy="110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18A778D-F34E-4E37-8928-824D3CDF0899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368381" y="2427297"/>
              <a:ext cx="1" cy="7155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63AE778-A0B1-43B1-894E-E5912AB7F2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8381" y="2436198"/>
              <a:ext cx="3054040" cy="372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C65EA7-018F-4528-A0E2-C42EEF3D0DF1}"/>
                    </a:ext>
                  </a:extLst>
                </p:cNvPr>
                <p:cNvSpPr txBox="1"/>
                <p:nvPr/>
              </p:nvSpPr>
              <p:spPr>
                <a:xfrm>
                  <a:off x="434326" y="3218418"/>
                  <a:ext cx="890051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C65EA7-018F-4528-A0E2-C42EEF3D0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26" y="3218418"/>
                  <a:ext cx="890051" cy="6270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097C764-544A-460A-8303-00228CBDCB3E}"/>
                    </a:ext>
                  </a:extLst>
                </p:cNvPr>
                <p:cNvSpPr txBox="1"/>
                <p:nvPr/>
              </p:nvSpPr>
              <p:spPr>
                <a:xfrm>
                  <a:off x="449704" y="5098274"/>
                  <a:ext cx="7023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097C764-544A-460A-8303-00228CBDC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704" y="5098274"/>
                  <a:ext cx="702372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E0D07526-34B5-4CCB-BAD6-9F808C5A3E39}"/>
                </a:ext>
              </a:extLst>
            </p:cNvPr>
            <p:cNvSpPr/>
            <p:nvPr/>
          </p:nvSpPr>
          <p:spPr>
            <a:xfrm>
              <a:off x="1603767" y="2144826"/>
              <a:ext cx="1235967" cy="132036"/>
            </a:xfrm>
            <a:prstGeom prst="rightArrow">
              <a:avLst/>
            </a:prstGeom>
            <a:solidFill>
              <a:srgbClr val="B9E1E9"/>
            </a:solidFill>
            <a:ln w="38100">
              <a:solidFill>
                <a:srgbClr val="B9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2060"/>
                </a:solidFill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02ABB441-881C-4ED1-90B4-3B8BF8352213}"/>
                </a:ext>
              </a:extLst>
            </p:cNvPr>
            <p:cNvSpPr/>
            <p:nvPr/>
          </p:nvSpPr>
          <p:spPr>
            <a:xfrm rot="16200000">
              <a:off x="936050" y="4303871"/>
              <a:ext cx="2854750" cy="117358"/>
            </a:xfrm>
            <a:prstGeom prst="rightArrow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CF273E1-1ED9-49CE-AC2E-B002E740AD85}"/>
                    </a:ext>
                  </a:extLst>
                </p:cNvPr>
                <p:cNvSpPr txBox="1"/>
                <p:nvPr/>
              </p:nvSpPr>
              <p:spPr>
                <a:xfrm>
                  <a:off x="1756067" y="3973294"/>
                  <a:ext cx="66992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CF273E1-1ED9-49CE-AC2E-B002E740A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067" y="3973294"/>
                  <a:ext cx="66992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D68EF0E-5672-4A7C-8C15-4B343E65A046}"/>
                    </a:ext>
                  </a:extLst>
                </p:cNvPr>
                <p:cNvSpPr txBox="1"/>
                <p:nvPr/>
              </p:nvSpPr>
              <p:spPr>
                <a:xfrm>
                  <a:off x="1122151" y="1723292"/>
                  <a:ext cx="59939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B9E1E9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B9E1E9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B9E1E9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B9E1E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D68EF0E-5672-4A7C-8C15-4B343E65A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151" y="1723292"/>
                  <a:ext cx="599395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77824C-3F96-4699-A593-F270C9444D6C}"/>
              </a:ext>
            </a:extLst>
          </p:cNvPr>
          <p:cNvSpPr/>
          <p:nvPr/>
        </p:nvSpPr>
        <p:spPr>
          <a:xfrm>
            <a:off x="4422421" y="2271306"/>
            <a:ext cx="3036187" cy="4548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3F8A84-C2DE-4EE4-BC2B-FE22A4658001}"/>
              </a:ext>
            </a:extLst>
          </p:cNvPr>
          <p:cNvGrpSpPr/>
          <p:nvPr/>
        </p:nvGrpSpPr>
        <p:grpSpPr>
          <a:xfrm flipH="1">
            <a:off x="7455368" y="2482503"/>
            <a:ext cx="4085018" cy="4016177"/>
            <a:chOff x="328623" y="2427297"/>
            <a:chExt cx="4085018" cy="401617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460C6BA-8BD0-4020-997F-287841456A89}"/>
                </a:ext>
              </a:extLst>
            </p:cNvPr>
            <p:cNvSpPr/>
            <p:nvPr/>
          </p:nvSpPr>
          <p:spPr>
            <a:xfrm>
              <a:off x="1180231" y="4235837"/>
              <a:ext cx="434715" cy="801974"/>
            </a:xfrm>
            <a:prstGeom prst="rect">
              <a:avLst/>
            </a:prstGeom>
            <a:solidFill>
              <a:srgbClr val="0070C0"/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1B1D31C-9F57-4E84-B8F5-8DB7A9267BB2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 flipH="1" flipV="1">
              <a:off x="1397589" y="5037811"/>
              <a:ext cx="0" cy="139144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D7CF81-2CE6-4F8D-B989-A2BCD46894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5151" y="6429260"/>
              <a:ext cx="3038490" cy="142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E873FF7-C5FB-460B-8A88-9795202A1440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1380734" y="2448025"/>
              <a:ext cx="16855" cy="17878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50C82A-AB6E-4469-B470-9A6FE73040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381" y="2427297"/>
              <a:ext cx="3036189" cy="89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2143525-745E-4D3A-9DFB-8729EBE1B588}"/>
                    </a:ext>
                  </a:extLst>
                </p:cNvPr>
                <p:cNvSpPr txBox="1"/>
                <p:nvPr/>
              </p:nvSpPr>
              <p:spPr>
                <a:xfrm>
                  <a:off x="328623" y="4311391"/>
                  <a:ext cx="890051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2143525-745E-4D3A-9DFB-8729EBE1B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623" y="4311391"/>
                  <a:ext cx="890051" cy="6270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6283F64-8F95-4614-9D07-E614407CE4A3}"/>
                    </a:ext>
                  </a:extLst>
                </p:cNvPr>
                <p:cNvSpPr txBox="1"/>
                <p:nvPr/>
              </p:nvSpPr>
              <p:spPr>
                <a:xfrm>
                  <a:off x="2724565" y="4007176"/>
                  <a:ext cx="146847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6283F64-8F95-4614-9D07-E614407CE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565" y="4007176"/>
                  <a:ext cx="146847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FCF882E-B2F6-4335-8F30-E787041F93C7}"/>
              </a:ext>
            </a:extLst>
          </p:cNvPr>
          <p:cNvSpPr txBox="1"/>
          <p:nvPr/>
        </p:nvSpPr>
        <p:spPr>
          <a:xfrm>
            <a:off x="3058770" y="1888716"/>
            <a:ext cx="1241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D9BF75-A211-4BEF-9E84-7D521155F57F}"/>
              </a:ext>
            </a:extLst>
          </p:cNvPr>
          <p:cNvSpPr txBox="1"/>
          <p:nvPr/>
        </p:nvSpPr>
        <p:spPr>
          <a:xfrm>
            <a:off x="7483800" y="1918456"/>
            <a:ext cx="1241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9C1F24-8191-4C8C-8886-21D6742A5C1E}"/>
              </a:ext>
            </a:extLst>
          </p:cNvPr>
          <p:cNvCxnSpPr>
            <a:cxnSpLocks/>
          </p:cNvCxnSpPr>
          <p:nvPr/>
        </p:nvCxnSpPr>
        <p:spPr>
          <a:xfrm>
            <a:off x="4422421" y="2469834"/>
            <a:ext cx="1266235" cy="658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7865473-AAF8-4EC6-9F50-56C18FA5E6DF}"/>
              </a:ext>
            </a:extLst>
          </p:cNvPr>
          <p:cNvCxnSpPr>
            <a:cxnSpLocks/>
          </p:cNvCxnSpPr>
          <p:nvPr/>
        </p:nvCxnSpPr>
        <p:spPr>
          <a:xfrm>
            <a:off x="4429191" y="6496853"/>
            <a:ext cx="1266235" cy="658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02EE62-7C5F-444A-AC73-958AE5E3A957}"/>
              </a:ext>
            </a:extLst>
          </p:cNvPr>
          <p:cNvCxnSpPr>
            <a:cxnSpLocks/>
          </p:cNvCxnSpPr>
          <p:nvPr/>
        </p:nvCxnSpPr>
        <p:spPr>
          <a:xfrm>
            <a:off x="5695426" y="2503231"/>
            <a:ext cx="0" cy="134228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1A3BA22E-D805-4EF4-8BC7-1F55FD9B9803}"/>
              </a:ext>
            </a:extLst>
          </p:cNvPr>
          <p:cNvSpPr/>
          <p:nvPr/>
        </p:nvSpPr>
        <p:spPr>
          <a:xfrm flipH="1">
            <a:off x="5497209" y="3845183"/>
            <a:ext cx="434715" cy="801974"/>
          </a:xfrm>
          <a:prstGeom prst="rect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1E05F6-6250-4E64-B4CE-E5C637D3D344}"/>
                  </a:ext>
                </a:extLst>
              </p:cNvPr>
              <p:cNvSpPr txBox="1"/>
              <p:nvPr/>
            </p:nvSpPr>
            <p:spPr>
              <a:xfrm flipH="1">
                <a:off x="5893481" y="3920737"/>
                <a:ext cx="872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1E05F6-6250-4E64-B4CE-E5C637D3D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93481" y="3920737"/>
                <a:ext cx="87273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F613BC5-71C5-457C-8DDE-F130560BB9A8}"/>
              </a:ext>
            </a:extLst>
          </p:cNvPr>
          <p:cNvCxnSpPr>
            <a:cxnSpLocks/>
          </p:cNvCxnSpPr>
          <p:nvPr/>
        </p:nvCxnSpPr>
        <p:spPr>
          <a:xfrm>
            <a:off x="5697088" y="4647157"/>
            <a:ext cx="0" cy="1826296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rrow: Bent 58">
            <a:extLst>
              <a:ext uri="{FF2B5EF4-FFF2-40B4-BE49-F238E27FC236}">
                <a16:creationId xmlns:a16="http://schemas.microsoft.com/office/drawing/2014/main" id="{EFC6C9A5-2422-4780-9775-A109FE6775A1}"/>
              </a:ext>
            </a:extLst>
          </p:cNvPr>
          <p:cNvSpPr/>
          <p:nvPr/>
        </p:nvSpPr>
        <p:spPr>
          <a:xfrm>
            <a:off x="3913605" y="3890707"/>
            <a:ext cx="813816" cy="2854749"/>
          </a:xfrm>
          <a:prstGeom prst="ben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90CF4F4-8F4B-4639-A5F2-CC7D753F9683}"/>
                  </a:ext>
                </a:extLst>
              </p:cNvPr>
              <p:cNvSpPr txBox="1"/>
              <p:nvPr/>
            </p:nvSpPr>
            <p:spPr>
              <a:xfrm flipH="1">
                <a:off x="3442298" y="3477607"/>
                <a:ext cx="841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90CF4F4-8F4B-4639-A5F2-CC7D753F9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42298" y="3477607"/>
                <a:ext cx="84106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177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3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ả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ph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ố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ợ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GB" sz="3200" b="0" i="0" smtClean="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3200" b="0" i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r>
                      <m:rPr>
                        <m:nor/>
                      </m:rPr>
                      <a:rPr lang="en-GB" sz="3200" b="0" i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ọ</m:t>
                    </m:r>
                    <m:r>
                      <m:rPr>
                        <m:nor/>
                      </m:rPr>
                      <a:rPr lang="en-GB" sz="3200" b="0" i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GB" sz="3200" b="0" i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begChr m:val="|"/>
                        <m:endChr m:val=""/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/>
                          <m:den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ả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ph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ố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ợ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GB" sz="3200">
                                <a:solidFill>
                                  <a:srgbClr val="7030A0"/>
                                </a:solidFill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nhìn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triệt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836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nhìn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471" t="-2275" r="-1415" b="-45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3415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Ý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𝟐𝟐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nhìn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302" t="-1317" r="-1415" b="-34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6934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873E856-DA81-4B0E-B231-C147B1D123A4}"/>
              </a:ext>
            </a:extLst>
          </p:cNvPr>
          <p:cNvGrpSpPr/>
          <p:nvPr/>
        </p:nvGrpSpPr>
        <p:grpSpPr>
          <a:xfrm flipH="1">
            <a:off x="434326" y="1723292"/>
            <a:ext cx="11210990" cy="5097009"/>
            <a:chOff x="329396" y="1723292"/>
            <a:chExt cx="11210990" cy="509700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781DD15-3DB6-446A-9993-A38843F78ECA}"/>
                </a:ext>
              </a:extLst>
            </p:cNvPr>
            <p:cNvGrpSpPr/>
            <p:nvPr/>
          </p:nvGrpSpPr>
          <p:grpSpPr>
            <a:xfrm>
              <a:off x="329396" y="1723292"/>
              <a:ext cx="4093025" cy="4761174"/>
              <a:chOff x="329396" y="1723292"/>
              <a:chExt cx="4093025" cy="476117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07788A5-5FE6-4E29-BE97-6D6C561396AA}"/>
                  </a:ext>
                </a:extLst>
              </p:cNvPr>
              <p:cNvSpPr/>
              <p:nvPr/>
            </p:nvSpPr>
            <p:spPr>
              <a:xfrm>
                <a:off x="986133" y="5001644"/>
                <a:ext cx="778037" cy="778037"/>
              </a:xfrm>
              <a:prstGeom prst="ellipse">
                <a:avLst/>
              </a:prstGeom>
              <a:solidFill>
                <a:srgbClr val="7030A0"/>
              </a:solidFill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DE474DD-3F04-44B1-9F05-E8E8EA2205E6}"/>
                  </a:ext>
                </a:extLst>
              </p:cNvPr>
              <p:cNvSpPr/>
              <p:nvPr/>
            </p:nvSpPr>
            <p:spPr>
              <a:xfrm>
                <a:off x="1151024" y="3142864"/>
                <a:ext cx="434715" cy="801974"/>
              </a:xfrm>
              <a:prstGeom prst="rect">
                <a:avLst/>
              </a:prstGeom>
              <a:solidFill>
                <a:srgbClr val="7030A0"/>
              </a:solidFill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8CB9D97-4EF9-48AF-BBF5-95870198C03C}"/>
                  </a:ext>
                </a:extLst>
              </p:cNvPr>
              <p:cNvCxnSpPr>
                <a:stCxn id="5" idx="2"/>
                <a:endCxn id="4" idx="0"/>
              </p:cNvCxnSpPr>
              <p:nvPr/>
            </p:nvCxnSpPr>
            <p:spPr>
              <a:xfrm>
                <a:off x="1368382" y="3944838"/>
                <a:ext cx="6770" cy="10568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F620FB2-E9D1-407C-867A-6D1378A32A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68382" y="5790694"/>
                <a:ext cx="6770" cy="6827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1CD211C-224B-46BF-98A8-98006BC80D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75151" y="6473453"/>
                <a:ext cx="3029419" cy="110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18A778D-F34E-4E37-8928-824D3CDF0899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>
                <a:off x="1368381" y="2427297"/>
                <a:ext cx="1" cy="7155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63AE778-A0B1-43B1-894E-E5912AB7F2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68381" y="2436198"/>
                <a:ext cx="3054040" cy="37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FC65EA7-018F-4528-A0E2-C42EEF3D0DF1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96" y="3218418"/>
                    <a:ext cx="890051" cy="6270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FC65EA7-018F-4528-A0E2-C42EEF3D0D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96" y="3218418"/>
                    <a:ext cx="890051" cy="62709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097C764-544A-460A-8303-00228CBDCB3E}"/>
                      </a:ext>
                    </a:extLst>
                  </p:cNvPr>
                  <p:cNvSpPr txBox="1"/>
                  <p:nvPr/>
                </p:nvSpPr>
                <p:spPr>
                  <a:xfrm>
                    <a:off x="335284" y="5098274"/>
                    <a:ext cx="711862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097C764-544A-460A-8303-00228CBDCB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5284" y="5098274"/>
                    <a:ext cx="711862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E0D07526-34B5-4CCB-BAD6-9F808C5A3E39}"/>
                  </a:ext>
                </a:extLst>
              </p:cNvPr>
              <p:cNvSpPr/>
              <p:nvPr/>
            </p:nvSpPr>
            <p:spPr>
              <a:xfrm>
                <a:off x="1603767" y="2144826"/>
                <a:ext cx="1235967" cy="132036"/>
              </a:xfrm>
              <a:prstGeom prst="rightArrow">
                <a:avLst/>
              </a:prstGeom>
              <a:solidFill>
                <a:srgbClr val="B9E1E9"/>
              </a:solidFill>
              <a:ln w="38100">
                <a:solidFill>
                  <a:srgbClr val="B9E1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02ABB441-881C-4ED1-90B4-3B8BF8352213}"/>
                  </a:ext>
                </a:extLst>
              </p:cNvPr>
              <p:cNvSpPr/>
              <p:nvPr/>
            </p:nvSpPr>
            <p:spPr>
              <a:xfrm rot="16200000">
                <a:off x="936050" y="4303871"/>
                <a:ext cx="2854750" cy="117358"/>
              </a:xfrm>
              <a:prstGeom prst="rightArrow">
                <a:avLst/>
              </a:prstGeom>
              <a:solidFill>
                <a:srgbClr val="FFC000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CF273E1-1ED9-49CE-AC2E-B002E740AD85}"/>
                      </a:ext>
                    </a:extLst>
                  </p:cNvPr>
                  <p:cNvSpPr txBox="1"/>
                  <p:nvPr/>
                </p:nvSpPr>
                <p:spPr>
                  <a:xfrm>
                    <a:off x="1746577" y="3973294"/>
                    <a:ext cx="67941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CF273E1-1ED9-49CE-AC2E-B002E740AD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6577" y="3973294"/>
                    <a:ext cx="679417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D68EF0E-5672-4A7C-8C15-4B343E65A046}"/>
                      </a:ext>
                    </a:extLst>
                  </p:cNvPr>
                  <p:cNvSpPr txBox="1"/>
                  <p:nvPr/>
                </p:nvSpPr>
                <p:spPr>
                  <a:xfrm>
                    <a:off x="1112661" y="1723292"/>
                    <a:ext cx="60888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B9E1E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B9E1E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B9E1E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B9E1E9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D68EF0E-5672-4A7C-8C15-4B343E65A0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2661" y="1723292"/>
                    <a:ext cx="608885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77824C-3F96-4699-A593-F270C9444D6C}"/>
                </a:ext>
              </a:extLst>
            </p:cNvPr>
            <p:cNvSpPr/>
            <p:nvPr/>
          </p:nvSpPr>
          <p:spPr>
            <a:xfrm>
              <a:off x="4422421" y="2271306"/>
              <a:ext cx="3036187" cy="454899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F3F8A84-C2DE-4EE4-BC2B-FE22A4658001}"/>
                </a:ext>
              </a:extLst>
            </p:cNvPr>
            <p:cNvGrpSpPr/>
            <p:nvPr/>
          </p:nvGrpSpPr>
          <p:grpSpPr>
            <a:xfrm flipH="1">
              <a:off x="7455368" y="2482503"/>
              <a:ext cx="4085018" cy="4016177"/>
              <a:chOff x="328623" y="2427297"/>
              <a:chExt cx="4085018" cy="401617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60C6BA-8BD0-4020-997F-287841456A89}"/>
                  </a:ext>
                </a:extLst>
              </p:cNvPr>
              <p:cNvSpPr/>
              <p:nvPr/>
            </p:nvSpPr>
            <p:spPr>
              <a:xfrm>
                <a:off x="1180231" y="4235837"/>
                <a:ext cx="434715" cy="801974"/>
              </a:xfrm>
              <a:prstGeom prst="rect">
                <a:avLst/>
              </a:prstGeom>
              <a:solidFill>
                <a:srgbClr val="0070C0"/>
              </a:solidFill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1B1D31C-9F57-4E84-B8F5-8DB7A9267BB2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 flipH="1" flipV="1">
                <a:off x="1397589" y="5037811"/>
                <a:ext cx="0" cy="139144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FD7CF81-2CE6-4F8D-B989-A2BCD46894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75151" y="6429260"/>
                <a:ext cx="3038490" cy="142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E873FF7-C5FB-460B-8A88-9795202A1440}"/>
                  </a:ext>
                </a:extLst>
              </p:cNvPr>
              <p:cNvCxnSpPr>
                <a:cxnSpLocks/>
                <a:endCxn id="27" idx="0"/>
              </p:cNvCxnSpPr>
              <p:nvPr/>
            </p:nvCxnSpPr>
            <p:spPr>
              <a:xfrm>
                <a:off x="1380734" y="2448025"/>
                <a:ext cx="16855" cy="17878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450C82A-AB6E-4469-B470-9A6FE73040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68381" y="2427297"/>
                <a:ext cx="3036189" cy="890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C2143525-745E-4D3A-9DFB-8729EBE1B588}"/>
                      </a:ext>
                    </a:extLst>
                  </p:cNvPr>
                  <p:cNvSpPr txBox="1"/>
                  <p:nvPr/>
                </p:nvSpPr>
                <p:spPr>
                  <a:xfrm>
                    <a:off x="328623" y="4311391"/>
                    <a:ext cx="890051" cy="6270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C2143525-745E-4D3A-9DFB-8729EBE1B5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623" y="4311391"/>
                    <a:ext cx="890051" cy="62709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6283F64-8F95-4614-9D07-E614407CE4A3}"/>
                      </a:ext>
                    </a:extLst>
                  </p:cNvPr>
                  <p:cNvSpPr txBox="1"/>
                  <p:nvPr/>
                </p:nvSpPr>
                <p:spPr>
                  <a:xfrm>
                    <a:off x="2724565" y="4007176"/>
                    <a:ext cx="145898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6283F64-8F95-4614-9D07-E614407CE4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4565" y="4007176"/>
                    <a:ext cx="1458989" cy="5847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CF882E-B2F6-4335-8F30-E787041F93C7}"/>
                </a:ext>
              </a:extLst>
            </p:cNvPr>
            <p:cNvSpPr txBox="1"/>
            <p:nvPr/>
          </p:nvSpPr>
          <p:spPr>
            <a:xfrm>
              <a:off x="3058770" y="1888716"/>
              <a:ext cx="12410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Cửa</a:t>
              </a:r>
              <a:r>
                <a:rPr lang="en-GB" sz="3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ED9BF75-A211-4BEF-9E84-7D521155F57F}"/>
                </a:ext>
              </a:extLst>
            </p:cNvPr>
            <p:cNvSpPr txBox="1"/>
            <p:nvPr/>
          </p:nvSpPr>
          <p:spPr>
            <a:xfrm>
              <a:off x="7483800" y="1918456"/>
              <a:ext cx="12410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Cửa</a:t>
              </a:r>
              <a:r>
                <a:rPr lang="en-GB" sz="3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69C1F24-8191-4C8C-8886-21D6742A5C1E}"/>
                </a:ext>
              </a:extLst>
            </p:cNvPr>
            <p:cNvCxnSpPr>
              <a:cxnSpLocks/>
            </p:cNvCxnSpPr>
            <p:nvPr/>
          </p:nvCxnSpPr>
          <p:spPr>
            <a:xfrm>
              <a:off x="4422421" y="2469834"/>
              <a:ext cx="1266235" cy="658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7865473-AAF8-4EC6-9F50-56C18FA5E6DF}"/>
                </a:ext>
              </a:extLst>
            </p:cNvPr>
            <p:cNvCxnSpPr>
              <a:cxnSpLocks/>
            </p:cNvCxnSpPr>
            <p:nvPr/>
          </p:nvCxnSpPr>
          <p:spPr>
            <a:xfrm>
              <a:off x="4429191" y="6496853"/>
              <a:ext cx="1266235" cy="658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202EE62-7C5F-444A-AC73-958AE5E3A957}"/>
                </a:ext>
              </a:extLst>
            </p:cNvPr>
            <p:cNvCxnSpPr>
              <a:cxnSpLocks/>
            </p:cNvCxnSpPr>
            <p:nvPr/>
          </p:nvCxnSpPr>
          <p:spPr>
            <a:xfrm>
              <a:off x="5695426" y="2503231"/>
              <a:ext cx="0" cy="1342282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3BA22E-D805-4EF4-8BC7-1F55FD9B9803}"/>
                </a:ext>
              </a:extLst>
            </p:cNvPr>
            <p:cNvSpPr/>
            <p:nvPr/>
          </p:nvSpPr>
          <p:spPr>
            <a:xfrm flipH="1">
              <a:off x="5497209" y="3845183"/>
              <a:ext cx="434715" cy="801974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41E05F6-6250-4E64-B4CE-E5C637D3D344}"/>
                    </a:ext>
                  </a:extLst>
                </p:cNvPr>
                <p:cNvSpPr txBox="1"/>
                <p:nvPr/>
              </p:nvSpPr>
              <p:spPr>
                <a:xfrm flipH="1">
                  <a:off x="5883991" y="3920737"/>
                  <a:ext cx="8822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41E05F6-6250-4E64-B4CE-E5C637D3D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883991" y="3920737"/>
                  <a:ext cx="88222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F613BC5-71C5-457C-8DDE-F130560BB9A8}"/>
                </a:ext>
              </a:extLst>
            </p:cNvPr>
            <p:cNvCxnSpPr>
              <a:cxnSpLocks/>
            </p:cNvCxnSpPr>
            <p:nvPr/>
          </p:nvCxnSpPr>
          <p:spPr>
            <a:xfrm>
              <a:off x="5697088" y="4647157"/>
              <a:ext cx="0" cy="1826296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Arrow: Bent 58">
              <a:extLst>
                <a:ext uri="{FF2B5EF4-FFF2-40B4-BE49-F238E27FC236}">
                  <a16:creationId xmlns:a16="http://schemas.microsoft.com/office/drawing/2014/main" id="{EFC6C9A5-2422-4780-9775-A109FE6775A1}"/>
                </a:ext>
              </a:extLst>
            </p:cNvPr>
            <p:cNvSpPr/>
            <p:nvPr/>
          </p:nvSpPr>
          <p:spPr>
            <a:xfrm>
              <a:off x="3913605" y="3890707"/>
              <a:ext cx="813816" cy="2854749"/>
            </a:xfrm>
            <a:prstGeom prst="ben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90CF4F4-8F4B-4639-A5F2-CC7D753F9683}"/>
                    </a:ext>
                  </a:extLst>
                </p:cNvPr>
                <p:cNvSpPr txBox="1"/>
                <p:nvPr/>
              </p:nvSpPr>
              <p:spPr>
                <a:xfrm flipH="1">
                  <a:off x="3432807" y="3477607"/>
                  <a:ext cx="85055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90CF4F4-8F4B-4639-A5F2-CC7D753F9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32807" y="3477607"/>
                  <a:ext cx="850554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07984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Ý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𝟐𝟏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28662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rad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>
                                          <m:r>
                                            <a:rPr lang="en-GB" sz="32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9504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khỏi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được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3192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Ý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1.</a:t>
                </a:r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291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solidFill>
                <a:srgbClr val="8AE2C7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Ý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12544"/>
                <a:ext cx="10772775" cy="1656296"/>
              </a:xfrm>
              <a:blipFill>
                <a:blip r:embed="rId2"/>
                <a:stretch>
                  <a:fillRect l="-170" t="-12868" r="-113" b="-17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𝑗𝑗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nói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5" y="1768840"/>
                <a:ext cx="10772774" cy="5089160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4256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4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4754" y="1768840"/>
                <a:ext cx="11287594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trước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thay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kéo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(reference plane)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 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754" y="1768840"/>
                <a:ext cx="11287594" cy="5089160"/>
              </a:xfrm>
              <a:blipFill>
                <a:blip r:embed="rId2"/>
                <a:stretch>
                  <a:fillRect l="-1188" r="-14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5580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FA77EB-033A-4E63-B04F-1C2A2813E153}"/>
              </a:ext>
            </a:extLst>
          </p:cNvPr>
          <p:cNvSpPr/>
          <p:nvPr/>
        </p:nvSpPr>
        <p:spPr>
          <a:xfrm>
            <a:off x="0" y="4961744"/>
            <a:ext cx="12192000" cy="19112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C48564-7AD7-4955-BA89-ECC5610CBD60}"/>
              </a:ext>
            </a:extLst>
          </p:cNvPr>
          <p:cNvSpPr/>
          <p:nvPr/>
        </p:nvSpPr>
        <p:spPr>
          <a:xfrm>
            <a:off x="4107305" y="884423"/>
            <a:ext cx="3387777" cy="338777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21368FB-5F40-4FE4-BD99-B0EF601A1FB9}"/>
              </a:ext>
            </a:extLst>
          </p:cNvPr>
          <p:cNvCxnSpPr>
            <a:cxnSpLocks/>
          </p:cNvCxnSpPr>
          <p:nvPr/>
        </p:nvCxnSpPr>
        <p:spPr>
          <a:xfrm flipV="1">
            <a:off x="2734515" y="3222504"/>
            <a:ext cx="1512920" cy="9213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A383C4A-ABA8-43DE-85DB-EA30F91AFA1D}"/>
              </a:ext>
            </a:extLst>
          </p:cNvPr>
          <p:cNvCxnSpPr>
            <a:cxnSpLocks/>
          </p:cNvCxnSpPr>
          <p:nvPr/>
        </p:nvCxnSpPr>
        <p:spPr>
          <a:xfrm flipV="1">
            <a:off x="3347880" y="3964176"/>
            <a:ext cx="1512920" cy="9213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5A68E87-EDEC-436D-9B4B-C787DB2CE980}"/>
              </a:ext>
            </a:extLst>
          </p:cNvPr>
          <p:cNvSpPr txBox="1"/>
          <p:nvPr/>
        </p:nvSpPr>
        <p:spPr>
          <a:xfrm>
            <a:off x="1301597" y="594139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D0CD46-37D2-4E64-BE84-EBC09A4D39B5}"/>
                  </a:ext>
                </a:extLst>
              </p:cNvPr>
              <p:cNvSpPr txBox="1"/>
              <p:nvPr/>
            </p:nvSpPr>
            <p:spPr>
              <a:xfrm>
                <a:off x="9674627" y="719498"/>
                <a:ext cx="11213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D0CD46-37D2-4E64-BE84-EBC09A4D3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627" y="719498"/>
                <a:ext cx="1121397" cy="584775"/>
              </a:xfrm>
              <a:prstGeom prst="rect">
                <a:avLst/>
              </a:prstGeom>
              <a:blipFill>
                <a:blip r:embed="rId2"/>
                <a:stretch>
                  <a:fillRect l="-1358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9EB25CB-60AF-4DAB-A8C7-5062FB474207}"/>
                  </a:ext>
                </a:extLst>
              </p:cNvPr>
              <p:cNvSpPr txBox="1"/>
              <p:nvPr/>
            </p:nvSpPr>
            <p:spPr>
              <a:xfrm>
                <a:off x="9047084" y="4196749"/>
                <a:ext cx="12095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9EB25CB-60AF-4DAB-A8C7-5062FB474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7084" y="4196749"/>
                <a:ext cx="1209562" cy="584775"/>
              </a:xfrm>
              <a:prstGeom prst="rect">
                <a:avLst/>
              </a:prstGeom>
              <a:blipFill>
                <a:blip r:embed="rId3"/>
                <a:stretch>
                  <a:fillRect l="-12563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itle 1">
            <a:extLst>
              <a:ext uri="{FF2B5EF4-FFF2-40B4-BE49-F238E27FC236}">
                <a16:creationId xmlns:a16="http://schemas.microsoft.com/office/drawing/2014/main" id="{A8801E07-F21B-4FBA-A382-7D1F742E347D}"/>
              </a:ext>
            </a:extLst>
          </p:cNvPr>
          <p:cNvSpPr txBox="1">
            <a:spLocks/>
          </p:cNvSpPr>
          <p:nvPr/>
        </p:nvSpPr>
        <p:spPr>
          <a:xfrm>
            <a:off x="709612" y="5103694"/>
            <a:ext cx="10772775" cy="165629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Dịch chuyển mặt phẳng chuẩn của ma trận tán xạ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A75B3B2-A121-4DAD-9347-3C738ECE53F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888761" y="575743"/>
            <a:ext cx="2714672" cy="8048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781C95B-05E7-4854-A79D-338415E55206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6998954" y="809560"/>
            <a:ext cx="2489883" cy="570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E1A4236-56B8-4C7E-BF33-6F8BAC55F69C}"/>
              </a:ext>
            </a:extLst>
          </p:cNvPr>
          <p:cNvCxnSpPr>
            <a:cxnSpLocks/>
          </p:cNvCxnSpPr>
          <p:nvPr/>
        </p:nvCxnSpPr>
        <p:spPr>
          <a:xfrm flipV="1">
            <a:off x="7389418" y="1378853"/>
            <a:ext cx="2489883" cy="570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1C49616-53E9-4061-A967-9C3CBE908E9D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6998954" y="3776072"/>
            <a:ext cx="2219997" cy="9905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8829696-FAF6-4041-B13E-26B06D67E8A8}"/>
              </a:ext>
            </a:extLst>
          </p:cNvPr>
          <p:cNvCxnSpPr>
            <a:cxnSpLocks/>
          </p:cNvCxnSpPr>
          <p:nvPr/>
        </p:nvCxnSpPr>
        <p:spPr>
          <a:xfrm>
            <a:off x="7320190" y="3270534"/>
            <a:ext cx="2219997" cy="9905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C517793-0689-4401-8518-61EF0668C8CB}"/>
              </a:ext>
            </a:extLst>
          </p:cNvPr>
          <p:cNvCxnSpPr>
            <a:cxnSpLocks/>
          </p:cNvCxnSpPr>
          <p:nvPr/>
        </p:nvCxnSpPr>
        <p:spPr>
          <a:xfrm flipV="1">
            <a:off x="3118395" y="327679"/>
            <a:ext cx="820814" cy="2273358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6B8934F-871F-41AA-AEAD-C375FD4BA31C}"/>
              </a:ext>
            </a:extLst>
          </p:cNvPr>
          <p:cNvCxnSpPr>
            <a:cxnSpLocks/>
          </p:cNvCxnSpPr>
          <p:nvPr/>
        </p:nvCxnSpPr>
        <p:spPr>
          <a:xfrm flipH="1" flipV="1">
            <a:off x="7927260" y="327679"/>
            <a:ext cx="455805" cy="207691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7E845-D635-43DB-9D39-E96C95BFC23A}"/>
              </a:ext>
            </a:extLst>
          </p:cNvPr>
          <p:cNvCxnSpPr>
            <a:cxnSpLocks/>
          </p:cNvCxnSpPr>
          <p:nvPr/>
        </p:nvCxnSpPr>
        <p:spPr>
          <a:xfrm flipH="1" flipV="1">
            <a:off x="8729820" y="138546"/>
            <a:ext cx="455805" cy="207691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9C0DFA-D81C-4141-94B0-2D1265D6E6FF}"/>
              </a:ext>
            </a:extLst>
          </p:cNvPr>
          <p:cNvCxnSpPr>
            <a:cxnSpLocks/>
          </p:cNvCxnSpPr>
          <p:nvPr/>
        </p:nvCxnSpPr>
        <p:spPr>
          <a:xfrm flipV="1">
            <a:off x="7591970" y="3033371"/>
            <a:ext cx="738655" cy="1521026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EC2CE93-0EEF-4372-BC22-F18317262253}"/>
              </a:ext>
            </a:extLst>
          </p:cNvPr>
          <p:cNvCxnSpPr>
            <a:cxnSpLocks/>
          </p:cNvCxnSpPr>
          <p:nvPr/>
        </p:nvCxnSpPr>
        <p:spPr>
          <a:xfrm flipV="1">
            <a:off x="8380800" y="3075604"/>
            <a:ext cx="720697" cy="157119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55E6B27-AE37-4EEE-ADA5-7D79063D5345}"/>
              </a:ext>
            </a:extLst>
          </p:cNvPr>
          <p:cNvCxnSpPr>
            <a:cxnSpLocks/>
          </p:cNvCxnSpPr>
          <p:nvPr/>
        </p:nvCxnSpPr>
        <p:spPr>
          <a:xfrm>
            <a:off x="1532763" y="1177001"/>
            <a:ext cx="2714672" cy="8048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8A63CD-415D-48D0-8E58-15CA88B81754}"/>
              </a:ext>
            </a:extLst>
          </p:cNvPr>
          <p:cNvCxnSpPr>
            <a:cxnSpLocks/>
          </p:cNvCxnSpPr>
          <p:nvPr/>
        </p:nvCxnSpPr>
        <p:spPr>
          <a:xfrm flipV="1">
            <a:off x="2462568" y="138546"/>
            <a:ext cx="820814" cy="2273358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F8893D-395C-40D9-B9CA-CC7A852E36C6}"/>
              </a:ext>
            </a:extLst>
          </p:cNvPr>
          <p:cNvCxnSpPr>
            <a:cxnSpLocks/>
          </p:cNvCxnSpPr>
          <p:nvPr/>
        </p:nvCxnSpPr>
        <p:spPr>
          <a:xfrm>
            <a:off x="3122576" y="507516"/>
            <a:ext cx="637974" cy="209521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B4204FD-A862-43D9-A53E-64E8846DE7D3}"/>
              </a:ext>
            </a:extLst>
          </p:cNvPr>
          <p:cNvCxnSpPr>
            <a:cxnSpLocks/>
          </p:cNvCxnSpPr>
          <p:nvPr/>
        </p:nvCxnSpPr>
        <p:spPr>
          <a:xfrm flipV="1">
            <a:off x="8036144" y="542250"/>
            <a:ext cx="797366" cy="17442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6F79726-8BA7-4FA6-B224-5DBA20E9944E}"/>
              </a:ext>
            </a:extLst>
          </p:cNvPr>
          <p:cNvCxnSpPr>
            <a:cxnSpLocks/>
          </p:cNvCxnSpPr>
          <p:nvPr/>
        </p:nvCxnSpPr>
        <p:spPr>
          <a:xfrm>
            <a:off x="8254507" y="3222504"/>
            <a:ext cx="667246" cy="29219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6753369-17E0-4FA6-8531-9D2BBBB21F55}"/>
                  </a:ext>
                </a:extLst>
              </p:cNvPr>
              <p:cNvSpPr txBox="1"/>
              <p:nvPr/>
            </p:nvSpPr>
            <p:spPr>
              <a:xfrm>
                <a:off x="3238197" y="62304"/>
                <a:ext cx="70519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6753369-17E0-4FA6-8531-9D2BBBB21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197" y="62304"/>
                <a:ext cx="70519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2A8BE5E-7D89-4871-A7BC-2B43FC31EFDD}"/>
                  </a:ext>
                </a:extLst>
              </p:cNvPr>
              <p:cNvSpPr txBox="1"/>
              <p:nvPr/>
            </p:nvSpPr>
            <p:spPr>
              <a:xfrm>
                <a:off x="7946667" y="35291"/>
                <a:ext cx="656334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2A8BE5E-7D89-4871-A7BC-2B43FC31E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667" y="35291"/>
                <a:ext cx="656334" cy="624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2F00406-7C47-486E-AD42-63BDAB5AA432}"/>
                  </a:ext>
                </a:extLst>
              </p:cNvPr>
              <p:cNvSpPr txBox="1"/>
              <p:nvPr/>
            </p:nvSpPr>
            <p:spPr>
              <a:xfrm>
                <a:off x="8306432" y="2793407"/>
                <a:ext cx="7406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2F00406-7C47-486E-AD42-63BDAB5AA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432" y="2793407"/>
                <a:ext cx="74065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79616DC-87E0-4C9D-A15F-0190DFFA0911}"/>
                  </a:ext>
                </a:extLst>
              </p:cNvPr>
              <p:cNvSpPr txBox="1"/>
              <p:nvPr/>
            </p:nvSpPr>
            <p:spPr>
              <a:xfrm>
                <a:off x="2795720" y="2429439"/>
                <a:ext cx="879407" cy="627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79616DC-87E0-4C9D-A15F-0190DFFA0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720" y="2429439"/>
                <a:ext cx="879407" cy="627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CDBA3B-A8AC-496F-BA75-7275554D5B7F}"/>
                  </a:ext>
                </a:extLst>
              </p:cNvPr>
              <p:cNvSpPr txBox="1"/>
              <p:nvPr/>
            </p:nvSpPr>
            <p:spPr>
              <a:xfrm>
                <a:off x="8114789" y="2193564"/>
                <a:ext cx="853759" cy="68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CDBA3B-A8AC-496F-BA75-7275554D5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789" y="2193564"/>
                <a:ext cx="853759" cy="682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7F55BBC-9863-43F7-AD1C-C369133741BB}"/>
                  </a:ext>
                </a:extLst>
              </p:cNvPr>
              <p:cNvSpPr txBox="1"/>
              <p:nvPr/>
            </p:nvSpPr>
            <p:spPr>
              <a:xfrm>
                <a:off x="7077763" y="4376541"/>
                <a:ext cx="908262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7F55BBC-9863-43F7-AD1C-C36913374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763" y="4376541"/>
                <a:ext cx="908262" cy="6295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116F25-E4E0-4C61-B348-4309B4A8A8FC}"/>
                  </a:ext>
                </a:extLst>
              </p:cNvPr>
              <p:cNvSpPr txBox="1"/>
              <p:nvPr/>
            </p:nvSpPr>
            <p:spPr>
              <a:xfrm>
                <a:off x="2030390" y="2250637"/>
                <a:ext cx="7116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116F25-E4E0-4C61-B348-4309B4A8A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390" y="2250637"/>
                <a:ext cx="71160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24B98C1-CF19-4B88-A9A6-4193DF8EB1A7}"/>
                  </a:ext>
                </a:extLst>
              </p:cNvPr>
              <p:cNvSpPr txBox="1"/>
              <p:nvPr/>
            </p:nvSpPr>
            <p:spPr>
              <a:xfrm>
                <a:off x="8957722" y="2043046"/>
                <a:ext cx="662746" cy="624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24B98C1-CF19-4B88-A9A6-4193DF8E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722" y="2043046"/>
                <a:ext cx="662746" cy="6243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5CCF482-D759-4D41-916D-9B9DABF308C7}"/>
                  </a:ext>
                </a:extLst>
              </p:cNvPr>
              <p:cNvSpPr txBox="1"/>
              <p:nvPr/>
            </p:nvSpPr>
            <p:spPr>
              <a:xfrm>
                <a:off x="7922754" y="4426519"/>
                <a:ext cx="74706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5CCF482-D759-4D41-916D-9B9DABF30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754" y="4426519"/>
                <a:ext cx="747064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216134A9-67A6-4F7C-BD7F-EFADBF11B370}"/>
              </a:ext>
            </a:extLst>
          </p:cNvPr>
          <p:cNvSpPr/>
          <p:nvPr/>
        </p:nvSpPr>
        <p:spPr>
          <a:xfrm rot="20941101">
            <a:off x="8614287" y="1086870"/>
            <a:ext cx="691060" cy="129696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31B593E-8658-4B64-975A-94BA89AEAC02}"/>
                  </a:ext>
                </a:extLst>
              </p:cNvPr>
              <p:cNvSpPr txBox="1"/>
              <p:nvPr/>
            </p:nvSpPr>
            <p:spPr>
              <a:xfrm>
                <a:off x="9083545" y="1410556"/>
                <a:ext cx="590097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31B593E-8658-4B64-975A-94BA89AEA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545" y="1410556"/>
                <a:ext cx="590097" cy="5579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DB1053B-EB8F-451C-B492-D6A5879EB5E1}"/>
                  </a:ext>
                </a:extLst>
              </p:cNvPr>
              <p:cNvSpPr txBox="1"/>
              <p:nvPr/>
            </p:nvSpPr>
            <p:spPr>
              <a:xfrm>
                <a:off x="9186731" y="781303"/>
                <a:ext cx="572272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DB1053B-EB8F-451C-B492-D6A5879EB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731" y="781303"/>
                <a:ext cx="572272" cy="5579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B50CA8E3-1015-4B57-BA2F-A4D8D372D165}"/>
              </a:ext>
            </a:extLst>
          </p:cNvPr>
          <p:cNvSpPr/>
          <p:nvPr/>
        </p:nvSpPr>
        <p:spPr>
          <a:xfrm rot="9917887">
            <a:off x="8721717" y="1329210"/>
            <a:ext cx="691060" cy="129696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6B82631-6EFE-4922-A053-4E679F5BBDFB}"/>
              </a:ext>
            </a:extLst>
          </p:cNvPr>
          <p:cNvSpPr/>
          <p:nvPr/>
        </p:nvSpPr>
        <p:spPr>
          <a:xfrm rot="20941101">
            <a:off x="7762298" y="1285551"/>
            <a:ext cx="691060" cy="129696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CD3A7B2B-B071-4C09-805A-FB1B3D9F002A}"/>
              </a:ext>
            </a:extLst>
          </p:cNvPr>
          <p:cNvSpPr/>
          <p:nvPr/>
        </p:nvSpPr>
        <p:spPr>
          <a:xfrm rot="9917887">
            <a:off x="7869728" y="1527891"/>
            <a:ext cx="691060" cy="129696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B8C8A7C-0359-4085-B156-9FCE1DE3018B}"/>
                  </a:ext>
                </a:extLst>
              </p:cNvPr>
              <p:cNvSpPr txBox="1"/>
              <p:nvPr/>
            </p:nvSpPr>
            <p:spPr>
              <a:xfrm>
                <a:off x="7540255" y="1700263"/>
                <a:ext cx="758605" cy="608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B8C8A7C-0359-4085-B156-9FCE1DE30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255" y="1700263"/>
                <a:ext cx="758605" cy="60862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E0A73B8-DE5D-486B-9D01-568832E2AFEE}"/>
                  </a:ext>
                </a:extLst>
              </p:cNvPr>
              <p:cNvSpPr txBox="1"/>
              <p:nvPr/>
            </p:nvSpPr>
            <p:spPr>
              <a:xfrm>
                <a:off x="7224090" y="1177707"/>
                <a:ext cx="740779" cy="608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E0A73B8-DE5D-486B-9D01-568832E2A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090" y="1177707"/>
                <a:ext cx="740779" cy="60862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5533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4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4734" y="1768840"/>
                <a:ext cx="11392525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dịch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chuyển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ghép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thêm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734" y="1768840"/>
                <a:ext cx="11392525" cy="5089160"/>
              </a:xfrm>
              <a:blipFill>
                <a:blip r:embed="rId2"/>
                <a:stretch>
                  <a:fillRect l="-1177" r="-1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4152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4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666" y="1768840"/>
                <a:ext cx="11025109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Gọi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666" y="1768840"/>
                <a:ext cx="11025109" cy="5089160"/>
              </a:xfrm>
              <a:blipFill>
                <a:blip r:embed="rId2"/>
                <a:stretch>
                  <a:fillRect l="-1438" r="-1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8133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4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9803" y="1768840"/>
                <a:ext cx="11437495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400"/>
                  </a:spcBef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3200" i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l-GR" sz="3200">
                                  <a:solidFill>
                                    <a:srgbClr val="7030A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3200" i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 ma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9803" y="1768840"/>
                <a:ext cx="11437495" cy="5089160"/>
              </a:xfrm>
              <a:blipFill>
                <a:blip r:embed="rId2"/>
                <a:stretch>
                  <a:fillRect l="-1333" t="-2395" r="-1386" b="-45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0997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4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68840"/>
                <a:ext cx="10772775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32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l-G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l-GR" sz="3200">
                                      <a:solidFill>
                                        <a:schemeClr val="tx1"/>
                                      </a:solidFill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GB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l-GR" sz="32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l-G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l-GR" sz="32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l-GR" sz="32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l-G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l-GR" sz="320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l-GR" sz="3200">
                                  <a:solidFill>
                                    <a:srgbClr val="FF0000"/>
                                  </a:solidFill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ho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ặ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GB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320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l-GR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320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68840"/>
                <a:ext cx="10772775" cy="5089160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8116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12544"/>
            <a:ext cx="10772775" cy="1656296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68840"/>
                <a:ext cx="10772775" cy="5089160"/>
              </a:xfrm>
            </p:spPr>
            <p:txBody>
              <a:bodyPr numCol="1"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dịch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lùi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tiến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ED1415CC-300D-44E6-8165-21D0DD49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68840"/>
                <a:ext cx="10772775" cy="5089160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5518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454046"/>
                <a:ext cx="10772775" cy="5403954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biệt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lĩnh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chúng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giúp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dễ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454046"/>
                <a:ext cx="10772775" cy="5403954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333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454046"/>
                <a:ext cx="10772775" cy="5403954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Nhược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trúc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hỗn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riêng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khó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454046"/>
                <a:ext cx="10772775" cy="5403954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583CFDC-C775-42EF-B769-3FE2C91D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44097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90488" indent="-90488"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13953607"/>
                  </p:ext>
                </p:extLst>
              </p:nvPr>
            </p:nvGraphicFramePr>
            <p:xfrm>
              <a:off x="5288347" y="639763"/>
              <a:ext cx="6254724" cy="5492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13953607"/>
                  </p:ext>
                </p:extLst>
              </p:nvPr>
            </p:nvGraphicFramePr>
            <p:xfrm>
              <a:off x="5288347" y="639763"/>
              <a:ext cx="6254724" cy="5492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20662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9488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ho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ặ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1195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0994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ho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ặ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lợi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Khi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866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FA77EB-033A-4E63-B04F-1C2A2813E153}"/>
              </a:ext>
            </a:extLst>
          </p:cNvPr>
          <p:cNvSpPr/>
          <p:nvPr/>
        </p:nvSpPr>
        <p:spPr>
          <a:xfrm>
            <a:off x="0" y="5291528"/>
            <a:ext cx="12192000" cy="1566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C8564509-F9E2-449A-9356-E4ED34C9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5645132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2E0D29-1A8B-4A9A-8566-B3ED2F08FB72}"/>
                  </a:ext>
                </a:extLst>
              </p:cNvPr>
              <p:cNvSpPr/>
              <p:nvPr/>
            </p:nvSpPr>
            <p:spPr>
              <a:xfrm>
                <a:off x="4925863" y="780442"/>
                <a:ext cx="2704130" cy="132779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2E0D29-1A8B-4A9A-8566-B3ED2F08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863" y="780442"/>
                <a:ext cx="2704130" cy="13277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F2813A-721D-4E45-9A35-5B86C2BAF3D3}"/>
              </a:ext>
            </a:extLst>
          </p:cNvPr>
          <p:cNvCxnSpPr>
            <a:cxnSpLocks/>
          </p:cNvCxnSpPr>
          <p:nvPr/>
        </p:nvCxnSpPr>
        <p:spPr>
          <a:xfrm>
            <a:off x="1364104" y="1035275"/>
            <a:ext cx="35617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6A0983E-AF29-4546-8A66-15CA2DC34486}"/>
              </a:ext>
            </a:extLst>
          </p:cNvPr>
          <p:cNvCxnSpPr>
            <a:cxnSpLocks/>
          </p:cNvCxnSpPr>
          <p:nvPr/>
        </p:nvCxnSpPr>
        <p:spPr>
          <a:xfrm>
            <a:off x="7629993" y="1037775"/>
            <a:ext cx="35851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FE77C1DC-92F5-4095-A22C-CB7EAEB6F944}"/>
              </a:ext>
            </a:extLst>
          </p:cNvPr>
          <p:cNvSpPr/>
          <p:nvPr/>
        </p:nvSpPr>
        <p:spPr>
          <a:xfrm>
            <a:off x="1232598" y="96577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842C9B6-1D10-460D-9BE1-77E51F971C98}"/>
              </a:ext>
            </a:extLst>
          </p:cNvPr>
          <p:cNvSpPr/>
          <p:nvPr/>
        </p:nvSpPr>
        <p:spPr>
          <a:xfrm>
            <a:off x="11215138" y="96327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CAF826A-FF69-4911-B165-591DD72CD05D}"/>
                  </a:ext>
                </a:extLst>
              </p:cNvPr>
              <p:cNvSpPr txBox="1"/>
              <p:nvPr/>
            </p:nvSpPr>
            <p:spPr>
              <a:xfrm>
                <a:off x="1619493" y="155773"/>
                <a:ext cx="5993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CAF826A-FF69-4911-B165-591DD72CD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493" y="155773"/>
                <a:ext cx="59939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87005BC-9617-4EA2-968B-6F883FDA72D3}"/>
                  </a:ext>
                </a:extLst>
              </p:cNvPr>
              <p:cNvSpPr/>
              <p:nvPr/>
            </p:nvSpPr>
            <p:spPr>
              <a:xfrm rot="10800000" flipV="1">
                <a:off x="4925863" y="3169418"/>
                <a:ext cx="2704130" cy="132779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87005BC-9617-4EA2-968B-6F883FDA7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4925863" y="3169418"/>
                <a:ext cx="2704130" cy="13277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913543A-99EA-486E-BCC9-07900A0D49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64104" y="4248704"/>
            <a:ext cx="35617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C827213-C781-4B0A-B93B-3908CD859EA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29993" y="4251204"/>
            <a:ext cx="35851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769961E4-3FAA-4E3E-A9E9-F58302576DD3}"/>
              </a:ext>
            </a:extLst>
          </p:cNvPr>
          <p:cNvSpPr/>
          <p:nvPr/>
        </p:nvSpPr>
        <p:spPr>
          <a:xfrm rot="10800000" flipV="1">
            <a:off x="1232598" y="417920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8AD10C-AE38-47B0-BD8B-D64873E9511A}"/>
              </a:ext>
            </a:extLst>
          </p:cNvPr>
          <p:cNvSpPr/>
          <p:nvPr/>
        </p:nvSpPr>
        <p:spPr>
          <a:xfrm rot="10800000" flipV="1">
            <a:off x="11215138" y="417670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70D81D2-9501-4FF6-8F56-A259B2F2DE28}"/>
              </a:ext>
            </a:extLst>
          </p:cNvPr>
          <p:cNvCxnSpPr>
            <a:cxnSpLocks/>
          </p:cNvCxnSpPr>
          <p:nvPr/>
        </p:nvCxnSpPr>
        <p:spPr>
          <a:xfrm>
            <a:off x="3567659" y="1862232"/>
            <a:ext cx="13706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F4F2386-966F-42F7-8B46-796BF8A62C7F}"/>
              </a:ext>
            </a:extLst>
          </p:cNvPr>
          <p:cNvCxnSpPr>
            <a:cxnSpLocks/>
          </p:cNvCxnSpPr>
          <p:nvPr/>
        </p:nvCxnSpPr>
        <p:spPr>
          <a:xfrm>
            <a:off x="3555164" y="3498658"/>
            <a:ext cx="13706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4723020-5C9E-4017-8CE4-744FE8F936BB}"/>
              </a:ext>
            </a:extLst>
          </p:cNvPr>
          <p:cNvCxnSpPr>
            <a:cxnSpLocks/>
          </p:cNvCxnSpPr>
          <p:nvPr/>
        </p:nvCxnSpPr>
        <p:spPr>
          <a:xfrm>
            <a:off x="7638285" y="1855693"/>
            <a:ext cx="13706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4D00BA9-EC2D-4A83-AE3B-08AF2DF3D892}"/>
              </a:ext>
            </a:extLst>
          </p:cNvPr>
          <p:cNvCxnSpPr>
            <a:cxnSpLocks/>
          </p:cNvCxnSpPr>
          <p:nvPr/>
        </p:nvCxnSpPr>
        <p:spPr>
          <a:xfrm>
            <a:off x="7625790" y="3492119"/>
            <a:ext cx="13706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DA9B090-0538-4475-98D4-28CD0D3E127D}"/>
              </a:ext>
            </a:extLst>
          </p:cNvPr>
          <p:cNvCxnSpPr>
            <a:cxnSpLocks/>
          </p:cNvCxnSpPr>
          <p:nvPr/>
        </p:nvCxnSpPr>
        <p:spPr>
          <a:xfrm>
            <a:off x="3570154" y="1855693"/>
            <a:ext cx="0" cy="1636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DADA3F8-E5EF-4C93-A301-DD5FFF593828}"/>
              </a:ext>
            </a:extLst>
          </p:cNvPr>
          <p:cNvCxnSpPr>
            <a:cxnSpLocks/>
          </p:cNvCxnSpPr>
          <p:nvPr/>
        </p:nvCxnSpPr>
        <p:spPr>
          <a:xfrm>
            <a:off x="8996488" y="1862232"/>
            <a:ext cx="0" cy="1636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251FA1B-5161-4F9D-8F44-CB780F7160CF}"/>
              </a:ext>
            </a:extLst>
          </p:cNvPr>
          <p:cNvCxnSpPr>
            <a:cxnSpLocks/>
            <a:stCxn id="103" idx="0"/>
            <a:endCxn id="49" idx="4"/>
          </p:cNvCxnSpPr>
          <p:nvPr/>
        </p:nvCxnSpPr>
        <p:spPr>
          <a:xfrm flipV="1">
            <a:off x="1304598" y="1109772"/>
            <a:ext cx="0" cy="3069429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1D17278-94C5-4835-BE62-6DEC9B9740AA}"/>
              </a:ext>
            </a:extLst>
          </p:cNvPr>
          <p:cNvCxnSpPr>
            <a:cxnSpLocks/>
          </p:cNvCxnSpPr>
          <p:nvPr/>
        </p:nvCxnSpPr>
        <p:spPr>
          <a:xfrm>
            <a:off x="3781828" y="780442"/>
            <a:ext cx="685349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1877CDF-C9D8-42D4-B15B-72C9AA44A835}"/>
              </a:ext>
            </a:extLst>
          </p:cNvPr>
          <p:cNvCxnSpPr>
            <a:cxnSpLocks/>
          </p:cNvCxnSpPr>
          <p:nvPr/>
        </p:nvCxnSpPr>
        <p:spPr>
          <a:xfrm>
            <a:off x="3781828" y="3187860"/>
            <a:ext cx="685349" cy="0"/>
          </a:xfrm>
          <a:prstGeom prst="line">
            <a:avLst/>
          </a:prstGeom>
          <a:ln w="38100">
            <a:solidFill>
              <a:srgbClr val="A7B07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D65B7F6-060B-458B-A417-57DAC1F01E2F}"/>
              </a:ext>
            </a:extLst>
          </p:cNvPr>
          <p:cNvCxnSpPr>
            <a:cxnSpLocks/>
          </p:cNvCxnSpPr>
          <p:nvPr/>
        </p:nvCxnSpPr>
        <p:spPr>
          <a:xfrm flipH="1">
            <a:off x="7904123" y="783894"/>
            <a:ext cx="685349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8414986-36ED-4D63-8E02-475B3312AD02}"/>
              </a:ext>
            </a:extLst>
          </p:cNvPr>
          <p:cNvCxnSpPr>
            <a:cxnSpLocks/>
          </p:cNvCxnSpPr>
          <p:nvPr/>
        </p:nvCxnSpPr>
        <p:spPr>
          <a:xfrm flipH="1">
            <a:off x="10170136" y="783894"/>
            <a:ext cx="685349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22E3738-7A6A-4CDD-B0A4-773AB5820BE2}"/>
              </a:ext>
            </a:extLst>
          </p:cNvPr>
          <p:cNvCxnSpPr>
            <a:cxnSpLocks/>
          </p:cNvCxnSpPr>
          <p:nvPr/>
        </p:nvCxnSpPr>
        <p:spPr>
          <a:xfrm flipH="1">
            <a:off x="7968464" y="3187860"/>
            <a:ext cx="685349" cy="0"/>
          </a:xfrm>
          <a:prstGeom prst="line">
            <a:avLst/>
          </a:prstGeom>
          <a:ln w="38100">
            <a:solidFill>
              <a:srgbClr val="A7B07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069F7F3-8A7A-47B5-A415-1B3C628E0A32}"/>
              </a:ext>
            </a:extLst>
          </p:cNvPr>
          <p:cNvCxnSpPr>
            <a:cxnSpLocks/>
            <a:stCxn id="104" idx="0"/>
            <a:endCxn id="51" idx="4"/>
          </p:cNvCxnSpPr>
          <p:nvPr/>
        </p:nvCxnSpPr>
        <p:spPr>
          <a:xfrm flipV="1">
            <a:off x="11287138" y="1107275"/>
            <a:ext cx="0" cy="3069429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956D322-D2D8-4FF8-936E-FC62FB4DE115}"/>
              </a:ext>
            </a:extLst>
          </p:cNvPr>
          <p:cNvCxnSpPr>
            <a:cxnSpLocks/>
          </p:cNvCxnSpPr>
          <p:nvPr/>
        </p:nvCxnSpPr>
        <p:spPr>
          <a:xfrm flipV="1">
            <a:off x="4008729" y="1091240"/>
            <a:ext cx="0" cy="683111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F60DA0C-A4E0-4CF4-B7D3-C2DE295D1AB6}"/>
              </a:ext>
            </a:extLst>
          </p:cNvPr>
          <p:cNvCxnSpPr>
            <a:cxnSpLocks/>
          </p:cNvCxnSpPr>
          <p:nvPr/>
        </p:nvCxnSpPr>
        <p:spPr>
          <a:xfrm flipV="1">
            <a:off x="4017583" y="3520624"/>
            <a:ext cx="0" cy="656080"/>
          </a:xfrm>
          <a:prstGeom prst="line">
            <a:avLst/>
          </a:prstGeom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2675E33-5AFE-47B2-915F-A6D11C44C916}"/>
              </a:ext>
            </a:extLst>
          </p:cNvPr>
          <p:cNvCxnSpPr>
            <a:cxnSpLocks/>
          </p:cNvCxnSpPr>
          <p:nvPr/>
        </p:nvCxnSpPr>
        <p:spPr>
          <a:xfrm flipV="1">
            <a:off x="8463306" y="1091240"/>
            <a:ext cx="0" cy="683111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35BC32D-FFED-485A-B4B2-723B05EC27A2}"/>
              </a:ext>
            </a:extLst>
          </p:cNvPr>
          <p:cNvCxnSpPr>
            <a:cxnSpLocks/>
          </p:cNvCxnSpPr>
          <p:nvPr/>
        </p:nvCxnSpPr>
        <p:spPr>
          <a:xfrm flipV="1">
            <a:off x="8472160" y="3520624"/>
            <a:ext cx="0" cy="656080"/>
          </a:xfrm>
          <a:prstGeom prst="line">
            <a:avLst/>
          </a:prstGeom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10EECDC-D004-4104-960E-20B353744CED}"/>
              </a:ext>
            </a:extLst>
          </p:cNvPr>
          <p:cNvCxnSpPr>
            <a:cxnSpLocks/>
          </p:cNvCxnSpPr>
          <p:nvPr/>
        </p:nvCxnSpPr>
        <p:spPr>
          <a:xfrm>
            <a:off x="1660953" y="780442"/>
            <a:ext cx="685349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554CD05-AE66-4159-B822-BDE8E7B919D0}"/>
                  </a:ext>
                </a:extLst>
              </p:cNvPr>
              <p:cNvSpPr txBox="1"/>
              <p:nvPr/>
            </p:nvSpPr>
            <p:spPr>
              <a:xfrm>
                <a:off x="10362984" y="187346"/>
                <a:ext cx="6088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554CD05-AE66-4159-B822-BDE8E7B91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84" y="187346"/>
                <a:ext cx="60888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52A9DB-E918-4029-8B5D-762949E12D99}"/>
                  </a:ext>
                </a:extLst>
              </p:cNvPr>
              <p:cNvSpPr txBox="1"/>
              <p:nvPr/>
            </p:nvSpPr>
            <p:spPr>
              <a:xfrm>
                <a:off x="706671" y="2280100"/>
                <a:ext cx="66992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52A9DB-E918-4029-8B5D-762949E12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71" y="2280100"/>
                <a:ext cx="66992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3FEA1DE-BB09-479F-8260-BEBFDECC0787}"/>
                  </a:ext>
                </a:extLst>
              </p:cNvPr>
              <p:cNvSpPr txBox="1"/>
              <p:nvPr/>
            </p:nvSpPr>
            <p:spPr>
              <a:xfrm>
                <a:off x="11215138" y="2280100"/>
                <a:ext cx="6794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3FEA1DE-BB09-479F-8260-BEBFDECC0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5138" y="2280100"/>
                <a:ext cx="67941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C843C19-CF23-45BF-AA5D-3215D79B9771}"/>
                  </a:ext>
                </a:extLst>
              </p:cNvPr>
              <p:cNvSpPr txBox="1"/>
              <p:nvPr/>
            </p:nvSpPr>
            <p:spPr>
              <a:xfrm>
                <a:off x="3692545" y="147689"/>
                <a:ext cx="6676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C843C19-CF23-45BF-AA5D-3215D79B9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545" y="147689"/>
                <a:ext cx="667682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80D820F-09F2-47AB-9B2D-D7E029B5E994}"/>
                  </a:ext>
                </a:extLst>
              </p:cNvPr>
              <p:cNvSpPr txBox="1"/>
              <p:nvPr/>
            </p:nvSpPr>
            <p:spPr>
              <a:xfrm>
                <a:off x="3749854" y="2563706"/>
                <a:ext cx="660374" cy="603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80D820F-09F2-47AB-9B2D-D7E029B5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854" y="2563706"/>
                <a:ext cx="660374" cy="6033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21B057B-A0F5-4A74-98A1-04A8F9C0963A}"/>
                  </a:ext>
                </a:extLst>
              </p:cNvPr>
              <p:cNvSpPr txBox="1"/>
              <p:nvPr/>
            </p:nvSpPr>
            <p:spPr>
              <a:xfrm>
                <a:off x="7989793" y="152861"/>
                <a:ext cx="6676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21B057B-A0F5-4A74-98A1-04A8F9C09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793" y="152861"/>
                <a:ext cx="667682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66A5B83-D33C-4E91-9F37-4CE559042807}"/>
                  </a:ext>
                </a:extLst>
              </p:cNvPr>
              <p:cNvSpPr txBox="1"/>
              <p:nvPr/>
            </p:nvSpPr>
            <p:spPr>
              <a:xfrm>
                <a:off x="8035920" y="2582238"/>
                <a:ext cx="660374" cy="604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66A5B83-D33C-4E91-9F37-4CE5590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920" y="2582238"/>
                <a:ext cx="660374" cy="6043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BAC5B96-19E0-42C8-AB97-EEFB0D48ABEE}"/>
                  </a:ext>
                </a:extLst>
              </p:cNvPr>
              <p:cNvSpPr txBox="1"/>
              <p:nvPr/>
            </p:nvSpPr>
            <p:spPr>
              <a:xfrm>
                <a:off x="3307429" y="1156360"/>
                <a:ext cx="77829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BAC5B96-19E0-42C8-AB97-EEFB0D48A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29" y="1156360"/>
                <a:ext cx="778290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B6DB7B0-3FDC-4991-ACF7-94ECDFE58A28}"/>
                  </a:ext>
                </a:extLst>
              </p:cNvPr>
              <p:cNvSpPr txBox="1"/>
              <p:nvPr/>
            </p:nvSpPr>
            <p:spPr>
              <a:xfrm>
                <a:off x="3296350" y="3559158"/>
                <a:ext cx="770980" cy="603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B6DB7B0-3FDC-4991-ACF7-94ECDFE58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350" y="3559158"/>
                <a:ext cx="770980" cy="6033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74C6777-FD15-4E6E-AFF7-074ACBE5CE33}"/>
                  </a:ext>
                </a:extLst>
              </p:cNvPr>
              <p:cNvSpPr txBox="1"/>
              <p:nvPr/>
            </p:nvSpPr>
            <p:spPr>
              <a:xfrm>
                <a:off x="8502536" y="1190303"/>
                <a:ext cx="782009" cy="5975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74C6777-FD15-4E6E-AFF7-074ACBE5C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536" y="1190303"/>
                <a:ext cx="782009" cy="5975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E8A79C2-882F-41A5-B80C-BD64D29AFA32}"/>
                  </a:ext>
                </a:extLst>
              </p:cNvPr>
              <p:cNvSpPr txBox="1"/>
              <p:nvPr/>
            </p:nvSpPr>
            <p:spPr>
              <a:xfrm>
                <a:off x="8554147" y="3562011"/>
                <a:ext cx="770980" cy="604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E8A79C2-882F-41A5-B80C-BD64D29A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147" y="3562011"/>
                <a:ext cx="770980" cy="60433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ectangle 133">
            <a:extLst>
              <a:ext uri="{FF2B5EF4-FFF2-40B4-BE49-F238E27FC236}">
                <a16:creationId xmlns:a16="http://schemas.microsoft.com/office/drawing/2014/main" id="{5137F58A-D6C1-475A-992D-CBC560EC6E93}"/>
              </a:ext>
            </a:extLst>
          </p:cNvPr>
          <p:cNvSpPr/>
          <p:nvPr/>
        </p:nvSpPr>
        <p:spPr>
          <a:xfrm>
            <a:off x="2995173" y="183703"/>
            <a:ext cx="6525519" cy="475421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6754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Ma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sSup>
                        <m:sSup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0791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Ma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 </a:t>
                </a:r>
                <a:r>
                  <a:rPr lang="en-GB" sz="3200" b="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ho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ặ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d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d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lợi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Khi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2310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FA77EB-033A-4E63-B04F-1C2A2813E153}"/>
              </a:ext>
            </a:extLst>
          </p:cNvPr>
          <p:cNvSpPr/>
          <p:nvPr/>
        </p:nvSpPr>
        <p:spPr>
          <a:xfrm>
            <a:off x="0" y="5291528"/>
            <a:ext cx="12192000" cy="1566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2E0D29-1A8B-4A9A-8566-B3ED2F08FB72}"/>
                  </a:ext>
                </a:extLst>
              </p:cNvPr>
              <p:cNvSpPr/>
              <p:nvPr/>
            </p:nvSpPr>
            <p:spPr>
              <a:xfrm>
                <a:off x="4925863" y="780442"/>
                <a:ext cx="2704130" cy="132779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2E0D29-1A8B-4A9A-8566-B3ED2F08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863" y="780442"/>
                <a:ext cx="2704130" cy="13277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F2813A-721D-4E45-9A35-5B86C2BAF3D3}"/>
              </a:ext>
            </a:extLst>
          </p:cNvPr>
          <p:cNvCxnSpPr>
            <a:cxnSpLocks/>
          </p:cNvCxnSpPr>
          <p:nvPr/>
        </p:nvCxnSpPr>
        <p:spPr>
          <a:xfrm>
            <a:off x="1364104" y="1035275"/>
            <a:ext cx="35617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6A0983E-AF29-4546-8A66-15CA2DC34486}"/>
              </a:ext>
            </a:extLst>
          </p:cNvPr>
          <p:cNvCxnSpPr>
            <a:cxnSpLocks/>
          </p:cNvCxnSpPr>
          <p:nvPr/>
        </p:nvCxnSpPr>
        <p:spPr>
          <a:xfrm>
            <a:off x="7629993" y="1037775"/>
            <a:ext cx="35851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FE77C1DC-92F5-4095-A22C-CB7EAEB6F944}"/>
              </a:ext>
            </a:extLst>
          </p:cNvPr>
          <p:cNvSpPr/>
          <p:nvPr/>
        </p:nvSpPr>
        <p:spPr>
          <a:xfrm>
            <a:off x="1232598" y="96577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842C9B6-1D10-460D-9BE1-77E51F971C98}"/>
              </a:ext>
            </a:extLst>
          </p:cNvPr>
          <p:cNvSpPr/>
          <p:nvPr/>
        </p:nvSpPr>
        <p:spPr>
          <a:xfrm>
            <a:off x="11215138" y="96327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CAF826A-FF69-4911-B165-591DD72CD05D}"/>
                  </a:ext>
                </a:extLst>
              </p:cNvPr>
              <p:cNvSpPr txBox="1"/>
              <p:nvPr/>
            </p:nvSpPr>
            <p:spPr>
              <a:xfrm>
                <a:off x="1619493" y="155773"/>
                <a:ext cx="5993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CAF826A-FF69-4911-B165-591DD72CD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493" y="155773"/>
                <a:ext cx="59939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87005BC-9617-4EA2-968B-6F883FDA72D3}"/>
                  </a:ext>
                </a:extLst>
              </p:cNvPr>
              <p:cNvSpPr/>
              <p:nvPr/>
            </p:nvSpPr>
            <p:spPr>
              <a:xfrm rot="10800000" flipV="1">
                <a:off x="4925863" y="3169418"/>
                <a:ext cx="2704130" cy="132779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87005BC-9617-4EA2-968B-6F883FDA7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4925863" y="3169418"/>
                <a:ext cx="2704130" cy="13277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913543A-99EA-486E-BCC9-07900A0D49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64104" y="1865276"/>
            <a:ext cx="35617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C827213-C781-4B0A-B93B-3908CD859EA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28077" y="1854160"/>
            <a:ext cx="35851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769961E4-3FAA-4E3E-A9E9-F58302576DD3}"/>
              </a:ext>
            </a:extLst>
          </p:cNvPr>
          <p:cNvSpPr/>
          <p:nvPr/>
        </p:nvSpPr>
        <p:spPr>
          <a:xfrm rot="10800000" flipV="1">
            <a:off x="1232598" y="179577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8AD10C-AE38-47B0-BD8B-D64873E9511A}"/>
              </a:ext>
            </a:extLst>
          </p:cNvPr>
          <p:cNvSpPr/>
          <p:nvPr/>
        </p:nvSpPr>
        <p:spPr>
          <a:xfrm rot="10800000" flipV="1">
            <a:off x="11215138" y="177828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70D81D2-9501-4FF6-8F56-A259B2F2DE28}"/>
              </a:ext>
            </a:extLst>
          </p:cNvPr>
          <p:cNvCxnSpPr>
            <a:cxnSpLocks/>
          </p:cNvCxnSpPr>
          <p:nvPr/>
        </p:nvCxnSpPr>
        <p:spPr>
          <a:xfrm>
            <a:off x="3568473" y="3411503"/>
            <a:ext cx="13613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F4F2386-966F-42F7-8B46-796BF8A62C7F}"/>
              </a:ext>
            </a:extLst>
          </p:cNvPr>
          <p:cNvCxnSpPr>
            <a:cxnSpLocks/>
          </p:cNvCxnSpPr>
          <p:nvPr/>
        </p:nvCxnSpPr>
        <p:spPr>
          <a:xfrm>
            <a:off x="2819727" y="4286596"/>
            <a:ext cx="2106135" cy="6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4723020-5C9E-4017-8CE4-744FE8F936BB}"/>
              </a:ext>
            </a:extLst>
          </p:cNvPr>
          <p:cNvCxnSpPr>
            <a:cxnSpLocks/>
          </p:cNvCxnSpPr>
          <p:nvPr/>
        </p:nvCxnSpPr>
        <p:spPr>
          <a:xfrm>
            <a:off x="7625790" y="3411503"/>
            <a:ext cx="13706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4D00BA9-EC2D-4A83-AE3B-08AF2DF3D892}"/>
              </a:ext>
            </a:extLst>
          </p:cNvPr>
          <p:cNvCxnSpPr>
            <a:cxnSpLocks/>
          </p:cNvCxnSpPr>
          <p:nvPr/>
        </p:nvCxnSpPr>
        <p:spPr>
          <a:xfrm>
            <a:off x="7625790" y="4286596"/>
            <a:ext cx="21427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DA9B090-0538-4475-98D4-28CD0D3E127D}"/>
              </a:ext>
            </a:extLst>
          </p:cNvPr>
          <p:cNvCxnSpPr>
            <a:cxnSpLocks/>
            <a:stCxn id="52" idx="4"/>
          </p:cNvCxnSpPr>
          <p:nvPr/>
        </p:nvCxnSpPr>
        <p:spPr>
          <a:xfrm>
            <a:off x="2819728" y="1931902"/>
            <a:ext cx="0" cy="2361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DADA3F8-E5EF-4C93-A301-DD5FFF593828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9768580" y="1924103"/>
            <a:ext cx="2234" cy="23593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251FA1B-5161-4F9D-8F44-CB780F7160CF}"/>
              </a:ext>
            </a:extLst>
          </p:cNvPr>
          <p:cNvCxnSpPr>
            <a:cxnSpLocks/>
            <a:stCxn id="103" idx="0"/>
            <a:endCxn id="49" idx="4"/>
          </p:cNvCxnSpPr>
          <p:nvPr/>
        </p:nvCxnSpPr>
        <p:spPr>
          <a:xfrm flipV="1">
            <a:off x="1304598" y="1109772"/>
            <a:ext cx="0" cy="68600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1D17278-94C5-4835-BE62-6DEC9B9740AA}"/>
              </a:ext>
            </a:extLst>
          </p:cNvPr>
          <p:cNvCxnSpPr>
            <a:cxnSpLocks/>
          </p:cNvCxnSpPr>
          <p:nvPr/>
        </p:nvCxnSpPr>
        <p:spPr>
          <a:xfrm>
            <a:off x="3781828" y="780442"/>
            <a:ext cx="685349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1877CDF-C9D8-42D4-B15B-72C9AA44A835}"/>
              </a:ext>
            </a:extLst>
          </p:cNvPr>
          <p:cNvCxnSpPr>
            <a:cxnSpLocks/>
          </p:cNvCxnSpPr>
          <p:nvPr/>
        </p:nvCxnSpPr>
        <p:spPr>
          <a:xfrm>
            <a:off x="3781828" y="3187860"/>
            <a:ext cx="685349" cy="0"/>
          </a:xfrm>
          <a:prstGeom prst="line">
            <a:avLst/>
          </a:prstGeom>
          <a:ln w="38100">
            <a:solidFill>
              <a:srgbClr val="A7B07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D65B7F6-060B-458B-A417-57DAC1F01E2F}"/>
              </a:ext>
            </a:extLst>
          </p:cNvPr>
          <p:cNvCxnSpPr>
            <a:cxnSpLocks/>
          </p:cNvCxnSpPr>
          <p:nvPr/>
        </p:nvCxnSpPr>
        <p:spPr>
          <a:xfrm flipH="1">
            <a:off x="7904123" y="783894"/>
            <a:ext cx="685349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8414986-36ED-4D63-8E02-475B3312AD02}"/>
              </a:ext>
            </a:extLst>
          </p:cNvPr>
          <p:cNvCxnSpPr>
            <a:cxnSpLocks/>
          </p:cNvCxnSpPr>
          <p:nvPr/>
        </p:nvCxnSpPr>
        <p:spPr>
          <a:xfrm flipH="1">
            <a:off x="10170136" y="783894"/>
            <a:ext cx="685349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22E3738-7A6A-4CDD-B0A4-773AB5820BE2}"/>
              </a:ext>
            </a:extLst>
          </p:cNvPr>
          <p:cNvCxnSpPr>
            <a:cxnSpLocks/>
          </p:cNvCxnSpPr>
          <p:nvPr/>
        </p:nvCxnSpPr>
        <p:spPr>
          <a:xfrm flipH="1">
            <a:off x="7968464" y="3187860"/>
            <a:ext cx="685349" cy="0"/>
          </a:xfrm>
          <a:prstGeom prst="line">
            <a:avLst/>
          </a:prstGeom>
          <a:ln w="38100">
            <a:solidFill>
              <a:srgbClr val="A7B07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069F7F3-8A7A-47B5-A415-1B3C628E0A32}"/>
              </a:ext>
            </a:extLst>
          </p:cNvPr>
          <p:cNvCxnSpPr>
            <a:cxnSpLocks/>
            <a:stCxn id="104" idx="0"/>
            <a:endCxn id="51" idx="4"/>
          </p:cNvCxnSpPr>
          <p:nvPr/>
        </p:nvCxnSpPr>
        <p:spPr>
          <a:xfrm flipV="1">
            <a:off x="11287138" y="1107275"/>
            <a:ext cx="0" cy="67101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956D322-D2D8-4FF8-936E-FC62FB4DE115}"/>
              </a:ext>
            </a:extLst>
          </p:cNvPr>
          <p:cNvCxnSpPr>
            <a:cxnSpLocks/>
          </p:cNvCxnSpPr>
          <p:nvPr/>
        </p:nvCxnSpPr>
        <p:spPr>
          <a:xfrm flipV="1">
            <a:off x="4008729" y="1091240"/>
            <a:ext cx="0" cy="683111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F60DA0C-A4E0-4CF4-B7D3-C2DE295D1AB6}"/>
              </a:ext>
            </a:extLst>
          </p:cNvPr>
          <p:cNvCxnSpPr>
            <a:cxnSpLocks/>
          </p:cNvCxnSpPr>
          <p:nvPr/>
        </p:nvCxnSpPr>
        <p:spPr>
          <a:xfrm flipV="1">
            <a:off x="4017583" y="3520624"/>
            <a:ext cx="0" cy="656080"/>
          </a:xfrm>
          <a:prstGeom prst="line">
            <a:avLst/>
          </a:prstGeom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2675E33-5AFE-47B2-915F-A6D11C44C916}"/>
              </a:ext>
            </a:extLst>
          </p:cNvPr>
          <p:cNvCxnSpPr>
            <a:cxnSpLocks/>
          </p:cNvCxnSpPr>
          <p:nvPr/>
        </p:nvCxnSpPr>
        <p:spPr>
          <a:xfrm flipV="1">
            <a:off x="8463306" y="1091240"/>
            <a:ext cx="0" cy="683111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35BC32D-FFED-485A-B4B2-723B05EC27A2}"/>
              </a:ext>
            </a:extLst>
          </p:cNvPr>
          <p:cNvCxnSpPr>
            <a:cxnSpLocks/>
          </p:cNvCxnSpPr>
          <p:nvPr/>
        </p:nvCxnSpPr>
        <p:spPr>
          <a:xfrm flipV="1">
            <a:off x="8472160" y="3520624"/>
            <a:ext cx="0" cy="656080"/>
          </a:xfrm>
          <a:prstGeom prst="line">
            <a:avLst/>
          </a:prstGeom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10EECDC-D004-4104-960E-20B353744CED}"/>
              </a:ext>
            </a:extLst>
          </p:cNvPr>
          <p:cNvCxnSpPr>
            <a:cxnSpLocks/>
          </p:cNvCxnSpPr>
          <p:nvPr/>
        </p:nvCxnSpPr>
        <p:spPr>
          <a:xfrm>
            <a:off x="1660953" y="780442"/>
            <a:ext cx="685349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554CD05-AE66-4159-B822-BDE8E7B919D0}"/>
                  </a:ext>
                </a:extLst>
              </p:cNvPr>
              <p:cNvSpPr txBox="1"/>
              <p:nvPr/>
            </p:nvSpPr>
            <p:spPr>
              <a:xfrm>
                <a:off x="10362984" y="187346"/>
                <a:ext cx="6088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554CD05-AE66-4159-B822-BDE8E7B91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84" y="187346"/>
                <a:ext cx="60888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52A9DB-E918-4029-8B5D-762949E12D99}"/>
                  </a:ext>
                </a:extLst>
              </p:cNvPr>
              <p:cNvSpPr txBox="1"/>
              <p:nvPr/>
            </p:nvSpPr>
            <p:spPr>
              <a:xfrm>
                <a:off x="630800" y="1156359"/>
                <a:ext cx="66992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52A9DB-E918-4029-8B5D-762949E12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0" y="1156359"/>
                <a:ext cx="66992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3FEA1DE-BB09-479F-8260-BEBFDECC0787}"/>
                  </a:ext>
                </a:extLst>
              </p:cNvPr>
              <p:cNvSpPr txBox="1"/>
              <p:nvPr/>
            </p:nvSpPr>
            <p:spPr>
              <a:xfrm>
                <a:off x="11283732" y="1189576"/>
                <a:ext cx="6794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3FEA1DE-BB09-479F-8260-BEBFDECC0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3732" y="1189576"/>
                <a:ext cx="67941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C843C19-CF23-45BF-AA5D-3215D79B9771}"/>
                  </a:ext>
                </a:extLst>
              </p:cNvPr>
              <p:cNvSpPr txBox="1"/>
              <p:nvPr/>
            </p:nvSpPr>
            <p:spPr>
              <a:xfrm>
                <a:off x="3692545" y="147689"/>
                <a:ext cx="6676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C843C19-CF23-45BF-AA5D-3215D79B9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545" y="147689"/>
                <a:ext cx="667682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80D820F-09F2-47AB-9B2D-D7E029B5E994}"/>
                  </a:ext>
                </a:extLst>
              </p:cNvPr>
              <p:cNvSpPr txBox="1"/>
              <p:nvPr/>
            </p:nvSpPr>
            <p:spPr>
              <a:xfrm>
                <a:off x="3749854" y="2563706"/>
                <a:ext cx="660374" cy="603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80D820F-09F2-47AB-9B2D-D7E029B5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854" y="2563706"/>
                <a:ext cx="660374" cy="6033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21B057B-A0F5-4A74-98A1-04A8F9C0963A}"/>
                  </a:ext>
                </a:extLst>
              </p:cNvPr>
              <p:cNvSpPr txBox="1"/>
              <p:nvPr/>
            </p:nvSpPr>
            <p:spPr>
              <a:xfrm>
                <a:off x="7989793" y="152861"/>
                <a:ext cx="6676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21B057B-A0F5-4A74-98A1-04A8F9C09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793" y="152861"/>
                <a:ext cx="667682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66A5B83-D33C-4E91-9F37-4CE559042807}"/>
                  </a:ext>
                </a:extLst>
              </p:cNvPr>
              <p:cNvSpPr txBox="1"/>
              <p:nvPr/>
            </p:nvSpPr>
            <p:spPr>
              <a:xfrm>
                <a:off x="8035920" y="2582238"/>
                <a:ext cx="660374" cy="604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66A5B83-D33C-4E91-9F37-4CE5590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920" y="2582238"/>
                <a:ext cx="660374" cy="6043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BAC5B96-19E0-42C8-AB97-EEFB0D48ABEE}"/>
                  </a:ext>
                </a:extLst>
              </p:cNvPr>
              <p:cNvSpPr txBox="1"/>
              <p:nvPr/>
            </p:nvSpPr>
            <p:spPr>
              <a:xfrm>
                <a:off x="3981569" y="1156359"/>
                <a:ext cx="77829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BAC5B96-19E0-42C8-AB97-EEFB0D48A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569" y="1156359"/>
                <a:ext cx="778290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B6DB7B0-3FDC-4991-ACF7-94ECDFE58A28}"/>
                  </a:ext>
                </a:extLst>
              </p:cNvPr>
              <p:cNvSpPr txBox="1"/>
              <p:nvPr/>
            </p:nvSpPr>
            <p:spPr>
              <a:xfrm>
                <a:off x="3296350" y="3559158"/>
                <a:ext cx="770980" cy="603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B6DB7B0-3FDC-4991-ACF7-94ECDFE58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350" y="3559158"/>
                <a:ext cx="770980" cy="6033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74C6777-FD15-4E6E-AFF7-074ACBE5CE33}"/>
                  </a:ext>
                </a:extLst>
              </p:cNvPr>
              <p:cNvSpPr txBox="1"/>
              <p:nvPr/>
            </p:nvSpPr>
            <p:spPr>
              <a:xfrm>
                <a:off x="7808488" y="1144999"/>
                <a:ext cx="782009" cy="5975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74C6777-FD15-4E6E-AFF7-074ACBE5C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488" y="1144999"/>
                <a:ext cx="782009" cy="5975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E8A79C2-882F-41A5-B80C-BD64D29AFA32}"/>
                  </a:ext>
                </a:extLst>
              </p:cNvPr>
              <p:cNvSpPr txBox="1"/>
              <p:nvPr/>
            </p:nvSpPr>
            <p:spPr>
              <a:xfrm>
                <a:off x="8554147" y="3562011"/>
                <a:ext cx="770980" cy="604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E8A79C2-882F-41A5-B80C-BD64D29A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147" y="3562011"/>
                <a:ext cx="770980" cy="60433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ectangle 133">
            <a:extLst>
              <a:ext uri="{FF2B5EF4-FFF2-40B4-BE49-F238E27FC236}">
                <a16:creationId xmlns:a16="http://schemas.microsoft.com/office/drawing/2014/main" id="{5137F58A-D6C1-475A-992D-CBC560EC6E93}"/>
              </a:ext>
            </a:extLst>
          </p:cNvPr>
          <p:cNvSpPr/>
          <p:nvPr/>
        </p:nvSpPr>
        <p:spPr>
          <a:xfrm>
            <a:off x="2414897" y="183703"/>
            <a:ext cx="7683240" cy="475421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03B21994-BD9C-4736-9AFA-9E893AB69980}"/>
              </a:ext>
            </a:extLst>
          </p:cNvPr>
          <p:cNvSpPr txBox="1">
            <a:spLocks/>
          </p:cNvSpPr>
          <p:nvPr/>
        </p:nvSpPr>
        <p:spPr>
          <a:xfrm>
            <a:off x="871544" y="5644474"/>
            <a:ext cx="10772775" cy="859264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Ma trận dẫn nạp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7F7804D-E808-4DCE-9DEC-4BBEBDA7C2FC}"/>
              </a:ext>
            </a:extLst>
          </p:cNvPr>
          <p:cNvSpPr/>
          <p:nvPr/>
        </p:nvSpPr>
        <p:spPr>
          <a:xfrm>
            <a:off x="3498154" y="94072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319AB2B-3335-4123-9EE3-029EF799BD2D}"/>
              </a:ext>
            </a:extLst>
          </p:cNvPr>
          <p:cNvSpPr/>
          <p:nvPr/>
        </p:nvSpPr>
        <p:spPr>
          <a:xfrm rot="10800000" flipV="1">
            <a:off x="2747728" y="17879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C3A7070-EB2C-4F49-A94B-0275CC498AAC}"/>
              </a:ext>
            </a:extLst>
          </p:cNvPr>
          <p:cNvCxnSpPr>
            <a:cxnSpLocks/>
            <a:stCxn id="50" idx="4"/>
          </p:cNvCxnSpPr>
          <p:nvPr/>
        </p:nvCxnSpPr>
        <p:spPr>
          <a:xfrm flipH="1">
            <a:off x="3568473" y="1084722"/>
            <a:ext cx="1681" cy="23442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E2053F0B-A2CD-4E26-95F4-984E32CEC66C}"/>
              </a:ext>
            </a:extLst>
          </p:cNvPr>
          <p:cNvSpPr/>
          <p:nvPr/>
        </p:nvSpPr>
        <p:spPr>
          <a:xfrm flipH="1">
            <a:off x="9696580" y="178010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4C98A05-A5BC-4A76-B322-DC5AC3F4BE0D}"/>
              </a:ext>
            </a:extLst>
          </p:cNvPr>
          <p:cNvSpPr/>
          <p:nvPr/>
        </p:nvSpPr>
        <p:spPr>
          <a:xfrm rot="10800000" flipH="1" flipV="1">
            <a:off x="8924488" y="94677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2C01238-9161-478B-BC31-C65BC0CA6793}"/>
              </a:ext>
            </a:extLst>
          </p:cNvPr>
          <p:cNvCxnSpPr>
            <a:cxnSpLocks/>
            <a:stCxn id="60" idx="4"/>
          </p:cNvCxnSpPr>
          <p:nvPr/>
        </p:nvCxnSpPr>
        <p:spPr>
          <a:xfrm flipH="1">
            <a:off x="8992284" y="1090770"/>
            <a:ext cx="4204" cy="23207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375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3897442"/>
                <a:ext cx="10772775" cy="29605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3897442"/>
                <a:ext cx="10772775" cy="2960557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21CEEC-EA53-4079-BB09-117F8726EF97}"/>
                  </a:ext>
                </a:extLst>
              </p:cNvPr>
              <p:cNvSpPr/>
              <p:nvPr/>
            </p:nvSpPr>
            <p:spPr>
              <a:xfrm>
                <a:off x="3822492" y="1888761"/>
                <a:ext cx="3672590" cy="200868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21CEEC-EA53-4079-BB09-117F8726E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492" y="1888761"/>
                <a:ext cx="3672590" cy="2008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69B821-AA23-454E-8017-1BAFA265EACF}"/>
              </a:ext>
            </a:extLst>
          </p:cNvPr>
          <p:cNvCxnSpPr>
            <a:cxnSpLocks/>
          </p:cNvCxnSpPr>
          <p:nvPr/>
        </p:nvCxnSpPr>
        <p:spPr>
          <a:xfrm>
            <a:off x="1229193" y="2143595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BA3DB0-0B5C-4774-A383-411BD6F2FAB0}"/>
              </a:ext>
            </a:extLst>
          </p:cNvPr>
          <p:cNvCxnSpPr>
            <a:cxnSpLocks/>
          </p:cNvCxnSpPr>
          <p:nvPr/>
        </p:nvCxnSpPr>
        <p:spPr>
          <a:xfrm>
            <a:off x="1229193" y="3570157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93FF79-484F-4FF5-BF8E-7A135C203A7F}"/>
              </a:ext>
            </a:extLst>
          </p:cNvPr>
          <p:cNvCxnSpPr>
            <a:cxnSpLocks/>
          </p:cNvCxnSpPr>
          <p:nvPr/>
        </p:nvCxnSpPr>
        <p:spPr>
          <a:xfrm>
            <a:off x="7482588" y="2146095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88C6E7-71C7-4F13-B671-813F0406FB21}"/>
              </a:ext>
            </a:extLst>
          </p:cNvPr>
          <p:cNvCxnSpPr>
            <a:cxnSpLocks/>
          </p:cNvCxnSpPr>
          <p:nvPr/>
        </p:nvCxnSpPr>
        <p:spPr>
          <a:xfrm>
            <a:off x="7495088" y="3570157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B991BA2-7C68-4349-8D1A-6974B62F3603}"/>
              </a:ext>
            </a:extLst>
          </p:cNvPr>
          <p:cNvSpPr/>
          <p:nvPr/>
        </p:nvSpPr>
        <p:spPr>
          <a:xfrm>
            <a:off x="1097687" y="207409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919F2E-9D46-436D-87C3-6F5AC6174AEE}"/>
              </a:ext>
            </a:extLst>
          </p:cNvPr>
          <p:cNvSpPr/>
          <p:nvPr/>
        </p:nvSpPr>
        <p:spPr>
          <a:xfrm>
            <a:off x="1097687" y="349815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532719-C150-4C64-9C1B-9F5A1CB07A58}"/>
              </a:ext>
            </a:extLst>
          </p:cNvPr>
          <p:cNvSpPr/>
          <p:nvPr/>
        </p:nvSpPr>
        <p:spPr>
          <a:xfrm>
            <a:off x="10043410" y="207409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F3D7D8-6884-468B-BD69-ADBF2FA21F4C}"/>
              </a:ext>
            </a:extLst>
          </p:cNvPr>
          <p:cNvSpPr/>
          <p:nvPr/>
        </p:nvSpPr>
        <p:spPr>
          <a:xfrm>
            <a:off x="10075887" y="349815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D717EFA-6ECA-4222-8DAB-6A6ED6C5F613}"/>
              </a:ext>
            </a:extLst>
          </p:cNvPr>
          <p:cNvSpPr/>
          <p:nvPr/>
        </p:nvSpPr>
        <p:spPr>
          <a:xfrm>
            <a:off x="2029926" y="2263782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819FF5-C575-4B67-9B0B-00830731BCE6}"/>
              </a:ext>
            </a:extLst>
          </p:cNvPr>
          <p:cNvSpPr/>
          <p:nvPr/>
        </p:nvSpPr>
        <p:spPr>
          <a:xfrm rot="10800000">
            <a:off x="2002757" y="3103231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F351FC-6E7D-4D29-BCA9-D7A2F486AEF8}"/>
                  </a:ext>
                </a:extLst>
              </p:cNvPr>
              <p:cNvSpPr txBox="1"/>
              <p:nvPr/>
            </p:nvSpPr>
            <p:spPr>
              <a:xfrm>
                <a:off x="2950186" y="2084012"/>
                <a:ext cx="69717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F351FC-6E7D-4D29-BCA9-D7A2F486A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186" y="2084012"/>
                <a:ext cx="69717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175C26-9B91-48A9-A243-81ABFB363905}"/>
                  </a:ext>
                </a:extLst>
              </p:cNvPr>
              <p:cNvSpPr txBox="1"/>
              <p:nvPr/>
            </p:nvSpPr>
            <p:spPr>
              <a:xfrm>
                <a:off x="2971217" y="2893101"/>
                <a:ext cx="6761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175C26-9B91-48A9-A243-81ABFB36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217" y="2893101"/>
                <a:ext cx="67614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66A4654-4ED1-4248-986B-691806B29A6D}"/>
              </a:ext>
            </a:extLst>
          </p:cNvPr>
          <p:cNvSpPr/>
          <p:nvPr/>
        </p:nvSpPr>
        <p:spPr>
          <a:xfrm flipH="1">
            <a:off x="8619189" y="2279907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6B01279-EC63-4A89-8B1A-67A356A4652E}"/>
              </a:ext>
            </a:extLst>
          </p:cNvPr>
          <p:cNvSpPr/>
          <p:nvPr/>
        </p:nvSpPr>
        <p:spPr>
          <a:xfrm rot="10800000" flipH="1">
            <a:off x="8592020" y="3119356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B70DBB-7624-439A-9E9A-A9F89FF8A84D}"/>
                  </a:ext>
                </a:extLst>
              </p:cNvPr>
              <p:cNvSpPr txBox="1"/>
              <p:nvPr/>
            </p:nvSpPr>
            <p:spPr>
              <a:xfrm flipH="1">
                <a:off x="9539449" y="2100137"/>
                <a:ext cx="7066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B70DBB-7624-439A-9E9A-A9F89FF8A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539449" y="2100137"/>
                <a:ext cx="70666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E22B3E9-B463-49AE-A98C-F3D1970C658E}"/>
                  </a:ext>
                </a:extLst>
              </p:cNvPr>
              <p:cNvSpPr txBox="1"/>
              <p:nvPr/>
            </p:nvSpPr>
            <p:spPr>
              <a:xfrm flipH="1">
                <a:off x="9560480" y="2909226"/>
                <a:ext cx="6856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E22B3E9-B463-49AE-A98C-F3D1970C6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560480" y="2909226"/>
                <a:ext cx="68563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E15CBF6-63D9-4B7B-A28C-F6BAD05A2615}"/>
              </a:ext>
            </a:extLst>
          </p:cNvPr>
          <p:cNvSpPr txBox="1"/>
          <p:nvPr/>
        </p:nvSpPr>
        <p:spPr>
          <a:xfrm>
            <a:off x="1274164" y="1423110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C2D8CC-B209-40FF-AB3B-DA1F5DCD5D7A}"/>
              </a:ext>
            </a:extLst>
          </p:cNvPr>
          <p:cNvSpPr txBox="1"/>
          <p:nvPr/>
        </p:nvSpPr>
        <p:spPr>
          <a:xfrm>
            <a:off x="8607562" y="1424609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9846401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7675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sz="32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sz="32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b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0672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(SV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minh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CT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lợi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ghép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Khi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8"/>
              </a:xfrm>
              <a:blipFill>
                <a:blip r:embed="rId2"/>
                <a:stretch>
                  <a:fillRect l="-1471" r="-1415" b="-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5761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FA77EB-033A-4E63-B04F-1C2A2813E153}"/>
              </a:ext>
            </a:extLst>
          </p:cNvPr>
          <p:cNvSpPr/>
          <p:nvPr/>
        </p:nvSpPr>
        <p:spPr>
          <a:xfrm>
            <a:off x="0" y="5291528"/>
            <a:ext cx="12192000" cy="1566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F64DEA6-3A26-42BB-9CE4-4D172B1B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5644474"/>
            <a:ext cx="10772775" cy="859264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Ma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42F7814-6788-4FF2-BA7C-15A1068EAB8C}"/>
                  </a:ext>
                </a:extLst>
              </p:cNvPr>
              <p:cNvSpPr/>
              <p:nvPr/>
            </p:nvSpPr>
            <p:spPr>
              <a:xfrm>
                <a:off x="2308492" y="1888761"/>
                <a:ext cx="1881733" cy="200868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42F7814-6788-4FF2-BA7C-15A1068EA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492" y="1888761"/>
                <a:ext cx="1881733" cy="2008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830549D-B8F3-4F73-9878-FB6D4AF756BE}"/>
              </a:ext>
            </a:extLst>
          </p:cNvPr>
          <p:cNvCxnSpPr>
            <a:cxnSpLocks/>
            <a:stCxn id="62" idx="6"/>
          </p:cNvCxnSpPr>
          <p:nvPr/>
        </p:nvCxnSpPr>
        <p:spPr>
          <a:xfrm>
            <a:off x="343451" y="2131211"/>
            <a:ext cx="1976136" cy="11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CCAC2CD-423D-4A8F-A544-75464EC2D15B}"/>
              </a:ext>
            </a:extLst>
          </p:cNvPr>
          <p:cNvCxnSpPr>
            <a:cxnSpLocks/>
            <a:stCxn id="63" idx="6"/>
          </p:cNvCxnSpPr>
          <p:nvPr/>
        </p:nvCxnSpPr>
        <p:spPr>
          <a:xfrm flipV="1">
            <a:off x="343451" y="3582657"/>
            <a:ext cx="1945370" cy="25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3D1DA4-16BD-4608-BC54-45474E9731BE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4190225" y="2146092"/>
            <a:ext cx="1828795" cy="160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A9DAAAF-54E1-4479-899C-A34A5721710A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4190225" y="3570157"/>
            <a:ext cx="18612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E4047E6-5EBE-4D49-A66F-9F28BECE74C5}"/>
              </a:ext>
            </a:extLst>
          </p:cNvPr>
          <p:cNvSpPr/>
          <p:nvPr/>
        </p:nvSpPr>
        <p:spPr>
          <a:xfrm>
            <a:off x="199451" y="205921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0C6FD6F-F577-450B-A3F3-548B6C166345}"/>
              </a:ext>
            </a:extLst>
          </p:cNvPr>
          <p:cNvSpPr/>
          <p:nvPr/>
        </p:nvSpPr>
        <p:spPr>
          <a:xfrm>
            <a:off x="199451" y="351325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F18C4D8-12A7-4C68-907F-2D5DA70A34F3}"/>
              </a:ext>
            </a:extLst>
          </p:cNvPr>
          <p:cNvSpPr/>
          <p:nvPr/>
        </p:nvSpPr>
        <p:spPr>
          <a:xfrm>
            <a:off x="6019020" y="207409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B77ABBC-B31E-4785-A429-1FAA7D38537F}"/>
              </a:ext>
            </a:extLst>
          </p:cNvPr>
          <p:cNvSpPr/>
          <p:nvPr/>
        </p:nvSpPr>
        <p:spPr>
          <a:xfrm>
            <a:off x="6051497" y="349815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BA8F857-AEC5-4CEB-8CBE-B6A843158F2E}"/>
              </a:ext>
            </a:extLst>
          </p:cNvPr>
          <p:cNvSpPr/>
          <p:nvPr/>
        </p:nvSpPr>
        <p:spPr>
          <a:xfrm>
            <a:off x="515926" y="2263782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860E355-FAA9-4877-BFA0-29F6C01FF04B}"/>
              </a:ext>
            </a:extLst>
          </p:cNvPr>
          <p:cNvSpPr/>
          <p:nvPr/>
        </p:nvSpPr>
        <p:spPr>
          <a:xfrm rot="10800000">
            <a:off x="488757" y="3103231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A6DAA7-A602-4DCE-8C8A-32C653BB316E}"/>
                  </a:ext>
                </a:extLst>
              </p:cNvPr>
              <p:cNvSpPr txBox="1"/>
              <p:nvPr/>
            </p:nvSpPr>
            <p:spPr>
              <a:xfrm>
                <a:off x="1436186" y="2084012"/>
                <a:ext cx="69717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A6DAA7-A602-4DCE-8C8A-32C653BB3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186" y="2084012"/>
                <a:ext cx="69717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C48D811-3B28-4D16-B60D-60F5E8C33C8B}"/>
                  </a:ext>
                </a:extLst>
              </p:cNvPr>
              <p:cNvSpPr txBox="1"/>
              <p:nvPr/>
            </p:nvSpPr>
            <p:spPr>
              <a:xfrm>
                <a:off x="1457217" y="2893101"/>
                <a:ext cx="6761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C48D811-3B28-4D16-B60D-60F5E8C33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217" y="2893101"/>
                <a:ext cx="67614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6B8BC9C9-3087-4ED7-A25C-DEF3D9B5FE54}"/>
              </a:ext>
            </a:extLst>
          </p:cNvPr>
          <p:cNvSpPr/>
          <p:nvPr/>
        </p:nvSpPr>
        <p:spPr>
          <a:xfrm flipH="1">
            <a:off x="4879611" y="2279907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C1A0231-B605-4BCB-AD36-094CA35EE10C}"/>
              </a:ext>
            </a:extLst>
          </p:cNvPr>
          <p:cNvSpPr/>
          <p:nvPr/>
        </p:nvSpPr>
        <p:spPr>
          <a:xfrm rot="10800000" flipH="1">
            <a:off x="4852442" y="3119356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8B10542-67FF-4A79-BF41-263AE2897329}"/>
                  </a:ext>
                </a:extLst>
              </p:cNvPr>
              <p:cNvSpPr txBox="1"/>
              <p:nvPr/>
            </p:nvSpPr>
            <p:spPr>
              <a:xfrm flipH="1">
                <a:off x="4099575" y="2074092"/>
                <a:ext cx="885820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8B10542-67FF-4A79-BF41-263AE289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99575" y="2074092"/>
                <a:ext cx="885820" cy="6295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BF62383-BA40-4671-9DE8-F0106BCCBD03}"/>
                  </a:ext>
                </a:extLst>
              </p:cNvPr>
              <p:cNvSpPr txBox="1"/>
              <p:nvPr/>
            </p:nvSpPr>
            <p:spPr>
              <a:xfrm flipH="1">
                <a:off x="4120606" y="2859141"/>
                <a:ext cx="856773" cy="630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BF62383-BA40-4671-9DE8-F0106BCCB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20606" y="2859141"/>
                <a:ext cx="856773" cy="6307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8C43B384-ACE9-4740-9F57-CA7BF8663CB8}"/>
              </a:ext>
            </a:extLst>
          </p:cNvPr>
          <p:cNvSpPr txBox="1"/>
          <p:nvPr/>
        </p:nvSpPr>
        <p:spPr>
          <a:xfrm>
            <a:off x="264070" y="1422821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C691CFD-CE4F-4285-BA51-FFE1CC6D52C6}"/>
                  </a:ext>
                </a:extLst>
              </p:cNvPr>
              <p:cNvSpPr/>
              <p:nvPr/>
            </p:nvSpPr>
            <p:spPr>
              <a:xfrm>
                <a:off x="8000788" y="1854800"/>
                <a:ext cx="1881733" cy="200868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GB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ho</m:t>
                      </m:r>
                      <m:r>
                        <m:rPr>
                          <m:nor/>
                        </m:rPr>
                        <a:rPr lang="en-GB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ặ</m:t>
                      </m:r>
                      <m:r>
                        <m:rPr>
                          <m:nor/>
                        </m:rPr>
                        <a:rPr lang="en-GB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C691CFD-CE4F-4285-BA51-FFE1CC6D5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788" y="1854800"/>
                <a:ext cx="1881733" cy="20086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829AA9D-EBA6-4D37-B00E-C34B7350369F}"/>
              </a:ext>
            </a:extLst>
          </p:cNvPr>
          <p:cNvCxnSpPr>
            <a:cxnSpLocks/>
          </p:cNvCxnSpPr>
          <p:nvPr/>
        </p:nvCxnSpPr>
        <p:spPr>
          <a:xfrm flipV="1">
            <a:off x="6157003" y="2133365"/>
            <a:ext cx="1828795" cy="160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9A9CE5A-E632-4950-B703-317D88C49B97}"/>
              </a:ext>
            </a:extLst>
          </p:cNvPr>
          <p:cNvCxnSpPr>
            <a:cxnSpLocks/>
          </p:cNvCxnSpPr>
          <p:nvPr/>
        </p:nvCxnSpPr>
        <p:spPr>
          <a:xfrm flipV="1">
            <a:off x="6192398" y="3547165"/>
            <a:ext cx="1828795" cy="160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E4F31CE1-CCE4-484F-A186-9C225FDAA6AB}"/>
              </a:ext>
            </a:extLst>
          </p:cNvPr>
          <p:cNvSpPr/>
          <p:nvPr/>
        </p:nvSpPr>
        <p:spPr>
          <a:xfrm>
            <a:off x="6258827" y="2283610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40F2149-C52A-46D2-9FE8-F682D0A5C399}"/>
              </a:ext>
            </a:extLst>
          </p:cNvPr>
          <p:cNvSpPr/>
          <p:nvPr/>
        </p:nvSpPr>
        <p:spPr>
          <a:xfrm rot="10800000">
            <a:off x="6231658" y="3123059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DDBA01C-B08B-47FC-841E-DF2205D50237}"/>
                  </a:ext>
                </a:extLst>
              </p:cNvPr>
              <p:cNvSpPr txBox="1"/>
              <p:nvPr/>
            </p:nvSpPr>
            <p:spPr>
              <a:xfrm>
                <a:off x="7179087" y="2103840"/>
                <a:ext cx="868315" cy="630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DDBA01C-B08B-47FC-841E-DF2205D50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087" y="2103840"/>
                <a:ext cx="868315" cy="6307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6AF2EE4-2585-458E-BBDD-7CB041D5F9B4}"/>
                  </a:ext>
                </a:extLst>
              </p:cNvPr>
              <p:cNvSpPr txBox="1"/>
              <p:nvPr/>
            </p:nvSpPr>
            <p:spPr>
              <a:xfrm>
                <a:off x="7200118" y="2912929"/>
                <a:ext cx="847283" cy="630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6AF2EE4-2585-458E-BBDD-7CB041D5F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118" y="2912929"/>
                <a:ext cx="847283" cy="6307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B88DDEB-E9DC-433E-BDE5-F58C47E09D36}"/>
              </a:ext>
            </a:extLst>
          </p:cNvPr>
          <p:cNvCxnSpPr>
            <a:cxnSpLocks/>
          </p:cNvCxnSpPr>
          <p:nvPr/>
        </p:nvCxnSpPr>
        <p:spPr>
          <a:xfrm>
            <a:off x="9882521" y="2145086"/>
            <a:ext cx="1976136" cy="11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6032A324-3B66-424F-89FC-5040DEE0E7FA}"/>
              </a:ext>
            </a:extLst>
          </p:cNvPr>
          <p:cNvSpPr/>
          <p:nvPr/>
        </p:nvSpPr>
        <p:spPr>
          <a:xfrm>
            <a:off x="11858657" y="208536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136B1EB-A33E-476C-8222-5E7C6320AF8B}"/>
              </a:ext>
            </a:extLst>
          </p:cNvPr>
          <p:cNvCxnSpPr>
            <a:cxnSpLocks/>
          </p:cNvCxnSpPr>
          <p:nvPr/>
        </p:nvCxnSpPr>
        <p:spPr>
          <a:xfrm>
            <a:off x="9882521" y="3541357"/>
            <a:ext cx="1976136" cy="11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E51BC8E6-6F40-4D62-BD93-BECF72A74706}"/>
              </a:ext>
            </a:extLst>
          </p:cNvPr>
          <p:cNvSpPr/>
          <p:nvPr/>
        </p:nvSpPr>
        <p:spPr>
          <a:xfrm>
            <a:off x="11858657" y="348163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BEB7DCAE-63DF-4E78-80EF-F5801C37B9D9}"/>
              </a:ext>
            </a:extLst>
          </p:cNvPr>
          <p:cNvSpPr/>
          <p:nvPr/>
        </p:nvSpPr>
        <p:spPr>
          <a:xfrm flipH="1">
            <a:off x="10604588" y="2256752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4EA6A100-FDC6-49C8-A33B-FE51182A8C31}"/>
              </a:ext>
            </a:extLst>
          </p:cNvPr>
          <p:cNvSpPr/>
          <p:nvPr/>
        </p:nvSpPr>
        <p:spPr>
          <a:xfrm rot="10800000" flipH="1">
            <a:off x="10577419" y="3096201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0D7DB76-D83B-48A5-9A76-0DA7A9556DDE}"/>
                  </a:ext>
                </a:extLst>
              </p:cNvPr>
              <p:cNvSpPr txBox="1"/>
              <p:nvPr/>
            </p:nvSpPr>
            <p:spPr>
              <a:xfrm flipH="1">
                <a:off x="10004432" y="2050937"/>
                <a:ext cx="7066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0D7DB76-D83B-48A5-9A76-0DA7A9556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4432" y="2050937"/>
                <a:ext cx="70666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1B460A3-63BA-4845-A206-FCD80A366830}"/>
                  </a:ext>
                </a:extLst>
              </p:cNvPr>
              <p:cNvSpPr txBox="1"/>
              <p:nvPr/>
            </p:nvSpPr>
            <p:spPr>
              <a:xfrm flipH="1">
                <a:off x="10025463" y="2835986"/>
                <a:ext cx="6856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1B460A3-63BA-4845-A206-FCD80A366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25463" y="2835986"/>
                <a:ext cx="68563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4FE102BF-1AA6-42FD-8659-303C8118397F}"/>
              </a:ext>
            </a:extLst>
          </p:cNvPr>
          <p:cNvSpPr txBox="1"/>
          <p:nvPr/>
        </p:nvSpPr>
        <p:spPr>
          <a:xfrm>
            <a:off x="10826150" y="1455453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6BB4625-C67F-46CA-9F85-FF55537C0A93}"/>
              </a:ext>
            </a:extLst>
          </p:cNvPr>
          <p:cNvSpPr/>
          <p:nvPr/>
        </p:nvSpPr>
        <p:spPr>
          <a:xfrm>
            <a:off x="2101801" y="1304144"/>
            <a:ext cx="7923662" cy="3048905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4244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solidFill>
                <a:srgbClr val="D9D9D9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3.4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</m:t>
                    </m:r>
                    <m:r>
                      <a:rPr lang="en-GB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blipFill>
                <a:blip r:embed="rId2"/>
                <a:stretch>
                  <a:fillRect t="-30496" b="-39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3249464"/>
                <a:ext cx="10772775" cy="360853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khỏi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3249464"/>
                <a:ext cx="10772775" cy="3608535"/>
              </a:xfrm>
              <a:blipFill>
                <a:blip r:embed="rId3"/>
                <a:stretch>
                  <a:fillRect l="-1302" r="-1415" b="-15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21CEEC-EA53-4079-BB09-117F8726EF97}"/>
                  </a:ext>
                </a:extLst>
              </p:cNvPr>
              <p:cNvSpPr/>
              <p:nvPr/>
            </p:nvSpPr>
            <p:spPr>
              <a:xfrm>
                <a:off x="3822492" y="1424068"/>
                <a:ext cx="3672590" cy="200868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21CEEC-EA53-4079-BB09-117F8726E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492" y="1424068"/>
                <a:ext cx="3672590" cy="2008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69B821-AA23-454E-8017-1BAFA265EACF}"/>
              </a:ext>
            </a:extLst>
          </p:cNvPr>
          <p:cNvCxnSpPr>
            <a:cxnSpLocks/>
          </p:cNvCxnSpPr>
          <p:nvPr/>
        </p:nvCxnSpPr>
        <p:spPr>
          <a:xfrm>
            <a:off x="1229193" y="1678902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BA3DB0-0B5C-4774-A383-411BD6F2FAB0}"/>
              </a:ext>
            </a:extLst>
          </p:cNvPr>
          <p:cNvCxnSpPr>
            <a:cxnSpLocks/>
          </p:cNvCxnSpPr>
          <p:nvPr/>
        </p:nvCxnSpPr>
        <p:spPr>
          <a:xfrm>
            <a:off x="1229193" y="3105464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93FF79-484F-4FF5-BF8E-7A135C203A7F}"/>
              </a:ext>
            </a:extLst>
          </p:cNvPr>
          <p:cNvCxnSpPr>
            <a:cxnSpLocks/>
          </p:cNvCxnSpPr>
          <p:nvPr/>
        </p:nvCxnSpPr>
        <p:spPr>
          <a:xfrm>
            <a:off x="7482588" y="1681402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88C6E7-71C7-4F13-B671-813F0406FB21}"/>
              </a:ext>
            </a:extLst>
          </p:cNvPr>
          <p:cNvCxnSpPr>
            <a:cxnSpLocks/>
          </p:cNvCxnSpPr>
          <p:nvPr/>
        </p:nvCxnSpPr>
        <p:spPr>
          <a:xfrm>
            <a:off x="7495088" y="3105464"/>
            <a:ext cx="25932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B991BA2-7C68-4349-8D1A-6974B62F3603}"/>
              </a:ext>
            </a:extLst>
          </p:cNvPr>
          <p:cNvSpPr/>
          <p:nvPr/>
        </p:nvSpPr>
        <p:spPr>
          <a:xfrm>
            <a:off x="1097687" y="160939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919F2E-9D46-436D-87C3-6F5AC6174AEE}"/>
              </a:ext>
            </a:extLst>
          </p:cNvPr>
          <p:cNvSpPr/>
          <p:nvPr/>
        </p:nvSpPr>
        <p:spPr>
          <a:xfrm>
            <a:off x="1097687" y="303346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532719-C150-4C64-9C1B-9F5A1CB07A58}"/>
              </a:ext>
            </a:extLst>
          </p:cNvPr>
          <p:cNvSpPr/>
          <p:nvPr/>
        </p:nvSpPr>
        <p:spPr>
          <a:xfrm>
            <a:off x="10043410" y="160939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F3D7D8-6884-468B-BD69-ADBF2FA21F4C}"/>
              </a:ext>
            </a:extLst>
          </p:cNvPr>
          <p:cNvSpPr/>
          <p:nvPr/>
        </p:nvSpPr>
        <p:spPr>
          <a:xfrm>
            <a:off x="10075887" y="303346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15CBF6-63D9-4B7B-A28C-F6BAD05A2615}"/>
              </a:ext>
            </a:extLst>
          </p:cNvPr>
          <p:cNvSpPr txBox="1"/>
          <p:nvPr/>
        </p:nvSpPr>
        <p:spPr>
          <a:xfrm>
            <a:off x="1274164" y="958417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C2D8CC-B209-40FF-AB3B-DA1F5DCD5D7A}"/>
              </a:ext>
            </a:extLst>
          </p:cNvPr>
          <p:cNvSpPr txBox="1"/>
          <p:nvPr/>
        </p:nvSpPr>
        <p:spPr>
          <a:xfrm>
            <a:off x="8607562" y="959916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14119F-F1D8-4CD2-812C-AE1D60FF767C}"/>
                  </a:ext>
                </a:extLst>
              </p:cNvPr>
              <p:cNvSpPr txBox="1"/>
              <p:nvPr/>
            </p:nvSpPr>
            <p:spPr>
              <a:xfrm>
                <a:off x="2821351" y="918773"/>
                <a:ext cx="5993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14119F-F1D8-4CD2-812C-AE1D60FF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351" y="918773"/>
                <a:ext cx="59939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8FD014-3CD5-455E-8940-DE8680CA949B}"/>
              </a:ext>
            </a:extLst>
          </p:cNvPr>
          <p:cNvCxnSpPr>
            <a:cxnSpLocks/>
          </p:cNvCxnSpPr>
          <p:nvPr/>
        </p:nvCxnSpPr>
        <p:spPr>
          <a:xfrm flipV="1">
            <a:off x="2711386" y="1952475"/>
            <a:ext cx="0" cy="68600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BFC8F1-3C49-48D6-B002-7A7DF78AD181}"/>
              </a:ext>
            </a:extLst>
          </p:cNvPr>
          <p:cNvCxnSpPr>
            <a:cxnSpLocks/>
          </p:cNvCxnSpPr>
          <p:nvPr/>
        </p:nvCxnSpPr>
        <p:spPr>
          <a:xfrm flipH="1">
            <a:off x="7646363" y="1508451"/>
            <a:ext cx="685349" cy="0"/>
          </a:xfrm>
          <a:prstGeom prst="line">
            <a:avLst/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51590B-04A3-4221-809C-43D086E62C25}"/>
              </a:ext>
            </a:extLst>
          </p:cNvPr>
          <p:cNvCxnSpPr>
            <a:cxnSpLocks/>
          </p:cNvCxnSpPr>
          <p:nvPr/>
        </p:nvCxnSpPr>
        <p:spPr>
          <a:xfrm>
            <a:off x="2862811" y="1543442"/>
            <a:ext cx="685349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82C37A-1E73-4D47-B4E4-F09D8B7A1779}"/>
                  </a:ext>
                </a:extLst>
              </p:cNvPr>
              <p:cNvSpPr txBox="1"/>
              <p:nvPr/>
            </p:nvSpPr>
            <p:spPr>
              <a:xfrm>
                <a:off x="7839211" y="911903"/>
                <a:ext cx="6088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82C37A-1E73-4D47-B4E4-F09D8B7A1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211" y="911903"/>
                <a:ext cx="60888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CCB385A-CE94-4026-AE15-3D4E674C6E66}"/>
                  </a:ext>
                </a:extLst>
              </p:cNvPr>
              <p:cNvSpPr txBox="1"/>
              <p:nvPr/>
            </p:nvSpPr>
            <p:spPr>
              <a:xfrm>
                <a:off x="2037588" y="1999062"/>
                <a:ext cx="6699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CCB385A-CE94-4026-AE15-3D4E674C6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588" y="1999062"/>
                <a:ext cx="66992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5759B3-7D73-4AEF-8B87-F2AE28EF49C2}"/>
                  </a:ext>
                </a:extLst>
              </p:cNvPr>
              <p:cNvSpPr txBox="1"/>
              <p:nvPr/>
            </p:nvSpPr>
            <p:spPr>
              <a:xfrm>
                <a:off x="8606187" y="1958002"/>
                <a:ext cx="6794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5759B3-7D73-4AEF-8B87-F2AE28EF4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187" y="1958002"/>
                <a:ext cx="67941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B5DCDA-A12C-40AE-942B-0665A8DBE847}"/>
              </a:ext>
            </a:extLst>
          </p:cNvPr>
          <p:cNvCxnSpPr>
            <a:cxnSpLocks/>
          </p:cNvCxnSpPr>
          <p:nvPr/>
        </p:nvCxnSpPr>
        <p:spPr>
          <a:xfrm flipV="1">
            <a:off x="8608227" y="1917167"/>
            <a:ext cx="0" cy="686001"/>
          </a:xfrm>
          <a:prstGeom prst="line">
            <a:avLst/>
          </a:prstGeom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574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solidFill>
                <a:srgbClr val="D9D9D9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3.4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blipFill>
                <a:blip r:embed="rId2"/>
                <a:stretch>
                  <a:fillRect t="-30496" b="-39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lợi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ghép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Khi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4520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solidFill>
                <a:srgbClr val="D9D9D9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3.4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blipFill>
                <a:blip r:embed="rId2"/>
                <a:stretch>
                  <a:fillRect t="-30496" b="-39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sang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(SV CM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0918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solidFill>
                <a:srgbClr val="D9D9D9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3.4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blipFill>
                <a:blip r:embed="rId2"/>
                <a:stretch>
                  <a:fillRect t="-30496" b="-39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  <a:blipFill>
                <a:blip r:embed="rId3"/>
                <a:stretch>
                  <a:fillRect l="-1471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9924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solidFill>
                <a:srgbClr val="D9D9D9"/>
              </a:solidFill>
            </p:spPr>
            <p:txBody>
              <a:bodyPr>
                <a:normAutofit/>
              </a:bodyPr>
              <a:lstStyle/>
              <a:p>
                <a:pPr lvl="0"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3.4 Ma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8"/>
                <a:ext cx="10772775" cy="859264"/>
              </a:xfrm>
              <a:blipFill>
                <a:blip r:embed="rId2"/>
                <a:stretch>
                  <a:fillRect t="-30496" b="-39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𝐴𝐵𝐶𝐷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sang ma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(SV CM)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𝐴𝐷</m:t>
                              </m:r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𝐵𝐶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049312"/>
                <a:ext cx="10772775" cy="5808687"/>
              </a:xfrm>
              <a:blipFill>
                <a:blip r:embed="rId3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0072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7224" y="190047"/>
                <a:ext cx="10772775" cy="1533821"/>
              </a:xfrm>
              <a:solidFill>
                <a:srgbClr val="B9E1E9"/>
              </a:solidFill>
            </p:spPr>
            <p:txBody>
              <a:bodyPr>
                <a:normAutofit/>
              </a:bodyPr>
              <a:lstStyle/>
              <a:p>
                <a:pPr marL="90488" lvl="0" indent="-90488" algn="ctr">
                  <a:buFont typeface="+mj-lt"/>
                  <a:buAutoNum type="arabicPeriod" startAt="4"/>
                </a:pP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7224" y="190047"/>
                <a:ext cx="10772775" cy="1533821"/>
              </a:xfrm>
              <a:blipFill>
                <a:blip r:embed="rId2"/>
                <a:stretch>
                  <a:fillRect t="-182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23868"/>
                <a:ext cx="10772775" cy="5134132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dễ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phỏng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đôi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rộng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23868"/>
                <a:ext cx="10772775" cy="5134132"/>
              </a:xfrm>
              <a:blipFill>
                <a:blip r:embed="rId3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4931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06298" y="639763"/>
                <a:ext cx="3997693" cy="5492750"/>
              </a:xfr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90488" indent="-90488" algn="ctr">
                  <a:buFont typeface="+mj-lt"/>
                  <a:buAutoNum type="arabicPeriod" startAt="4"/>
                </a:pP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tán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06298" y="639763"/>
                <a:ext cx="3997693" cy="5492750"/>
              </a:xfrm>
              <a:blipFill>
                <a:blip r:embed="rId2"/>
                <a:stretch>
                  <a:fillRect l="-1520" r="-759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287398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56664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sz="32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/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8674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154242"/>
            <a:ext cx="10772775" cy="5703757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76289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vừa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vừa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yêu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riêng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riêng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45094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4361646"/>
                <a:ext cx="10772775" cy="2496353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nhờ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4361646"/>
                <a:ext cx="10772775" cy="2496353"/>
              </a:xfrm>
              <a:blipFill>
                <a:blip r:embed="rId2"/>
                <a:stretch>
                  <a:fillRect l="-1302" r="-1415" b="-1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6DBCE67-79C4-4167-B300-236AFB92A161}"/>
              </a:ext>
            </a:extLst>
          </p:cNvPr>
          <p:cNvSpPr/>
          <p:nvPr/>
        </p:nvSpPr>
        <p:spPr>
          <a:xfrm>
            <a:off x="5148182" y="1420319"/>
            <a:ext cx="1790857" cy="128790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55F423-7BED-4128-B66B-E28444566F6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777521" y="2064274"/>
            <a:ext cx="1370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D94556-7FFE-46EE-BF36-CE3CC4B518A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939039" y="2064274"/>
            <a:ext cx="13954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2B38A65-AF47-4069-9AC6-558F7B590CBB}"/>
              </a:ext>
            </a:extLst>
          </p:cNvPr>
          <p:cNvSpPr/>
          <p:nvPr/>
        </p:nvSpPr>
        <p:spPr>
          <a:xfrm>
            <a:off x="2425904" y="1795772"/>
            <a:ext cx="1334125" cy="991697"/>
          </a:xfrm>
          <a:custGeom>
            <a:avLst/>
            <a:gdLst>
              <a:gd name="connsiteX0" fmla="*/ 0 w 1334125"/>
              <a:gd name="connsiteY0" fmla="*/ 0 h 991697"/>
              <a:gd name="connsiteX1" fmla="*/ 1334125 w 1334125"/>
              <a:gd name="connsiteY1" fmla="*/ 0 h 991697"/>
              <a:gd name="connsiteX2" fmla="*/ 1334125 w 1334125"/>
              <a:gd name="connsiteY2" fmla="*/ 543393 h 991697"/>
              <a:gd name="connsiteX3" fmla="*/ 1326543 w 1334125"/>
              <a:gd name="connsiteY3" fmla="*/ 543393 h 991697"/>
              <a:gd name="connsiteX4" fmla="*/ 1242754 w 1334125"/>
              <a:gd name="connsiteY4" fmla="*/ 552024 h 991697"/>
              <a:gd name="connsiteX5" fmla="*/ 885147 w 1334125"/>
              <a:gd name="connsiteY5" fmla="*/ 991697 h 991697"/>
              <a:gd name="connsiteX6" fmla="*/ 614125 w 1334125"/>
              <a:gd name="connsiteY6" fmla="*/ 991696 h 991697"/>
              <a:gd name="connsiteX7" fmla="*/ 736731 w 1334125"/>
              <a:gd name="connsiteY7" fmla="*/ 589671 h 991697"/>
              <a:gd name="connsiteX8" fmla="*/ 774834 w 1334125"/>
              <a:gd name="connsiteY8" fmla="*/ 543393 h 991697"/>
              <a:gd name="connsiteX9" fmla="*/ 0 w 1334125"/>
              <a:gd name="connsiteY9" fmla="*/ 543393 h 991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4125" h="991697">
                <a:moveTo>
                  <a:pt x="0" y="0"/>
                </a:moveTo>
                <a:lnTo>
                  <a:pt x="1334125" y="0"/>
                </a:lnTo>
                <a:lnTo>
                  <a:pt x="1334125" y="543393"/>
                </a:lnTo>
                <a:lnTo>
                  <a:pt x="1326543" y="543393"/>
                </a:lnTo>
                <a:lnTo>
                  <a:pt x="1242754" y="552024"/>
                </a:lnTo>
                <a:cubicBezTo>
                  <a:pt x="1038560" y="594239"/>
                  <a:pt x="885147" y="775087"/>
                  <a:pt x="885147" y="991697"/>
                </a:cubicBezTo>
                <a:lnTo>
                  <a:pt x="614125" y="991696"/>
                </a:lnTo>
                <a:cubicBezTo>
                  <a:pt x="614125" y="842826"/>
                  <a:pt x="659312" y="704489"/>
                  <a:pt x="736731" y="589671"/>
                </a:cubicBezTo>
                <a:lnTo>
                  <a:pt x="774834" y="543393"/>
                </a:lnTo>
                <a:lnTo>
                  <a:pt x="0" y="543393"/>
                </a:lnTo>
                <a:close/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69B1926-1D3C-44E5-B165-9C32DA7C7EEC}"/>
              </a:ext>
            </a:extLst>
          </p:cNvPr>
          <p:cNvSpPr/>
          <p:nvPr/>
        </p:nvSpPr>
        <p:spPr>
          <a:xfrm flipH="1">
            <a:off x="8352023" y="1795773"/>
            <a:ext cx="1334125" cy="991697"/>
          </a:xfrm>
          <a:custGeom>
            <a:avLst/>
            <a:gdLst>
              <a:gd name="connsiteX0" fmla="*/ 0 w 1334125"/>
              <a:gd name="connsiteY0" fmla="*/ 0 h 991697"/>
              <a:gd name="connsiteX1" fmla="*/ 1334125 w 1334125"/>
              <a:gd name="connsiteY1" fmla="*/ 0 h 991697"/>
              <a:gd name="connsiteX2" fmla="*/ 1334125 w 1334125"/>
              <a:gd name="connsiteY2" fmla="*/ 543393 h 991697"/>
              <a:gd name="connsiteX3" fmla="*/ 1326543 w 1334125"/>
              <a:gd name="connsiteY3" fmla="*/ 543393 h 991697"/>
              <a:gd name="connsiteX4" fmla="*/ 1242754 w 1334125"/>
              <a:gd name="connsiteY4" fmla="*/ 552024 h 991697"/>
              <a:gd name="connsiteX5" fmla="*/ 885147 w 1334125"/>
              <a:gd name="connsiteY5" fmla="*/ 991697 h 991697"/>
              <a:gd name="connsiteX6" fmla="*/ 614125 w 1334125"/>
              <a:gd name="connsiteY6" fmla="*/ 991696 h 991697"/>
              <a:gd name="connsiteX7" fmla="*/ 736731 w 1334125"/>
              <a:gd name="connsiteY7" fmla="*/ 589671 h 991697"/>
              <a:gd name="connsiteX8" fmla="*/ 774834 w 1334125"/>
              <a:gd name="connsiteY8" fmla="*/ 543393 h 991697"/>
              <a:gd name="connsiteX9" fmla="*/ 0 w 1334125"/>
              <a:gd name="connsiteY9" fmla="*/ 543393 h 991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4125" h="991697">
                <a:moveTo>
                  <a:pt x="0" y="0"/>
                </a:moveTo>
                <a:lnTo>
                  <a:pt x="1334125" y="0"/>
                </a:lnTo>
                <a:lnTo>
                  <a:pt x="1334125" y="543393"/>
                </a:lnTo>
                <a:lnTo>
                  <a:pt x="1326543" y="543393"/>
                </a:lnTo>
                <a:lnTo>
                  <a:pt x="1242754" y="552024"/>
                </a:lnTo>
                <a:cubicBezTo>
                  <a:pt x="1038560" y="594239"/>
                  <a:pt x="885147" y="775087"/>
                  <a:pt x="885147" y="991697"/>
                </a:cubicBezTo>
                <a:lnTo>
                  <a:pt x="614125" y="991696"/>
                </a:lnTo>
                <a:cubicBezTo>
                  <a:pt x="614125" y="842826"/>
                  <a:pt x="659312" y="704489"/>
                  <a:pt x="736731" y="589671"/>
                </a:cubicBezTo>
                <a:lnTo>
                  <a:pt x="774834" y="543393"/>
                </a:lnTo>
                <a:lnTo>
                  <a:pt x="0" y="543393"/>
                </a:lnTo>
                <a:close/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8B1C42-F37B-4FA5-8D77-DAEF4B5AE884}"/>
              </a:ext>
            </a:extLst>
          </p:cNvPr>
          <p:cNvCxnSpPr>
            <a:cxnSpLocks/>
          </p:cNvCxnSpPr>
          <p:nvPr/>
        </p:nvCxnSpPr>
        <p:spPr>
          <a:xfrm>
            <a:off x="1055243" y="2064273"/>
            <a:ext cx="1370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5E60AF-2EAA-41E3-89F3-38A87A1244DA}"/>
              </a:ext>
            </a:extLst>
          </p:cNvPr>
          <p:cNvCxnSpPr>
            <a:cxnSpLocks/>
          </p:cNvCxnSpPr>
          <p:nvPr/>
        </p:nvCxnSpPr>
        <p:spPr>
          <a:xfrm>
            <a:off x="9671155" y="2064273"/>
            <a:ext cx="1370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ED586-1180-4AFA-8E9D-BB6650FE0522}"/>
              </a:ext>
            </a:extLst>
          </p:cNvPr>
          <p:cNvSpPr/>
          <p:nvPr/>
        </p:nvSpPr>
        <p:spPr>
          <a:xfrm>
            <a:off x="842761" y="2325333"/>
            <a:ext cx="374754" cy="40543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234A66-2FCE-4E8A-81F7-62B7B39C4F40}"/>
              </a:ext>
            </a:extLst>
          </p:cNvPr>
          <p:cNvSpPr/>
          <p:nvPr/>
        </p:nvSpPr>
        <p:spPr>
          <a:xfrm>
            <a:off x="857751" y="3103731"/>
            <a:ext cx="36000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E821CD-3D29-437E-A291-28AC201543D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030138" y="2064273"/>
            <a:ext cx="0" cy="2610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3FA95F-325A-4016-BE73-738D20E16258}"/>
              </a:ext>
            </a:extLst>
          </p:cNvPr>
          <p:cNvCxnSpPr>
            <a:cxnSpLocks/>
            <a:stCxn id="19" idx="0"/>
            <a:endCxn id="18" idx="2"/>
          </p:cNvCxnSpPr>
          <p:nvPr/>
        </p:nvCxnSpPr>
        <p:spPr>
          <a:xfrm flipH="1" flipV="1">
            <a:off x="1030138" y="2730764"/>
            <a:ext cx="7613" cy="3729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682206-A12F-430C-B8E0-F5EF986C72B1}"/>
              </a:ext>
            </a:extLst>
          </p:cNvPr>
          <p:cNvCxnSpPr>
            <a:cxnSpLocks/>
            <a:endCxn id="19" idx="4"/>
          </p:cNvCxnSpPr>
          <p:nvPr/>
        </p:nvCxnSpPr>
        <p:spPr>
          <a:xfrm flipV="1">
            <a:off x="1030138" y="3463731"/>
            <a:ext cx="7613" cy="4050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A5369D-04CB-48BA-9106-39AC2BB721AD}"/>
                  </a:ext>
                </a:extLst>
              </p:cNvPr>
              <p:cNvSpPr txBox="1"/>
              <p:nvPr/>
            </p:nvSpPr>
            <p:spPr>
              <a:xfrm flipH="1">
                <a:off x="292590" y="2954101"/>
                <a:ext cx="70237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A5369D-04CB-48BA-9106-39AC2BB72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2590" y="2954101"/>
                <a:ext cx="70237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600E35-630B-40AF-AA3D-776CBC11C4A5}"/>
                  </a:ext>
                </a:extLst>
              </p:cNvPr>
              <p:cNvSpPr txBox="1"/>
              <p:nvPr/>
            </p:nvSpPr>
            <p:spPr>
              <a:xfrm flipH="1">
                <a:off x="250413" y="2188623"/>
                <a:ext cx="731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600E35-630B-40AF-AA3D-776CBC11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0413" y="2188623"/>
                <a:ext cx="73173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38F3C6-50CD-485E-8795-BB469D89C96C}"/>
              </a:ext>
            </a:extLst>
          </p:cNvPr>
          <p:cNvCxnSpPr>
            <a:cxnSpLocks/>
          </p:cNvCxnSpPr>
          <p:nvPr/>
        </p:nvCxnSpPr>
        <p:spPr>
          <a:xfrm>
            <a:off x="839450" y="3868819"/>
            <a:ext cx="4125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AECCBA-B2A8-49C3-8D58-B35B59B06950}"/>
              </a:ext>
            </a:extLst>
          </p:cNvPr>
          <p:cNvCxnSpPr>
            <a:cxnSpLocks/>
          </p:cNvCxnSpPr>
          <p:nvPr/>
        </p:nvCxnSpPr>
        <p:spPr>
          <a:xfrm flipH="1">
            <a:off x="657224" y="3868819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D5163AB-5DC3-4186-A62F-7182962F04AB}"/>
              </a:ext>
            </a:extLst>
          </p:cNvPr>
          <p:cNvCxnSpPr>
            <a:cxnSpLocks/>
          </p:cNvCxnSpPr>
          <p:nvPr/>
        </p:nvCxnSpPr>
        <p:spPr>
          <a:xfrm flipH="1">
            <a:off x="794634" y="3871319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51A244-7F83-44E2-9965-E81E8ADF9800}"/>
              </a:ext>
            </a:extLst>
          </p:cNvPr>
          <p:cNvCxnSpPr>
            <a:cxnSpLocks/>
          </p:cNvCxnSpPr>
          <p:nvPr/>
        </p:nvCxnSpPr>
        <p:spPr>
          <a:xfrm flipH="1">
            <a:off x="929874" y="3884431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CA8A753-3B04-4BA7-89B2-C5C0BF4B5212}"/>
              </a:ext>
            </a:extLst>
          </p:cNvPr>
          <p:cNvCxnSpPr>
            <a:cxnSpLocks/>
          </p:cNvCxnSpPr>
          <p:nvPr/>
        </p:nvCxnSpPr>
        <p:spPr>
          <a:xfrm flipH="1">
            <a:off x="1065114" y="3869425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46B3031-3262-43E7-A471-10B32992B7AC}"/>
              </a:ext>
            </a:extLst>
          </p:cNvPr>
          <p:cNvSpPr/>
          <p:nvPr/>
        </p:nvSpPr>
        <p:spPr>
          <a:xfrm>
            <a:off x="10846826" y="2325333"/>
            <a:ext cx="374754" cy="40543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F8B0F8A-CD1B-4829-BD68-993822F644E6}"/>
              </a:ext>
            </a:extLst>
          </p:cNvPr>
          <p:cNvSpPr/>
          <p:nvPr/>
        </p:nvSpPr>
        <p:spPr>
          <a:xfrm>
            <a:off x="10861816" y="3103731"/>
            <a:ext cx="36000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68EC81A-8EF6-456C-BF01-1A4309340754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11034203" y="2064273"/>
            <a:ext cx="0" cy="2610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C15024E-5793-43FC-AAF9-957304041F15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H="1" flipV="1">
            <a:off x="11034203" y="2730764"/>
            <a:ext cx="7613" cy="3729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E5CBD3-A4AA-40EB-A8CC-403E9A03E822}"/>
              </a:ext>
            </a:extLst>
          </p:cNvPr>
          <p:cNvCxnSpPr>
            <a:cxnSpLocks/>
            <a:endCxn id="36" idx="4"/>
          </p:cNvCxnSpPr>
          <p:nvPr/>
        </p:nvCxnSpPr>
        <p:spPr>
          <a:xfrm flipV="1">
            <a:off x="11034203" y="3463731"/>
            <a:ext cx="7613" cy="4050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E034ED-F05F-4AFF-A354-9ADADCFD486C}"/>
                  </a:ext>
                </a:extLst>
              </p:cNvPr>
              <p:cNvSpPr txBox="1"/>
              <p:nvPr/>
            </p:nvSpPr>
            <p:spPr>
              <a:xfrm flipH="1">
                <a:off x="10296655" y="2954101"/>
                <a:ext cx="7118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E034ED-F05F-4AFF-A354-9ADADCFD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296655" y="2954101"/>
                <a:ext cx="71186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9EFE48-A19D-4499-8692-2F9C396FF52E}"/>
                  </a:ext>
                </a:extLst>
              </p:cNvPr>
              <p:cNvSpPr txBox="1"/>
              <p:nvPr/>
            </p:nvSpPr>
            <p:spPr>
              <a:xfrm flipH="1">
                <a:off x="10254478" y="2188623"/>
                <a:ext cx="731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9EFE48-A19D-4499-8692-2F9C396FF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254478" y="2188623"/>
                <a:ext cx="73173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FF5300-D7C5-4F48-B8AC-B19FD04EFECB}"/>
              </a:ext>
            </a:extLst>
          </p:cNvPr>
          <p:cNvCxnSpPr>
            <a:cxnSpLocks/>
          </p:cNvCxnSpPr>
          <p:nvPr/>
        </p:nvCxnSpPr>
        <p:spPr>
          <a:xfrm>
            <a:off x="10843515" y="3868819"/>
            <a:ext cx="4125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1C1A7C-13F6-4434-AABB-54CFC8A2C6B8}"/>
              </a:ext>
            </a:extLst>
          </p:cNvPr>
          <p:cNvCxnSpPr>
            <a:cxnSpLocks/>
          </p:cNvCxnSpPr>
          <p:nvPr/>
        </p:nvCxnSpPr>
        <p:spPr>
          <a:xfrm flipH="1">
            <a:off x="10661289" y="3868819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6B5E98-EF24-4D20-941D-08F9E4D4157C}"/>
              </a:ext>
            </a:extLst>
          </p:cNvPr>
          <p:cNvCxnSpPr>
            <a:cxnSpLocks/>
          </p:cNvCxnSpPr>
          <p:nvPr/>
        </p:nvCxnSpPr>
        <p:spPr>
          <a:xfrm flipH="1">
            <a:off x="10798699" y="3871319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E793462-6332-4F05-9999-78DEFFB95D38}"/>
              </a:ext>
            </a:extLst>
          </p:cNvPr>
          <p:cNvCxnSpPr>
            <a:cxnSpLocks/>
          </p:cNvCxnSpPr>
          <p:nvPr/>
        </p:nvCxnSpPr>
        <p:spPr>
          <a:xfrm flipH="1">
            <a:off x="10933939" y="3884431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370553-7F9B-43A1-8086-60B65F374EF3}"/>
              </a:ext>
            </a:extLst>
          </p:cNvPr>
          <p:cNvCxnSpPr>
            <a:cxnSpLocks/>
          </p:cNvCxnSpPr>
          <p:nvPr/>
        </p:nvCxnSpPr>
        <p:spPr>
          <a:xfrm flipH="1">
            <a:off x="11069179" y="3869425"/>
            <a:ext cx="200527" cy="162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CBB86A5-5AF7-4B2B-BFD4-50779FA92B28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3174869" y="2802823"/>
            <a:ext cx="1" cy="6762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B9E0CE-7636-40AD-B9B3-113B8B85D569}"/>
              </a:ext>
            </a:extLst>
          </p:cNvPr>
          <p:cNvCxnSpPr>
            <a:cxnSpLocks/>
          </p:cNvCxnSpPr>
          <p:nvPr/>
        </p:nvCxnSpPr>
        <p:spPr>
          <a:xfrm>
            <a:off x="8936637" y="2787470"/>
            <a:ext cx="0" cy="6762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4F1FE2FC-360F-4D8B-B7A1-B0957F954D14}"/>
              </a:ext>
            </a:extLst>
          </p:cNvPr>
          <p:cNvSpPr/>
          <p:nvPr/>
        </p:nvSpPr>
        <p:spPr>
          <a:xfrm>
            <a:off x="2369969" y="3479084"/>
            <a:ext cx="1609799" cy="99169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endPara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5336687-5D3D-46E4-AE73-11E7A021AB9D}"/>
              </a:ext>
            </a:extLst>
          </p:cNvPr>
          <p:cNvSpPr/>
          <p:nvPr/>
        </p:nvSpPr>
        <p:spPr>
          <a:xfrm>
            <a:off x="8143631" y="3454413"/>
            <a:ext cx="1609799" cy="99169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endPara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23D23E3-18DC-4D7D-B599-4E81421931B6}"/>
              </a:ext>
            </a:extLst>
          </p:cNvPr>
          <p:cNvCxnSpPr>
            <a:cxnSpLocks/>
          </p:cNvCxnSpPr>
          <p:nvPr/>
        </p:nvCxnSpPr>
        <p:spPr>
          <a:xfrm>
            <a:off x="2609107" y="1987453"/>
            <a:ext cx="913582" cy="187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9F19E31-7EEB-47C6-8330-5C86BD07653D}"/>
              </a:ext>
            </a:extLst>
          </p:cNvPr>
          <p:cNvCxnSpPr>
            <a:cxnSpLocks/>
          </p:cNvCxnSpPr>
          <p:nvPr/>
        </p:nvCxnSpPr>
        <p:spPr>
          <a:xfrm flipH="1">
            <a:off x="8523137" y="1987453"/>
            <a:ext cx="913582" cy="187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Arc 62">
            <a:extLst>
              <a:ext uri="{FF2B5EF4-FFF2-40B4-BE49-F238E27FC236}">
                <a16:creationId xmlns:a16="http://schemas.microsoft.com/office/drawing/2014/main" id="{21B0AB08-D909-42D5-A746-4F7D86179C72}"/>
              </a:ext>
            </a:extLst>
          </p:cNvPr>
          <p:cNvSpPr/>
          <p:nvPr/>
        </p:nvSpPr>
        <p:spPr>
          <a:xfrm>
            <a:off x="3182626" y="2079263"/>
            <a:ext cx="1440000" cy="1440000"/>
          </a:xfrm>
          <a:prstGeom prst="arc">
            <a:avLst>
              <a:gd name="adj1" fmla="val 11271103"/>
              <a:gd name="adj2" fmla="val 14770504"/>
            </a:avLst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4B9D77A8-56D6-44ED-A209-57E16CB8ADE3}"/>
              </a:ext>
            </a:extLst>
          </p:cNvPr>
          <p:cNvSpPr/>
          <p:nvPr/>
        </p:nvSpPr>
        <p:spPr>
          <a:xfrm flipH="1">
            <a:off x="7489426" y="2098876"/>
            <a:ext cx="1440000" cy="1440000"/>
          </a:xfrm>
          <a:prstGeom prst="arc">
            <a:avLst>
              <a:gd name="adj1" fmla="val 11271103"/>
              <a:gd name="adj2" fmla="val 14770504"/>
            </a:avLst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69E223-50D9-4ECE-9DD1-69428B8D869F}"/>
              </a:ext>
            </a:extLst>
          </p:cNvPr>
          <p:cNvSpPr txBox="1"/>
          <p:nvPr/>
        </p:nvSpPr>
        <p:spPr>
          <a:xfrm>
            <a:off x="1331226" y="1188577"/>
            <a:ext cx="3554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7ABCDF-A3F2-4B23-8A97-7EA1E2A1A8C8}"/>
              </a:ext>
            </a:extLst>
          </p:cNvPr>
          <p:cNvSpPr txBox="1"/>
          <p:nvPr/>
        </p:nvSpPr>
        <p:spPr>
          <a:xfrm>
            <a:off x="7289337" y="1189088"/>
            <a:ext cx="3554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5250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5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4347461"/>
            <a:ext cx="10772775" cy="2510539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dọc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C2F0E-7074-4026-B3CF-CC8CBC3BF1A9}"/>
              </a:ext>
            </a:extLst>
          </p:cNvPr>
          <p:cNvSpPr/>
          <p:nvPr/>
        </p:nvSpPr>
        <p:spPr>
          <a:xfrm>
            <a:off x="5704224" y="2173571"/>
            <a:ext cx="1790857" cy="200868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887873-A75D-44D6-A6DA-AE1488B8EFEE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3864963" y="2428406"/>
            <a:ext cx="1846287" cy="24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A12DEA-557E-4F5D-B0E7-BA7BA82CB47F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3864963" y="3854967"/>
            <a:ext cx="18462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E9800A-6211-40BC-8A89-0CDD46DAD31D}"/>
              </a:ext>
            </a:extLst>
          </p:cNvPr>
          <p:cNvCxnSpPr>
            <a:cxnSpLocks/>
          </p:cNvCxnSpPr>
          <p:nvPr/>
        </p:nvCxnSpPr>
        <p:spPr>
          <a:xfrm flipV="1">
            <a:off x="7482588" y="2428405"/>
            <a:ext cx="1571473" cy="25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6AB20B-5B3F-4C03-B983-CC18903F4DF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7495088" y="3854967"/>
            <a:ext cx="15914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A2455EA-B50E-4FEF-AA5C-95C5D76D1087}"/>
              </a:ext>
            </a:extLst>
          </p:cNvPr>
          <p:cNvSpPr/>
          <p:nvPr/>
        </p:nvSpPr>
        <p:spPr>
          <a:xfrm>
            <a:off x="3720963" y="23589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6DEB6A-A7F9-4B63-BFD7-D327D29EF611}"/>
              </a:ext>
            </a:extLst>
          </p:cNvPr>
          <p:cNvSpPr/>
          <p:nvPr/>
        </p:nvSpPr>
        <p:spPr>
          <a:xfrm>
            <a:off x="3720963" y="378296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12D289-1FF5-4B97-AE1B-FA4C13DA4E34}"/>
              </a:ext>
            </a:extLst>
          </p:cNvPr>
          <p:cNvSpPr/>
          <p:nvPr/>
        </p:nvSpPr>
        <p:spPr>
          <a:xfrm>
            <a:off x="9054061" y="23589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DC2B52-D340-42B0-B601-0CB342FF0CFA}"/>
              </a:ext>
            </a:extLst>
          </p:cNvPr>
          <p:cNvSpPr/>
          <p:nvPr/>
        </p:nvSpPr>
        <p:spPr>
          <a:xfrm>
            <a:off x="9086538" y="378296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BB9CD44-6253-4316-837C-BDAB8E432986}"/>
              </a:ext>
            </a:extLst>
          </p:cNvPr>
          <p:cNvSpPr/>
          <p:nvPr/>
        </p:nvSpPr>
        <p:spPr>
          <a:xfrm>
            <a:off x="3918684" y="2548592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A2FA32-26A4-4562-9B18-B5D0B5B6094C}"/>
              </a:ext>
            </a:extLst>
          </p:cNvPr>
          <p:cNvSpPr/>
          <p:nvPr/>
        </p:nvSpPr>
        <p:spPr>
          <a:xfrm rot="10800000">
            <a:off x="3891515" y="3388041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4152CB-9DC9-490A-94D5-E6F036845F63}"/>
                  </a:ext>
                </a:extLst>
              </p:cNvPr>
              <p:cNvSpPr txBox="1"/>
              <p:nvPr/>
            </p:nvSpPr>
            <p:spPr>
              <a:xfrm>
                <a:off x="4838944" y="2368822"/>
                <a:ext cx="69717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4152CB-9DC9-490A-94D5-E6F036845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944" y="2368822"/>
                <a:ext cx="69717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C90C78-BB70-405A-AE3D-23DE7D38FF99}"/>
                  </a:ext>
                </a:extLst>
              </p:cNvPr>
              <p:cNvSpPr txBox="1"/>
              <p:nvPr/>
            </p:nvSpPr>
            <p:spPr>
              <a:xfrm>
                <a:off x="4859975" y="3177911"/>
                <a:ext cx="6761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C90C78-BB70-405A-AE3D-23DE7D38F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975" y="3177911"/>
                <a:ext cx="67614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7DFC63B-B282-448D-A1BB-430A4584A456}"/>
              </a:ext>
            </a:extLst>
          </p:cNvPr>
          <p:cNvSpPr/>
          <p:nvPr/>
        </p:nvSpPr>
        <p:spPr>
          <a:xfrm flipH="1">
            <a:off x="7629840" y="2564717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2BA86C-2EDD-4637-ADF2-0B37D68E8191}"/>
              </a:ext>
            </a:extLst>
          </p:cNvPr>
          <p:cNvSpPr/>
          <p:nvPr/>
        </p:nvSpPr>
        <p:spPr>
          <a:xfrm rot="10800000" flipH="1">
            <a:off x="7602671" y="3404166"/>
            <a:ext cx="974361" cy="269295"/>
          </a:xfrm>
          <a:custGeom>
            <a:avLst/>
            <a:gdLst>
              <a:gd name="connsiteX0" fmla="*/ 0 w 974361"/>
              <a:gd name="connsiteY0" fmla="*/ 32253 h 269295"/>
              <a:gd name="connsiteX1" fmla="*/ 659567 w 974361"/>
              <a:gd name="connsiteY1" fmla="*/ 17263 h 269295"/>
              <a:gd name="connsiteX2" fmla="*/ 314794 w 974361"/>
              <a:gd name="connsiteY2" fmla="*/ 242115 h 269295"/>
              <a:gd name="connsiteX3" fmla="*/ 974361 w 974361"/>
              <a:gd name="connsiteY3" fmla="*/ 257105 h 26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361" h="269295">
                <a:moveTo>
                  <a:pt x="0" y="32253"/>
                </a:moveTo>
                <a:cubicBezTo>
                  <a:pt x="303550" y="7269"/>
                  <a:pt x="607101" y="-17714"/>
                  <a:pt x="659567" y="17263"/>
                </a:cubicBezTo>
                <a:cubicBezTo>
                  <a:pt x="712033" y="52240"/>
                  <a:pt x="262328" y="202141"/>
                  <a:pt x="314794" y="242115"/>
                </a:cubicBezTo>
                <a:cubicBezTo>
                  <a:pt x="367260" y="282089"/>
                  <a:pt x="670810" y="269597"/>
                  <a:pt x="974361" y="257105"/>
                </a:cubicBezTo>
              </a:path>
            </a:pathLst>
          </a:custGeom>
          <a:noFill/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C31AE4-1B17-4E05-8593-07A8CED956B7}"/>
                  </a:ext>
                </a:extLst>
              </p:cNvPr>
              <p:cNvSpPr txBox="1"/>
              <p:nvPr/>
            </p:nvSpPr>
            <p:spPr>
              <a:xfrm flipH="1">
                <a:off x="8550100" y="2384947"/>
                <a:ext cx="7066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C31AE4-1B17-4E05-8593-07A8CED95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50100" y="2384947"/>
                <a:ext cx="706668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36D0F0-2D56-40C9-ABCA-BD1858AEAB22}"/>
                  </a:ext>
                </a:extLst>
              </p:cNvPr>
              <p:cNvSpPr txBox="1"/>
              <p:nvPr/>
            </p:nvSpPr>
            <p:spPr>
              <a:xfrm flipH="1">
                <a:off x="8571131" y="3194036"/>
                <a:ext cx="6856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36D0F0-2D56-40C9-ABCA-BD1858AE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71131" y="3194036"/>
                <a:ext cx="68563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C3FF8BE-19E8-4517-B7A8-615E6856CAC8}"/>
              </a:ext>
            </a:extLst>
          </p:cNvPr>
          <p:cNvSpPr txBox="1"/>
          <p:nvPr/>
        </p:nvSpPr>
        <p:spPr>
          <a:xfrm>
            <a:off x="4424518" y="1709418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FD256-496F-4D33-BBB6-39F959D1FBD0}"/>
              </a:ext>
            </a:extLst>
          </p:cNvPr>
          <p:cNvSpPr txBox="1"/>
          <p:nvPr/>
        </p:nvSpPr>
        <p:spPr>
          <a:xfrm>
            <a:off x="7618213" y="1709419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929BBE-696E-4188-BB37-3DCE40455F02}"/>
              </a:ext>
            </a:extLst>
          </p:cNvPr>
          <p:cNvSpPr/>
          <p:nvPr/>
        </p:nvSpPr>
        <p:spPr>
          <a:xfrm>
            <a:off x="10073390" y="2817887"/>
            <a:ext cx="374754" cy="58477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658CEF-E1BB-437F-BFD9-EEAF05F1EC14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10260767" y="3402662"/>
            <a:ext cx="0" cy="4329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CA23DC-B3CE-40E7-ABF9-22D0E5D5E6E9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0260766" y="2428405"/>
            <a:ext cx="1" cy="3894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44473A-D96A-41B7-A491-D234301CF938}"/>
              </a:ext>
            </a:extLst>
          </p:cNvPr>
          <p:cNvCxnSpPr>
            <a:cxnSpLocks/>
          </p:cNvCxnSpPr>
          <p:nvPr/>
        </p:nvCxnSpPr>
        <p:spPr>
          <a:xfrm>
            <a:off x="9198061" y="2428405"/>
            <a:ext cx="1062705" cy="24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768E39-A726-4CFA-B563-4E4194411273}"/>
              </a:ext>
            </a:extLst>
          </p:cNvPr>
          <p:cNvCxnSpPr>
            <a:cxnSpLocks/>
          </p:cNvCxnSpPr>
          <p:nvPr/>
        </p:nvCxnSpPr>
        <p:spPr>
          <a:xfrm>
            <a:off x="9256768" y="3852471"/>
            <a:ext cx="1012398" cy="24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13F22F-43CA-4F88-8B29-B9B19F149DD3}"/>
                  </a:ext>
                </a:extLst>
              </p:cNvPr>
              <p:cNvSpPr txBox="1"/>
              <p:nvPr/>
            </p:nvSpPr>
            <p:spPr>
              <a:xfrm flipH="1">
                <a:off x="10379285" y="2806453"/>
                <a:ext cx="7075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13F22F-43CA-4F88-8B29-B9B19F149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379285" y="2806453"/>
                <a:ext cx="70750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1DEBC8E1-4E58-49A3-94B7-492E77BFD095}"/>
              </a:ext>
            </a:extLst>
          </p:cNvPr>
          <p:cNvSpPr/>
          <p:nvPr/>
        </p:nvSpPr>
        <p:spPr>
          <a:xfrm>
            <a:off x="1698504" y="2564291"/>
            <a:ext cx="374754" cy="40543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BA4F7D-12F0-4765-835D-48B11C1F20E1}"/>
              </a:ext>
            </a:extLst>
          </p:cNvPr>
          <p:cNvSpPr/>
          <p:nvPr/>
        </p:nvSpPr>
        <p:spPr>
          <a:xfrm>
            <a:off x="1713494" y="3342689"/>
            <a:ext cx="36000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E65973-82AF-49E1-8805-3AC721E3E40A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1874676" y="2427581"/>
            <a:ext cx="1846287" cy="33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4A2E492-9EC9-4AC4-BD57-A0D6083B9937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1885881" y="2427581"/>
            <a:ext cx="0" cy="1367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EC9645-0D7C-4C23-A1F2-B7451D942AC4}"/>
              </a:ext>
            </a:extLst>
          </p:cNvPr>
          <p:cNvCxnSpPr>
            <a:cxnSpLocks/>
            <a:stCxn id="43" idx="0"/>
            <a:endCxn id="42" idx="2"/>
          </p:cNvCxnSpPr>
          <p:nvPr/>
        </p:nvCxnSpPr>
        <p:spPr>
          <a:xfrm flipH="1" flipV="1">
            <a:off x="1885881" y="2969722"/>
            <a:ext cx="7613" cy="3729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FA1827-FA3E-4E47-96E3-CA0D5F4A19CF}"/>
              </a:ext>
            </a:extLst>
          </p:cNvPr>
          <p:cNvCxnSpPr>
            <a:cxnSpLocks/>
            <a:endCxn id="43" idx="4"/>
          </p:cNvCxnSpPr>
          <p:nvPr/>
        </p:nvCxnSpPr>
        <p:spPr>
          <a:xfrm flipH="1" flipV="1">
            <a:off x="1893494" y="3702689"/>
            <a:ext cx="7613" cy="1788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CEB90B8-1894-4FAB-B41A-2B0EF2724CA2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1874676" y="3852471"/>
            <a:ext cx="1846287" cy="24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3B4C9BE-CA69-45AF-B299-A5CFB55118D9}"/>
                  </a:ext>
                </a:extLst>
              </p:cNvPr>
              <p:cNvSpPr txBox="1"/>
              <p:nvPr/>
            </p:nvSpPr>
            <p:spPr>
              <a:xfrm flipH="1">
                <a:off x="1148333" y="3193059"/>
                <a:ext cx="6980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3B4C9BE-CA69-45AF-B299-A5CFB5511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48333" y="3193059"/>
                <a:ext cx="69801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9AE8FAF-43F3-4B6B-959C-FABF3E59442E}"/>
                  </a:ext>
                </a:extLst>
              </p:cNvPr>
              <p:cNvSpPr txBox="1"/>
              <p:nvPr/>
            </p:nvSpPr>
            <p:spPr>
              <a:xfrm flipH="1">
                <a:off x="1106156" y="2427581"/>
                <a:ext cx="731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9AE8FAF-43F3-4B6B-959C-FABF3E59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06156" y="2427581"/>
                <a:ext cx="731739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>
            <a:extLst>
              <a:ext uri="{FF2B5EF4-FFF2-40B4-BE49-F238E27FC236}">
                <a16:creationId xmlns:a16="http://schemas.microsoft.com/office/drawing/2014/main" id="{57643ED8-CD44-46A0-8D2B-9A2A59C43A84}"/>
              </a:ext>
            </a:extLst>
          </p:cNvPr>
          <p:cNvSpPr/>
          <p:nvPr/>
        </p:nvSpPr>
        <p:spPr>
          <a:xfrm>
            <a:off x="1925307" y="1200080"/>
            <a:ext cx="2219937" cy="10791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endPara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1B476F1-9FC9-4062-BEC5-A3CE99A2368E}"/>
              </a:ext>
            </a:extLst>
          </p:cNvPr>
          <p:cNvCxnSpPr>
            <a:stCxn id="64" idx="2"/>
          </p:cNvCxnSpPr>
          <p:nvPr/>
        </p:nvCxnSpPr>
        <p:spPr>
          <a:xfrm flipH="1">
            <a:off x="3035275" y="2279214"/>
            <a:ext cx="1" cy="67438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0CCEECF-F8FC-4215-B608-C6017C0CFB1B}"/>
              </a:ext>
            </a:extLst>
          </p:cNvPr>
          <p:cNvCxnSpPr>
            <a:cxnSpLocks/>
          </p:cNvCxnSpPr>
          <p:nvPr/>
        </p:nvCxnSpPr>
        <p:spPr>
          <a:xfrm>
            <a:off x="2480291" y="2953597"/>
            <a:ext cx="125246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row: Bent 69">
            <a:extLst>
              <a:ext uri="{FF2B5EF4-FFF2-40B4-BE49-F238E27FC236}">
                <a16:creationId xmlns:a16="http://schemas.microsoft.com/office/drawing/2014/main" id="{021EC67B-7976-41BA-A7AE-9E14C89A8121}"/>
              </a:ext>
            </a:extLst>
          </p:cNvPr>
          <p:cNvSpPr/>
          <p:nvPr/>
        </p:nvSpPr>
        <p:spPr>
          <a:xfrm>
            <a:off x="9501608" y="3030351"/>
            <a:ext cx="384406" cy="1151901"/>
          </a:xfrm>
          <a:prstGeom prst="bentArrow">
            <a:avLst/>
          </a:prstGeom>
          <a:solidFill>
            <a:srgbClr val="A7B070"/>
          </a:solidFill>
          <a:ln>
            <a:solidFill>
              <a:srgbClr val="A7B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1" name="Arrow: Bent 70">
            <a:extLst>
              <a:ext uri="{FF2B5EF4-FFF2-40B4-BE49-F238E27FC236}">
                <a16:creationId xmlns:a16="http://schemas.microsoft.com/office/drawing/2014/main" id="{33C34465-8ECA-4AE1-BAE2-A794C52AF9EE}"/>
              </a:ext>
            </a:extLst>
          </p:cNvPr>
          <p:cNvSpPr/>
          <p:nvPr/>
        </p:nvSpPr>
        <p:spPr>
          <a:xfrm>
            <a:off x="3372350" y="3043869"/>
            <a:ext cx="384406" cy="1151901"/>
          </a:xfrm>
          <a:prstGeom prst="bentArrow">
            <a:avLst/>
          </a:prstGeom>
          <a:solidFill>
            <a:srgbClr val="A7B070"/>
          </a:solidFill>
          <a:ln>
            <a:solidFill>
              <a:srgbClr val="A7B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BAA5BF7-AFDE-4142-A7E2-8C81092D6074}"/>
                  </a:ext>
                </a:extLst>
              </p:cNvPr>
              <p:cNvSpPr txBox="1"/>
              <p:nvPr/>
            </p:nvSpPr>
            <p:spPr>
              <a:xfrm>
                <a:off x="9496928" y="3869568"/>
                <a:ext cx="6521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i="1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BAA5BF7-AFDE-4142-A7E2-8C81092D6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928" y="3869568"/>
                <a:ext cx="652166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9392C09-9B5E-45FE-9FE6-ECA84F05BF54}"/>
                  </a:ext>
                </a:extLst>
              </p:cNvPr>
              <p:cNvSpPr txBox="1"/>
              <p:nvPr/>
            </p:nvSpPr>
            <p:spPr>
              <a:xfrm>
                <a:off x="2845887" y="3793432"/>
                <a:ext cx="6306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A7B07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i="1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9392C09-9B5E-45FE-9FE6-ECA84F05B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887" y="3793432"/>
                <a:ext cx="63068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1360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5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9258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5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𝑘𝑙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302" r="-1415" b="-24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0405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5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sSub>
                            <m:sSubPr>
                              <m:ctrlPr>
                                <a:rPr lang="el-GR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sSub>
                            <m:sSubPr>
                              <m:ctrlPr>
                                <a:rPr lang="el-G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=+1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sSub>
                            <m:sSubPr>
                              <m:ctrlPr>
                                <a:rPr lang="el-GR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67224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5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sSub>
                          <m:sSubPr>
                            <m:ctrlPr>
                              <a:rPr lang="el-G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sSub>
                          <m:sSubPr>
                            <m:ctrlPr>
                              <a:rPr lang="el-G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sSub>
                          <m:sSubPr>
                            <m:ctrlPr>
                              <a:rPr lang="el-G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sSub>
                            <m:sSubPr>
                              <m:ctrlPr>
                                <a:rPr lang="el-G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l-GR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sSub>
                            <m:sSubPr>
                              <m:ctrlPr>
                                <a:rPr lang="el-G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sSub>
                            <m:sSubPr>
                              <m:ctrlPr>
                                <a:rPr lang="el-G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l-GR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3319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96419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GB" sz="5400" b="0" i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0" i="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5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giá trị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gặp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lặp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154242"/>
                <a:ext cx="10772775" cy="5703757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2206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689548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389744" y="3581852"/>
            <a:ext cx="1082481" cy="144000"/>
            <a:chOff x="1199213" y="3357000"/>
            <a:chExt cx="1082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ED3766-F2B2-4B9D-8371-99D554C847FD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389743" y="4525436"/>
            <a:ext cx="1082481" cy="144000"/>
            <a:chOff x="1199213" y="3357000"/>
            <a:chExt cx="1082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E540B-8863-41D2-BAC1-E8B8C1C5643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2925579" y="3581852"/>
            <a:ext cx="1082481" cy="144000"/>
            <a:chOff x="1199213" y="3357000"/>
            <a:chExt cx="1082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F39CD7-907B-4B88-BCD9-2BF7122679EF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2925579" y="4525436"/>
            <a:ext cx="1082481" cy="144000"/>
            <a:chOff x="1199213" y="3357000"/>
            <a:chExt cx="1082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9B87E0-2170-4028-95C5-8EF3D0609E7E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BB9395-2515-463E-90F2-9778393052BC}"/>
              </a:ext>
            </a:extLst>
          </p:cNvPr>
          <p:cNvCxnSpPr>
            <a:cxnSpLocks/>
            <a:stCxn id="9" idx="6"/>
            <a:endCxn id="18" idx="2"/>
          </p:cNvCxnSpPr>
          <p:nvPr/>
        </p:nvCxnSpPr>
        <p:spPr>
          <a:xfrm>
            <a:off x="1472225" y="3653852"/>
            <a:ext cx="145335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8EBB71-ADF4-44A1-8891-4443802DAE13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1472224" y="4597436"/>
            <a:ext cx="145335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77E4C09-D568-42D4-B2A9-AA4487A2C5C6}"/>
              </a:ext>
            </a:extLst>
          </p:cNvPr>
          <p:cNvCxnSpPr>
            <a:cxnSpLocks/>
          </p:cNvCxnSpPr>
          <p:nvPr/>
        </p:nvCxnSpPr>
        <p:spPr>
          <a:xfrm>
            <a:off x="1472225" y="4885544"/>
            <a:ext cx="1453354" cy="0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D8A1F9-D4B0-4CE4-9452-018371A69E26}"/>
              </a:ext>
            </a:extLst>
          </p:cNvPr>
          <p:cNvCxnSpPr>
            <a:stCxn id="9" idx="4"/>
            <a:endCxn id="15" idx="0"/>
          </p:cNvCxnSpPr>
          <p:nvPr/>
        </p:nvCxnSpPr>
        <p:spPr>
          <a:xfrm flipH="1">
            <a:off x="1400224" y="3725852"/>
            <a:ext cx="1" cy="79958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843332-2DE7-46BF-823A-882D9A0FA5D0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2997579" y="3725852"/>
            <a:ext cx="0" cy="79958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01DEA4-E7BF-4A1A-A556-8ADF92B1A078}"/>
                  </a:ext>
                </a:extLst>
              </p:cNvPr>
              <p:cNvSpPr txBox="1"/>
              <p:nvPr/>
            </p:nvSpPr>
            <p:spPr>
              <a:xfrm>
                <a:off x="1983842" y="4822913"/>
                <a:ext cx="4301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01DEA4-E7BF-4A1A-A556-8ADF92B1A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842" y="4822913"/>
                <a:ext cx="43011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321807" y="3828273"/>
                <a:ext cx="7091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07" y="3828273"/>
                <a:ext cx="709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2F82E2-C277-4918-B7EC-A858A440122C}"/>
                  </a:ext>
                </a:extLst>
              </p:cNvPr>
              <p:cNvSpPr txBox="1"/>
              <p:nvPr/>
            </p:nvSpPr>
            <p:spPr>
              <a:xfrm>
                <a:off x="3226955" y="3828273"/>
                <a:ext cx="7091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2F82E2-C277-4918-B7EC-A858A4401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955" y="3828273"/>
                <a:ext cx="70910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D3156D-0CCE-45A8-BD01-6DDFAF1BA12B}"/>
                  </a:ext>
                </a:extLst>
              </p:cNvPr>
              <p:cNvSpPr txBox="1"/>
              <p:nvPr/>
            </p:nvSpPr>
            <p:spPr>
              <a:xfrm>
                <a:off x="1772211" y="3832156"/>
                <a:ext cx="92172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D3156D-0CCE-45A8-BD01-6DDFAF1BA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211" y="3832156"/>
                <a:ext cx="9217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4802541" y="2620681"/>
                <a:ext cx="7101496" cy="306000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𝑆h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d>
                                  <m:d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𝐶h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brk m:alnAt="7"/>
                      </m:rP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𝐶h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𝐶𝑜𝑠h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𝑆h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𝑆𝑖𝑛h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541" y="2620681"/>
                <a:ext cx="7101496" cy="3060005"/>
              </a:xfrm>
              <a:prstGeom prst="rect">
                <a:avLst/>
              </a:prstGeom>
              <a:blipFill>
                <a:blip r:embed="rId6"/>
                <a:stretch>
                  <a:fillRect l="-2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56134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689548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389744" y="3581852"/>
            <a:ext cx="1082481" cy="144000"/>
            <a:chOff x="1199213" y="3357000"/>
            <a:chExt cx="1082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ED3766-F2B2-4B9D-8371-99D554C847FD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389743" y="4525436"/>
            <a:ext cx="1082481" cy="144000"/>
            <a:chOff x="1199213" y="3357000"/>
            <a:chExt cx="1082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E540B-8863-41D2-BAC1-E8B8C1C5643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2925579" y="3581852"/>
            <a:ext cx="1082481" cy="144000"/>
            <a:chOff x="1199213" y="3357000"/>
            <a:chExt cx="1082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F39CD7-907B-4B88-BCD9-2BF7122679EF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2925579" y="4525436"/>
            <a:ext cx="1082481" cy="144000"/>
            <a:chOff x="1199213" y="3357000"/>
            <a:chExt cx="1082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9B87E0-2170-4028-95C5-8EF3D0609E7E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8EBB71-ADF4-44A1-8891-4443802DAE13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1472224" y="4597436"/>
            <a:ext cx="145335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D8A1F9-D4B0-4CE4-9452-018371A69E26}"/>
              </a:ext>
            </a:extLst>
          </p:cNvPr>
          <p:cNvCxnSpPr>
            <a:stCxn id="9" idx="4"/>
            <a:endCxn id="15" idx="0"/>
          </p:cNvCxnSpPr>
          <p:nvPr/>
        </p:nvCxnSpPr>
        <p:spPr>
          <a:xfrm flipH="1">
            <a:off x="1400224" y="3725852"/>
            <a:ext cx="1" cy="79958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843332-2DE7-46BF-823A-882D9A0FA5D0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2997579" y="3725852"/>
            <a:ext cx="0" cy="79958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321807" y="3828273"/>
                <a:ext cx="867417" cy="627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07" y="3828273"/>
                <a:ext cx="867417" cy="6270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4526572" y="2713832"/>
                <a:ext cx="7531742" cy="285597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ra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72" y="2713832"/>
                <a:ext cx="7531742" cy="2855975"/>
              </a:xfrm>
              <a:prstGeom prst="rect">
                <a:avLst/>
              </a:prstGeom>
              <a:blipFill>
                <a:blip r:embed="rId3"/>
                <a:stretch>
                  <a:fillRect l="-2105" b="-46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/>
              <p:nvPr/>
            </p:nvSpPr>
            <p:spPr>
              <a:xfrm>
                <a:off x="3104175" y="3828273"/>
                <a:ext cx="867417" cy="627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175" y="3828273"/>
                <a:ext cx="867417" cy="6270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41836E4-92D9-4C19-99CB-1D7B01FF4CD4}"/>
              </a:ext>
            </a:extLst>
          </p:cNvPr>
          <p:cNvSpPr/>
          <p:nvPr/>
        </p:nvSpPr>
        <p:spPr>
          <a:xfrm>
            <a:off x="1813810" y="3458980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FE2F5E-F8DD-4A69-B855-6A4F44884E00}"/>
              </a:ext>
            </a:extLst>
          </p:cNvPr>
          <p:cNvCxnSpPr>
            <a:cxnSpLocks/>
            <a:stCxn id="9" idx="6"/>
            <a:endCxn id="4" idx="1"/>
          </p:cNvCxnSpPr>
          <p:nvPr/>
        </p:nvCxnSpPr>
        <p:spPr>
          <a:xfrm>
            <a:off x="1472225" y="3653852"/>
            <a:ext cx="341585" cy="47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C5DA56-49E1-426D-98BC-CA26DF263D45}"/>
              </a:ext>
            </a:extLst>
          </p:cNvPr>
          <p:cNvCxnSpPr>
            <a:cxnSpLocks/>
            <a:stCxn id="4" idx="3"/>
            <a:endCxn id="18" idx="2"/>
          </p:cNvCxnSpPr>
          <p:nvPr/>
        </p:nvCxnSpPr>
        <p:spPr>
          <a:xfrm flipV="1">
            <a:off x="2714577" y="3653852"/>
            <a:ext cx="211002" cy="47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0F68FD6-7BCC-4AF7-8EC7-4294AC4DAF17}"/>
                  </a:ext>
                </a:extLst>
              </p:cNvPr>
              <p:cNvSpPr txBox="1"/>
              <p:nvPr/>
            </p:nvSpPr>
            <p:spPr>
              <a:xfrm>
                <a:off x="2008703" y="3756274"/>
                <a:ext cx="5409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0F68FD6-7BCC-4AF7-8EC7-4294AC4D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703" y="3756274"/>
                <a:ext cx="5409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3567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689548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389744" y="3581852"/>
            <a:ext cx="1082481" cy="144000"/>
            <a:chOff x="1199213" y="3357000"/>
            <a:chExt cx="1082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ED3766-F2B2-4B9D-8371-99D554C847FD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389743" y="5140031"/>
            <a:ext cx="1082481" cy="144000"/>
            <a:chOff x="1199213" y="3357000"/>
            <a:chExt cx="1082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E540B-8863-41D2-BAC1-E8B8C1C5643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2925579" y="3581852"/>
            <a:ext cx="1082481" cy="144000"/>
            <a:chOff x="1199213" y="3357000"/>
            <a:chExt cx="1082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F39CD7-907B-4B88-BCD9-2BF7122679EF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2925579" y="5140031"/>
            <a:ext cx="1082481" cy="144000"/>
            <a:chOff x="1199213" y="3357000"/>
            <a:chExt cx="1082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9B87E0-2170-4028-95C5-8EF3D0609E7E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8EBB71-ADF4-44A1-8891-4443802DAE13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1472224" y="5212031"/>
            <a:ext cx="145335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D8A1F9-D4B0-4CE4-9452-018371A69E26}"/>
              </a:ext>
            </a:extLst>
          </p:cNvPr>
          <p:cNvCxnSpPr>
            <a:stCxn id="9" idx="4"/>
            <a:endCxn id="15" idx="0"/>
          </p:cNvCxnSpPr>
          <p:nvPr/>
        </p:nvCxnSpPr>
        <p:spPr>
          <a:xfrm flipH="1">
            <a:off x="1400224" y="3725852"/>
            <a:ext cx="1" cy="141417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843332-2DE7-46BF-823A-882D9A0FA5D0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2997579" y="3725852"/>
            <a:ext cx="0" cy="141417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515092" y="4128701"/>
                <a:ext cx="815287" cy="627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92" y="4128701"/>
                <a:ext cx="815287" cy="6270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4526572" y="2713832"/>
                <a:ext cx="7293663" cy="285597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b>
                                            <m:r>
                                              <a:rPr lang="en-GB" sz="3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rad>
                              </m:e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n-GB" sz="3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72" y="2713832"/>
                <a:ext cx="7293663" cy="2855975"/>
              </a:xfrm>
              <a:prstGeom prst="rect">
                <a:avLst/>
              </a:prstGeom>
              <a:blipFill>
                <a:blip r:embed="rId3"/>
                <a:stretch>
                  <a:fillRect l="-2174" b="-46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/>
              <p:nvPr/>
            </p:nvSpPr>
            <p:spPr>
              <a:xfrm>
                <a:off x="3082383" y="4128702"/>
                <a:ext cx="815287" cy="627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383" y="4128702"/>
                <a:ext cx="815287" cy="6270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41836E4-92D9-4C19-99CB-1D7B01FF4CD4}"/>
              </a:ext>
            </a:extLst>
          </p:cNvPr>
          <p:cNvSpPr/>
          <p:nvPr/>
        </p:nvSpPr>
        <p:spPr>
          <a:xfrm rot="5400000">
            <a:off x="1730702" y="4235065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FE2F5E-F8DD-4A69-B855-6A4F44884E00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2181085" y="3653851"/>
            <a:ext cx="10109" cy="33046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C5DA56-49E1-426D-98BC-CA26DF263D4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81085" y="4885079"/>
            <a:ext cx="10109" cy="32695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0F68FD6-7BCC-4AF7-8EC7-4294AC4DAF17}"/>
                  </a:ext>
                </a:extLst>
              </p:cNvPr>
              <p:cNvSpPr txBox="1"/>
              <p:nvPr/>
            </p:nvSpPr>
            <p:spPr>
              <a:xfrm>
                <a:off x="1537702" y="4104554"/>
                <a:ext cx="5441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0F68FD6-7BCC-4AF7-8EC7-4294AC4D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702" y="4104554"/>
                <a:ext cx="54412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02E45D-4D45-4994-9B48-FB5E6E830BC4}"/>
              </a:ext>
            </a:extLst>
          </p:cNvPr>
          <p:cNvCxnSpPr>
            <a:cxnSpLocks/>
            <a:stCxn id="9" idx="6"/>
            <a:endCxn id="18" idx="2"/>
          </p:cNvCxnSpPr>
          <p:nvPr/>
        </p:nvCxnSpPr>
        <p:spPr>
          <a:xfrm>
            <a:off x="1472225" y="3653852"/>
            <a:ext cx="145335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4431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689548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1474462" y="4074932"/>
                <a:ext cx="7091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462" y="4074932"/>
                <a:ext cx="70910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5858474" y="3620121"/>
                <a:ext cx="5571525" cy="11115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474" y="3620121"/>
                <a:ext cx="5571525" cy="1111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/>
              <p:nvPr/>
            </p:nvSpPr>
            <p:spPr>
              <a:xfrm>
                <a:off x="4041753" y="4074933"/>
                <a:ext cx="7091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753" y="4074933"/>
                <a:ext cx="70910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C918ADB-74EF-47B2-9EC9-58D220A5513C}"/>
              </a:ext>
            </a:extLst>
          </p:cNvPr>
          <p:cNvSpPr/>
          <p:nvPr/>
        </p:nvSpPr>
        <p:spPr>
          <a:xfrm>
            <a:off x="2314686" y="3579973"/>
            <a:ext cx="881465" cy="1526808"/>
          </a:xfrm>
          <a:custGeom>
            <a:avLst/>
            <a:gdLst>
              <a:gd name="connsiteX0" fmla="*/ 694088 w 881465"/>
              <a:gd name="connsiteY0" fmla="*/ 0 h 1526808"/>
              <a:gd name="connsiteX1" fmla="*/ 621153 w 881465"/>
              <a:gd name="connsiteY1" fmla="*/ 9424 h 1526808"/>
              <a:gd name="connsiteX2" fmla="*/ 566670 w 881465"/>
              <a:gd name="connsiteY2" fmla="*/ 32934 h 1526808"/>
              <a:gd name="connsiteX3" fmla="*/ 566670 w 881465"/>
              <a:gd name="connsiteY3" fmla="*/ 0 h 1526808"/>
              <a:gd name="connsiteX4" fmla="*/ 562384 w 881465"/>
              <a:gd name="connsiteY4" fmla="*/ 0 h 1526808"/>
              <a:gd name="connsiteX5" fmla="*/ 191916 w 881465"/>
              <a:gd name="connsiteY5" fmla="*/ 0 h 1526808"/>
              <a:gd name="connsiteX6" fmla="*/ 0 w 881465"/>
              <a:gd name="connsiteY6" fmla="*/ 0 h 1526808"/>
              <a:gd name="connsiteX7" fmla="*/ 0 w 881465"/>
              <a:gd name="connsiteY7" fmla="*/ 1526808 h 1526808"/>
              <a:gd name="connsiteX8" fmla="*/ 562384 w 881465"/>
              <a:gd name="connsiteY8" fmla="*/ 1526808 h 1526808"/>
              <a:gd name="connsiteX9" fmla="*/ 562384 w 881465"/>
              <a:gd name="connsiteY9" fmla="*/ 1496371 h 1526808"/>
              <a:gd name="connsiteX10" fmla="*/ 611082 w 881465"/>
              <a:gd name="connsiteY10" fmla="*/ 1517384 h 1526808"/>
              <a:gd name="connsiteX11" fmla="*/ 684017 w 881465"/>
              <a:gd name="connsiteY11" fmla="*/ 1526808 h 1526808"/>
              <a:gd name="connsiteX12" fmla="*/ 871394 w 881465"/>
              <a:gd name="connsiteY12" fmla="*/ 1406886 h 1526808"/>
              <a:gd name="connsiteX13" fmla="*/ 856669 w 881465"/>
              <a:gd name="connsiteY13" fmla="*/ 1360207 h 1526808"/>
              <a:gd name="connsiteX14" fmla="*/ 827694 w 881465"/>
              <a:gd name="connsiteY14" fmla="*/ 1332703 h 1526808"/>
              <a:gd name="connsiteX15" fmla="*/ 816513 w 881465"/>
              <a:gd name="connsiteY15" fmla="*/ 1343317 h 1526808"/>
              <a:gd name="connsiteX16" fmla="*/ 684017 w 881465"/>
              <a:gd name="connsiteY16" fmla="*/ 1378441 h 1526808"/>
              <a:gd name="connsiteX17" fmla="*/ 611082 w 881465"/>
              <a:gd name="connsiteY17" fmla="*/ 1369017 h 1526808"/>
              <a:gd name="connsiteX18" fmla="*/ 562384 w 881465"/>
              <a:gd name="connsiteY18" fmla="*/ 1348004 h 1526808"/>
              <a:gd name="connsiteX19" fmla="*/ 562384 w 881465"/>
              <a:gd name="connsiteY19" fmla="*/ 1317402 h 1526808"/>
              <a:gd name="connsiteX20" fmla="*/ 611082 w 881465"/>
              <a:gd name="connsiteY20" fmla="*/ 1296389 h 1526808"/>
              <a:gd name="connsiteX21" fmla="*/ 684017 w 881465"/>
              <a:gd name="connsiteY21" fmla="*/ 1286964 h 1526808"/>
              <a:gd name="connsiteX22" fmla="*/ 816513 w 881465"/>
              <a:gd name="connsiteY22" fmla="*/ 1322089 h 1526808"/>
              <a:gd name="connsiteX23" fmla="*/ 827694 w 881465"/>
              <a:gd name="connsiteY23" fmla="*/ 1332703 h 1526808"/>
              <a:gd name="connsiteX24" fmla="*/ 856669 w 881465"/>
              <a:gd name="connsiteY24" fmla="*/ 1305198 h 1526808"/>
              <a:gd name="connsiteX25" fmla="*/ 871394 w 881465"/>
              <a:gd name="connsiteY25" fmla="*/ 1258519 h 1526808"/>
              <a:gd name="connsiteX26" fmla="*/ 856669 w 881465"/>
              <a:gd name="connsiteY26" fmla="*/ 1211840 h 1526808"/>
              <a:gd name="connsiteX27" fmla="*/ 834719 w 881465"/>
              <a:gd name="connsiteY27" fmla="*/ 1191003 h 1526808"/>
              <a:gd name="connsiteX28" fmla="*/ 816513 w 881465"/>
              <a:gd name="connsiteY28" fmla="*/ 1208285 h 1526808"/>
              <a:gd name="connsiteX29" fmla="*/ 684017 w 881465"/>
              <a:gd name="connsiteY29" fmla="*/ 1243410 h 1526808"/>
              <a:gd name="connsiteX30" fmla="*/ 611082 w 881465"/>
              <a:gd name="connsiteY30" fmla="*/ 1233986 h 1526808"/>
              <a:gd name="connsiteX31" fmla="*/ 562384 w 881465"/>
              <a:gd name="connsiteY31" fmla="*/ 1212973 h 1526808"/>
              <a:gd name="connsiteX32" fmla="*/ 562384 w 881465"/>
              <a:gd name="connsiteY32" fmla="*/ 1169035 h 1526808"/>
              <a:gd name="connsiteX33" fmla="*/ 611082 w 881465"/>
              <a:gd name="connsiteY33" fmla="*/ 1148021 h 1526808"/>
              <a:gd name="connsiteX34" fmla="*/ 684017 w 881465"/>
              <a:gd name="connsiteY34" fmla="*/ 1138597 h 1526808"/>
              <a:gd name="connsiteX35" fmla="*/ 816513 w 881465"/>
              <a:gd name="connsiteY35" fmla="*/ 1173721 h 1526808"/>
              <a:gd name="connsiteX36" fmla="*/ 834719 w 881465"/>
              <a:gd name="connsiteY36" fmla="*/ 1191003 h 1526808"/>
              <a:gd name="connsiteX37" fmla="*/ 856669 w 881465"/>
              <a:gd name="connsiteY37" fmla="*/ 1170167 h 1526808"/>
              <a:gd name="connsiteX38" fmla="*/ 871394 w 881465"/>
              <a:gd name="connsiteY38" fmla="*/ 1123488 h 1526808"/>
              <a:gd name="connsiteX39" fmla="*/ 856669 w 881465"/>
              <a:gd name="connsiteY39" fmla="*/ 1076809 h 1526808"/>
              <a:gd name="connsiteX40" fmla="*/ 827694 w 881465"/>
              <a:gd name="connsiteY40" fmla="*/ 1049304 h 1526808"/>
              <a:gd name="connsiteX41" fmla="*/ 816513 w 881465"/>
              <a:gd name="connsiteY41" fmla="*/ 1059918 h 1526808"/>
              <a:gd name="connsiteX42" fmla="*/ 684017 w 881465"/>
              <a:gd name="connsiteY42" fmla="*/ 1095043 h 1526808"/>
              <a:gd name="connsiteX43" fmla="*/ 611082 w 881465"/>
              <a:gd name="connsiteY43" fmla="*/ 1085619 h 1526808"/>
              <a:gd name="connsiteX44" fmla="*/ 562384 w 881465"/>
              <a:gd name="connsiteY44" fmla="*/ 1064606 h 1526808"/>
              <a:gd name="connsiteX45" fmla="*/ 562384 w 881465"/>
              <a:gd name="connsiteY45" fmla="*/ 1034004 h 1526808"/>
              <a:gd name="connsiteX46" fmla="*/ 611082 w 881465"/>
              <a:gd name="connsiteY46" fmla="*/ 1012990 h 1526808"/>
              <a:gd name="connsiteX47" fmla="*/ 684017 w 881465"/>
              <a:gd name="connsiteY47" fmla="*/ 1003566 h 1526808"/>
              <a:gd name="connsiteX48" fmla="*/ 816513 w 881465"/>
              <a:gd name="connsiteY48" fmla="*/ 1038690 h 1526808"/>
              <a:gd name="connsiteX49" fmla="*/ 827694 w 881465"/>
              <a:gd name="connsiteY49" fmla="*/ 1049304 h 1526808"/>
              <a:gd name="connsiteX50" fmla="*/ 856669 w 881465"/>
              <a:gd name="connsiteY50" fmla="*/ 1021800 h 1526808"/>
              <a:gd name="connsiteX51" fmla="*/ 871394 w 881465"/>
              <a:gd name="connsiteY51" fmla="*/ 975121 h 1526808"/>
              <a:gd name="connsiteX52" fmla="*/ 856669 w 881465"/>
              <a:gd name="connsiteY52" fmla="*/ 928442 h 1526808"/>
              <a:gd name="connsiteX53" fmla="*/ 834719 w 881465"/>
              <a:gd name="connsiteY53" fmla="*/ 907605 h 1526808"/>
              <a:gd name="connsiteX54" fmla="*/ 816513 w 881465"/>
              <a:gd name="connsiteY54" fmla="*/ 924887 h 1526808"/>
              <a:gd name="connsiteX55" fmla="*/ 684017 w 881465"/>
              <a:gd name="connsiteY55" fmla="*/ 960012 h 1526808"/>
              <a:gd name="connsiteX56" fmla="*/ 611082 w 881465"/>
              <a:gd name="connsiteY56" fmla="*/ 950588 h 1526808"/>
              <a:gd name="connsiteX57" fmla="*/ 562384 w 881465"/>
              <a:gd name="connsiteY57" fmla="*/ 929575 h 1526808"/>
              <a:gd name="connsiteX58" fmla="*/ 562384 w 881465"/>
              <a:gd name="connsiteY58" fmla="*/ 885637 h 1526808"/>
              <a:gd name="connsiteX59" fmla="*/ 611082 w 881465"/>
              <a:gd name="connsiteY59" fmla="*/ 864623 h 1526808"/>
              <a:gd name="connsiteX60" fmla="*/ 684017 w 881465"/>
              <a:gd name="connsiteY60" fmla="*/ 855199 h 1526808"/>
              <a:gd name="connsiteX61" fmla="*/ 816513 w 881465"/>
              <a:gd name="connsiteY61" fmla="*/ 890323 h 1526808"/>
              <a:gd name="connsiteX62" fmla="*/ 834719 w 881465"/>
              <a:gd name="connsiteY62" fmla="*/ 907605 h 1526808"/>
              <a:gd name="connsiteX63" fmla="*/ 856669 w 881465"/>
              <a:gd name="connsiteY63" fmla="*/ 886769 h 1526808"/>
              <a:gd name="connsiteX64" fmla="*/ 871394 w 881465"/>
              <a:gd name="connsiteY64" fmla="*/ 840090 h 1526808"/>
              <a:gd name="connsiteX65" fmla="*/ 856669 w 881465"/>
              <a:gd name="connsiteY65" fmla="*/ 793411 h 1526808"/>
              <a:gd name="connsiteX66" fmla="*/ 830093 w 881465"/>
              <a:gd name="connsiteY66" fmla="*/ 768184 h 1526808"/>
              <a:gd name="connsiteX67" fmla="*/ 826584 w 881465"/>
              <a:gd name="connsiteY67" fmla="*/ 771516 h 1526808"/>
              <a:gd name="connsiteX68" fmla="*/ 694088 w 881465"/>
              <a:gd name="connsiteY68" fmla="*/ 806640 h 1526808"/>
              <a:gd name="connsiteX69" fmla="*/ 621153 w 881465"/>
              <a:gd name="connsiteY69" fmla="*/ 797216 h 1526808"/>
              <a:gd name="connsiteX70" fmla="*/ 566670 w 881465"/>
              <a:gd name="connsiteY70" fmla="*/ 773707 h 1526808"/>
              <a:gd name="connsiteX71" fmla="*/ 566670 w 881465"/>
              <a:gd name="connsiteY71" fmla="*/ 806639 h 1526808"/>
              <a:gd name="connsiteX72" fmla="*/ 562384 w 881465"/>
              <a:gd name="connsiteY72" fmla="*/ 806639 h 1526808"/>
              <a:gd name="connsiteX73" fmla="*/ 562384 w 881465"/>
              <a:gd name="connsiteY73" fmla="*/ 750606 h 1526808"/>
              <a:gd name="connsiteX74" fmla="*/ 611082 w 881465"/>
              <a:gd name="connsiteY74" fmla="*/ 729592 h 1526808"/>
              <a:gd name="connsiteX75" fmla="*/ 684017 w 881465"/>
              <a:gd name="connsiteY75" fmla="*/ 720168 h 1526808"/>
              <a:gd name="connsiteX76" fmla="*/ 816513 w 881465"/>
              <a:gd name="connsiteY76" fmla="*/ 755293 h 1526808"/>
              <a:gd name="connsiteX77" fmla="*/ 830093 w 881465"/>
              <a:gd name="connsiteY77" fmla="*/ 768184 h 1526808"/>
              <a:gd name="connsiteX78" fmla="*/ 866740 w 881465"/>
              <a:gd name="connsiteY78" fmla="*/ 733397 h 1526808"/>
              <a:gd name="connsiteX79" fmla="*/ 881465 w 881465"/>
              <a:gd name="connsiteY79" fmla="*/ 686718 h 1526808"/>
              <a:gd name="connsiteX80" fmla="*/ 866740 w 881465"/>
              <a:gd name="connsiteY80" fmla="*/ 640039 h 1526808"/>
              <a:gd name="connsiteX81" fmla="*/ 837765 w 881465"/>
              <a:gd name="connsiteY81" fmla="*/ 612535 h 1526808"/>
              <a:gd name="connsiteX82" fmla="*/ 826584 w 881465"/>
              <a:gd name="connsiteY82" fmla="*/ 623149 h 1526808"/>
              <a:gd name="connsiteX83" fmla="*/ 694088 w 881465"/>
              <a:gd name="connsiteY83" fmla="*/ 658273 h 1526808"/>
              <a:gd name="connsiteX84" fmla="*/ 621153 w 881465"/>
              <a:gd name="connsiteY84" fmla="*/ 648849 h 1526808"/>
              <a:gd name="connsiteX85" fmla="*/ 566670 w 881465"/>
              <a:gd name="connsiteY85" fmla="*/ 625340 h 1526808"/>
              <a:gd name="connsiteX86" fmla="*/ 566670 w 881465"/>
              <a:gd name="connsiteY86" fmla="*/ 599730 h 1526808"/>
              <a:gd name="connsiteX87" fmla="*/ 621153 w 881465"/>
              <a:gd name="connsiteY87" fmla="*/ 576221 h 1526808"/>
              <a:gd name="connsiteX88" fmla="*/ 694088 w 881465"/>
              <a:gd name="connsiteY88" fmla="*/ 566796 h 1526808"/>
              <a:gd name="connsiteX89" fmla="*/ 826584 w 881465"/>
              <a:gd name="connsiteY89" fmla="*/ 601921 h 1526808"/>
              <a:gd name="connsiteX90" fmla="*/ 837765 w 881465"/>
              <a:gd name="connsiteY90" fmla="*/ 612535 h 1526808"/>
              <a:gd name="connsiteX91" fmla="*/ 866740 w 881465"/>
              <a:gd name="connsiteY91" fmla="*/ 585030 h 1526808"/>
              <a:gd name="connsiteX92" fmla="*/ 881465 w 881465"/>
              <a:gd name="connsiteY92" fmla="*/ 538351 h 1526808"/>
              <a:gd name="connsiteX93" fmla="*/ 866740 w 881465"/>
              <a:gd name="connsiteY93" fmla="*/ 491672 h 1526808"/>
              <a:gd name="connsiteX94" fmla="*/ 844790 w 881465"/>
              <a:gd name="connsiteY94" fmla="*/ 470835 h 1526808"/>
              <a:gd name="connsiteX95" fmla="*/ 826584 w 881465"/>
              <a:gd name="connsiteY95" fmla="*/ 488117 h 1526808"/>
              <a:gd name="connsiteX96" fmla="*/ 694088 w 881465"/>
              <a:gd name="connsiteY96" fmla="*/ 523242 h 1526808"/>
              <a:gd name="connsiteX97" fmla="*/ 621153 w 881465"/>
              <a:gd name="connsiteY97" fmla="*/ 513818 h 1526808"/>
              <a:gd name="connsiteX98" fmla="*/ 566670 w 881465"/>
              <a:gd name="connsiteY98" fmla="*/ 490308 h 1526808"/>
              <a:gd name="connsiteX99" fmla="*/ 566670 w 881465"/>
              <a:gd name="connsiteY99" fmla="*/ 451363 h 1526808"/>
              <a:gd name="connsiteX100" fmla="*/ 621153 w 881465"/>
              <a:gd name="connsiteY100" fmla="*/ 427853 h 1526808"/>
              <a:gd name="connsiteX101" fmla="*/ 694088 w 881465"/>
              <a:gd name="connsiteY101" fmla="*/ 418429 h 1526808"/>
              <a:gd name="connsiteX102" fmla="*/ 826584 w 881465"/>
              <a:gd name="connsiteY102" fmla="*/ 453553 h 1526808"/>
              <a:gd name="connsiteX103" fmla="*/ 844790 w 881465"/>
              <a:gd name="connsiteY103" fmla="*/ 470835 h 1526808"/>
              <a:gd name="connsiteX104" fmla="*/ 866740 w 881465"/>
              <a:gd name="connsiteY104" fmla="*/ 449999 h 1526808"/>
              <a:gd name="connsiteX105" fmla="*/ 881465 w 881465"/>
              <a:gd name="connsiteY105" fmla="*/ 403320 h 1526808"/>
              <a:gd name="connsiteX106" fmla="*/ 866740 w 881465"/>
              <a:gd name="connsiteY106" fmla="*/ 356641 h 1526808"/>
              <a:gd name="connsiteX107" fmla="*/ 837765 w 881465"/>
              <a:gd name="connsiteY107" fmla="*/ 329136 h 1526808"/>
              <a:gd name="connsiteX108" fmla="*/ 826584 w 881465"/>
              <a:gd name="connsiteY108" fmla="*/ 339750 h 1526808"/>
              <a:gd name="connsiteX109" fmla="*/ 694088 w 881465"/>
              <a:gd name="connsiteY109" fmla="*/ 374875 h 1526808"/>
              <a:gd name="connsiteX110" fmla="*/ 621153 w 881465"/>
              <a:gd name="connsiteY110" fmla="*/ 365451 h 1526808"/>
              <a:gd name="connsiteX111" fmla="*/ 566670 w 881465"/>
              <a:gd name="connsiteY111" fmla="*/ 341941 h 1526808"/>
              <a:gd name="connsiteX112" fmla="*/ 566670 w 881465"/>
              <a:gd name="connsiteY112" fmla="*/ 316332 h 1526808"/>
              <a:gd name="connsiteX113" fmla="*/ 621153 w 881465"/>
              <a:gd name="connsiteY113" fmla="*/ 292822 h 1526808"/>
              <a:gd name="connsiteX114" fmla="*/ 694088 w 881465"/>
              <a:gd name="connsiteY114" fmla="*/ 283398 h 1526808"/>
              <a:gd name="connsiteX115" fmla="*/ 826584 w 881465"/>
              <a:gd name="connsiteY115" fmla="*/ 318522 h 1526808"/>
              <a:gd name="connsiteX116" fmla="*/ 837765 w 881465"/>
              <a:gd name="connsiteY116" fmla="*/ 329136 h 1526808"/>
              <a:gd name="connsiteX117" fmla="*/ 866740 w 881465"/>
              <a:gd name="connsiteY117" fmla="*/ 301632 h 1526808"/>
              <a:gd name="connsiteX118" fmla="*/ 881465 w 881465"/>
              <a:gd name="connsiteY118" fmla="*/ 254953 h 1526808"/>
              <a:gd name="connsiteX119" fmla="*/ 866740 w 881465"/>
              <a:gd name="connsiteY119" fmla="*/ 208274 h 1526808"/>
              <a:gd name="connsiteX120" fmla="*/ 844790 w 881465"/>
              <a:gd name="connsiteY120" fmla="*/ 187437 h 1526808"/>
              <a:gd name="connsiteX121" fmla="*/ 826584 w 881465"/>
              <a:gd name="connsiteY121" fmla="*/ 204719 h 1526808"/>
              <a:gd name="connsiteX122" fmla="*/ 694088 w 881465"/>
              <a:gd name="connsiteY122" fmla="*/ 239844 h 1526808"/>
              <a:gd name="connsiteX123" fmla="*/ 621153 w 881465"/>
              <a:gd name="connsiteY123" fmla="*/ 230420 h 1526808"/>
              <a:gd name="connsiteX124" fmla="*/ 566670 w 881465"/>
              <a:gd name="connsiteY124" fmla="*/ 206910 h 1526808"/>
              <a:gd name="connsiteX125" fmla="*/ 566670 w 881465"/>
              <a:gd name="connsiteY125" fmla="*/ 167965 h 1526808"/>
              <a:gd name="connsiteX126" fmla="*/ 621153 w 881465"/>
              <a:gd name="connsiteY126" fmla="*/ 144455 h 1526808"/>
              <a:gd name="connsiteX127" fmla="*/ 694088 w 881465"/>
              <a:gd name="connsiteY127" fmla="*/ 135031 h 1526808"/>
              <a:gd name="connsiteX128" fmla="*/ 826584 w 881465"/>
              <a:gd name="connsiteY128" fmla="*/ 170155 h 1526808"/>
              <a:gd name="connsiteX129" fmla="*/ 844790 w 881465"/>
              <a:gd name="connsiteY129" fmla="*/ 187437 h 1526808"/>
              <a:gd name="connsiteX130" fmla="*/ 866740 w 881465"/>
              <a:gd name="connsiteY130" fmla="*/ 166601 h 1526808"/>
              <a:gd name="connsiteX131" fmla="*/ 881465 w 881465"/>
              <a:gd name="connsiteY131" fmla="*/ 119922 h 1526808"/>
              <a:gd name="connsiteX132" fmla="*/ 694088 w 881465"/>
              <a:gd name="connsiteY132" fmla="*/ 0 h 152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881465" h="1526808">
                <a:moveTo>
                  <a:pt x="694088" y="0"/>
                </a:moveTo>
                <a:cubicBezTo>
                  <a:pt x="668217" y="0"/>
                  <a:pt x="643570" y="3356"/>
                  <a:pt x="621153" y="9424"/>
                </a:cubicBezTo>
                <a:lnTo>
                  <a:pt x="566670" y="32934"/>
                </a:lnTo>
                <a:lnTo>
                  <a:pt x="566670" y="0"/>
                </a:lnTo>
                <a:lnTo>
                  <a:pt x="562384" y="0"/>
                </a:lnTo>
                <a:lnTo>
                  <a:pt x="191916" y="0"/>
                </a:lnTo>
                <a:lnTo>
                  <a:pt x="0" y="0"/>
                </a:lnTo>
                <a:lnTo>
                  <a:pt x="0" y="1526808"/>
                </a:lnTo>
                <a:lnTo>
                  <a:pt x="562384" y="1526808"/>
                </a:lnTo>
                <a:lnTo>
                  <a:pt x="562384" y="1496371"/>
                </a:lnTo>
                <a:lnTo>
                  <a:pt x="611082" y="1517384"/>
                </a:lnTo>
                <a:cubicBezTo>
                  <a:pt x="633499" y="1523453"/>
                  <a:pt x="658146" y="1526808"/>
                  <a:pt x="684017" y="1526808"/>
                </a:cubicBezTo>
                <a:cubicBezTo>
                  <a:pt x="787502" y="1526808"/>
                  <a:pt x="871394" y="1473117"/>
                  <a:pt x="871394" y="1406886"/>
                </a:cubicBezTo>
                <a:cubicBezTo>
                  <a:pt x="871394" y="1390329"/>
                  <a:pt x="866151" y="1374555"/>
                  <a:pt x="856669" y="1360207"/>
                </a:cubicBezTo>
                <a:lnTo>
                  <a:pt x="827694" y="1332703"/>
                </a:lnTo>
                <a:lnTo>
                  <a:pt x="816513" y="1343317"/>
                </a:lnTo>
                <a:cubicBezTo>
                  <a:pt x="782604" y="1365018"/>
                  <a:pt x="735760" y="1378441"/>
                  <a:pt x="684017" y="1378441"/>
                </a:cubicBezTo>
                <a:cubicBezTo>
                  <a:pt x="658146" y="1378441"/>
                  <a:pt x="633500" y="1375086"/>
                  <a:pt x="611082" y="1369017"/>
                </a:cubicBezTo>
                <a:lnTo>
                  <a:pt x="562384" y="1348004"/>
                </a:lnTo>
                <a:lnTo>
                  <a:pt x="562384" y="1317402"/>
                </a:lnTo>
                <a:lnTo>
                  <a:pt x="611082" y="1296389"/>
                </a:lnTo>
                <a:cubicBezTo>
                  <a:pt x="633500" y="1290320"/>
                  <a:pt x="658146" y="1286964"/>
                  <a:pt x="684017" y="1286964"/>
                </a:cubicBezTo>
                <a:cubicBezTo>
                  <a:pt x="735760" y="1286964"/>
                  <a:pt x="782604" y="1300387"/>
                  <a:pt x="816513" y="1322089"/>
                </a:cubicBezTo>
                <a:lnTo>
                  <a:pt x="827694" y="1332703"/>
                </a:lnTo>
                <a:lnTo>
                  <a:pt x="856669" y="1305198"/>
                </a:lnTo>
                <a:cubicBezTo>
                  <a:pt x="866151" y="1290851"/>
                  <a:pt x="871394" y="1275076"/>
                  <a:pt x="871394" y="1258519"/>
                </a:cubicBezTo>
                <a:cubicBezTo>
                  <a:pt x="871394" y="1241961"/>
                  <a:pt x="866151" y="1226187"/>
                  <a:pt x="856669" y="1211840"/>
                </a:cubicBezTo>
                <a:lnTo>
                  <a:pt x="834719" y="1191003"/>
                </a:lnTo>
                <a:lnTo>
                  <a:pt x="816513" y="1208285"/>
                </a:lnTo>
                <a:cubicBezTo>
                  <a:pt x="782604" y="1229987"/>
                  <a:pt x="735760" y="1243410"/>
                  <a:pt x="684017" y="1243410"/>
                </a:cubicBezTo>
                <a:cubicBezTo>
                  <a:pt x="658146" y="1243410"/>
                  <a:pt x="633500" y="1240055"/>
                  <a:pt x="611082" y="1233986"/>
                </a:cubicBezTo>
                <a:lnTo>
                  <a:pt x="562384" y="1212973"/>
                </a:lnTo>
                <a:lnTo>
                  <a:pt x="562384" y="1169035"/>
                </a:lnTo>
                <a:lnTo>
                  <a:pt x="611082" y="1148021"/>
                </a:lnTo>
                <a:cubicBezTo>
                  <a:pt x="633500" y="1141953"/>
                  <a:pt x="658146" y="1138597"/>
                  <a:pt x="684017" y="1138597"/>
                </a:cubicBezTo>
                <a:cubicBezTo>
                  <a:pt x="735760" y="1138597"/>
                  <a:pt x="782604" y="1152020"/>
                  <a:pt x="816513" y="1173721"/>
                </a:cubicBezTo>
                <a:lnTo>
                  <a:pt x="834719" y="1191003"/>
                </a:lnTo>
                <a:lnTo>
                  <a:pt x="856669" y="1170167"/>
                </a:lnTo>
                <a:cubicBezTo>
                  <a:pt x="866151" y="1155819"/>
                  <a:pt x="871394" y="1140045"/>
                  <a:pt x="871394" y="1123488"/>
                </a:cubicBezTo>
                <a:cubicBezTo>
                  <a:pt x="871394" y="1106930"/>
                  <a:pt x="866151" y="1091156"/>
                  <a:pt x="856669" y="1076809"/>
                </a:cubicBezTo>
                <a:lnTo>
                  <a:pt x="827694" y="1049304"/>
                </a:lnTo>
                <a:lnTo>
                  <a:pt x="816513" y="1059918"/>
                </a:lnTo>
                <a:cubicBezTo>
                  <a:pt x="782604" y="1081620"/>
                  <a:pt x="735760" y="1095043"/>
                  <a:pt x="684017" y="1095043"/>
                </a:cubicBezTo>
                <a:cubicBezTo>
                  <a:pt x="658146" y="1095043"/>
                  <a:pt x="633500" y="1091688"/>
                  <a:pt x="611082" y="1085619"/>
                </a:cubicBezTo>
                <a:lnTo>
                  <a:pt x="562384" y="1064606"/>
                </a:lnTo>
                <a:lnTo>
                  <a:pt x="562384" y="1034004"/>
                </a:lnTo>
                <a:lnTo>
                  <a:pt x="611082" y="1012990"/>
                </a:lnTo>
                <a:cubicBezTo>
                  <a:pt x="633500" y="1006922"/>
                  <a:pt x="658146" y="1003566"/>
                  <a:pt x="684017" y="1003566"/>
                </a:cubicBezTo>
                <a:cubicBezTo>
                  <a:pt x="735760" y="1003566"/>
                  <a:pt x="782604" y="1016989"/>
                  <a:pt x="816513" y="1038690"/>
                </a:cubicBezTo>
                <a:lnTo>
                  <a:pt x="827694" y="1049304"/>
                </a:lnTo>
                <a:lnTo>
                  <a:pt x="856669" y="1021800"/>
                </a:lnTo>
                <a:cubicBezTo>
                  <a:pt x="866151" y="1007453"/>
                  <a:pt x="871394" y="991679"/>
                  <a:pt x="871394" y="975121"/>
                </a:cubicBezTo>
                <a:cubicBezTo>
                  <a:pt x="871394" y="958563"/>
                  <a:pt x="866151" y="942789"/>
                  <a:pt x="856669" y="928442"/>
                </a:cubicBezTo>
                <a:lnTo>
                  <a:pt x="834719" y="907605"/>
                </a:lnTo>
                <a:lnTo>
                  <a:pt x="816513" y="924887"/>
                </a:lnTo>
                <a:cubicBezTo>
                  <a:pt x="782604" y="946589"/>
                  <a:pt x="735760" y="960012"/>
                  <a:pt x="684017" y="960012"/>
                </a:cubicBezTo>
                <a:cubicBezTo>
                  <a:pt x="658146" y="960012"/>
                  <a:pt x="633500" y="956657"/>
                  <a:pt x="611082" y="950588"/>
                </a:cubicBezTo>
                <a:lnTo>
                  <a:pt x="562384" y="929575"/>
                </a:lnTo>
                <a:lnTo>
                  <a:pt x="562384" y="885637"/>
                </a:lnTo>
                <a:lnTo>
                  <a:pt x="611082" y="864623"/>
                </a:lnTo>
                <a:cubicBezTo>
                  <a:pt x="633500" y="858555"/>
                  <a:pt x="658146" y="855199"/>
                  <a:pt x="684017" y="855199"/>
                </a:cubicBezTo>
                <a:cubicBezTo>
                  <a:pt x="735760" y="855199"/>
                  <a:pt x="782604" y="868622"/>
                  <a:pt x="816513" y="890323"/>
                </a:cubicBezTo>
                <a:lnTo>
                  <a:pt x="834719" y="907605"/>
                </a:lnTo>
                <a:lnTo>
                  <a:pt x="856669" y="886769"/>
                </a:lnTo>
                <a:cubicBezTo>
                  <a:pt x="866151" y="872422"/>
                  <a:pt x="871394" y="856648"/>
                  <a:pt x="871394" y="840090"/>
                </a:cubicBezTo>
                <a:cubicBezTo>
                  <a:pt x="871394" y="823532"/>
                  <a:pt x="866151" y="807758"/>
                  <a:pt x="856669" y="793411"/>
                </a:cubicBezTo>
                <a:lnTo>
                  <a:pt x="830093" y="768184"/>
                </a:lnTo>
                <a:lnTo>
                  <a:pt x="826584" y="771516"/>
                </a:lnTo>
                <a:cubicBezTo>
                  <a:pt x="792675" y="793218"/>
                  <a:pt x="745831" y="806640"/>
                  <a:pt x="694088" y="806640"/>
                </a:cubicBezTo>
                <a:cubicBezTo>
                  <a:pt x="668217" y="806640"/>
                  <a:pt x="643570" y="803285"/>
                  <a:pt x="621153" y="797216"/>
                </a:cubicBezTo>
                <a:lnTo>
                  <a:pt x="566670" y="773707"/>
                </a:lnTo>
                <a:lnTo>
                  <a:pt x="566670" y="806639"/>
                </a:lnTo>
                <a:lnTo>
                  <a:pt x="562384" y="806639"/>
                </a:lnTo>
                <a:lnTo>
                  <a:pt x="562384" y="750606"/>
                </a:lnTo>
                <a:lnTo>
                  <a:pt x="611082" y="729592"/>
                </a:lnTo>
                <a:cubicBezTo>
                  <a:pt x="633499" y="723524"/>
                  <a:pt x="658146" y="720168"/>
                  <a:pt x="684017" y="720168"/>
                </a:cubicBezTo>
                <a:cubicBezTo>
                  <a:pt x="735760" y="720168"/>
                  <a:pt x="782604" y="733591"/>
                  <a:pt x="816513" y="755293"/>
                </a:cubicBezTo>
                <a:lnTo>
                  <a:pt x="830093" y="768184"/>
                </a:lnTo>
                <a:lnTo>
                  <a:pt x="866740" y="733397"/>
                </a:lnTo>
                <a:cubicBezTo>
                  <a:pt x="876222" y="719050"/>
                  <a:pt x="881465" y="703276"/>
                  <a:pt x="881465" y="686718"/>
                </a:cubicBezTo>
                <a:cubicBezTo>
                  <a:pt x="881465" y="670161"/>
                  <a:pt x="876222" y="654387"/>
                  <a:pt x="866740" y="640039"/>
                </a:cubicBezTo>
                <a:lnTo>
                  <a:pt x="837765" y="612535"/>
                </a:lnTo>
                <a:lnTo>
                  <a:pt x="826584" y="623149"/>
                </a:lnTo>
                <a:cubicBezTo>
                  <a:pt x="792675" y="644850"/>
                  <a:pt x="745831" y="658273"/>
                  <a:pt x="694088" y="658273"/>
                </a:cubicBezTo>
                <a:cubicBezTo>
                  <a:pt x="668217" y="658273"/>
                  <a:pt x="643571" y="654918"/>
                  <a:pt x="621153" y="648849"/>
                </a:cubicBezTo>
                <a:lnTo>
                  <a:pt x="566670" y="625340"/>
                </a:lnTo>
                <a:lnTo>
                  <a:pt x="566670" y="599730"/>
                </a:lnTo>
                <a:lnTo>
                  <a:pt x="621153" y="576221"/>
                </a:lnTo>
                <a:cubicBezTo>
                  <a:pt x="643571" y="570152"/>
                  <a:pt x="668217" y="566796"/>
                  <a:pt x="694088" y="566796"/>
                </a:cubicBezTo>
                <a:cubicBezTo>
                  <a:pt x="745831" y="566796"/>
                  <a:pt x="792675" y="580219"/>
                  <a:pt x="826584" y="601921"/>
                </a:cubicBezTo>
                <a:lnTo>
                  <a:pt x="837765" y="612535"/>
                </a:lnTo>
                <a:lnTo>
                  <a:pt x="866740" y="585030"/>
                </a:lnTo>
                <a:cubicBezTo>
                  <a:pt x="876222" y="570683"/>
                  <a:pt x="881465" y="554908"/>
                  <a:pt x="881465" y="538351"/>
                </a:cubicBezTo>
                <a:cubicBezTo>
                  <a:pt x="881465" y="521793"/>
                  <a:pt x="876222" y="506019"/>
                  <a:pt x="866740" y="491672"/>
                </a:cubicBezTo>
                <a:lnTo>
                  <a:pt x="844790" y="470835"/>
                </a:lnTo>
                <a:lnTo>
                  <a:pt x="826584" y="488117"/>
                </a:lnTo>
                <a:cubicBezTo>
                  <a:pt x="792675" y="509819"/>
                  <a:pt x="745831" y="523242"/>
                  <a:pt x="694088" y="523242"/>
                </a:cubicBezTo>
                <a:cubicBezTo>
                  <a:pt x="668217" y="523242"/>
                  <a:pt x="643571" y="519887"/>
                  <a:pt x="621153" y="513818"/>
                </a:cubicBezTo>
                <a:lnTo>
                  <a:pt x="566670" y="490308"/>
                </a:lnTo>
                <a:lnTo>
                  <a:pt x="566670" y="451363"/>
                </a:lnTo>
                <a:lnTo>
                  <a:pt x="621153" y="427853"/>
                </a:lnTo>
                <a:cubicBezTo>
                  <a:pt x="643571" y="421785"/>
                  <a:pt x="668217" y="418429"/>
                  <a:pt x="694088" y="418429"/>
                </a:cubicBezTo>
                <a:cubicBezTo>
                  <a:pt x="745831" y="418429"/>
                  <a:pt x="792675" y="431852"/>
                  <a:pt x="826584" y="453553"/>
                </a:cubicBezTo>
                <a:lnTo>
                  <a:pt x="844790" y="470835"/>
                </a:lnTo>
                <a:lnTo>
                  <a:pt x="866740" y="449999"/>
                </a:lnTo>
                <a:cubicBezTo>
                  <a:pt x="876222" y="435651"/>
                  <a:pt x="881465" y="419877"/>
                  <a:pt x="881465" y="403320"/>
                </a:cubicBezTo>
                <a:cubicBezTo>
                  <a:pt x="881465" y="386762"/>
                  <a:pt x="876222" y="370988"/>
                  <a:pt x="866740" y="356641"/>
                </a:cubicBezTo>
                <a:lnTo>
                  <a:pt x="837765" y="329136"/>
                </a:lnTo>
                <a:lnTo>
                  <a:pt x="826584" y="339750"/>
                </a:lnTo>
                <a:cubicBezTo>
                  <a:pt x="792675" y="361452"/>
                  <a:pt x="745831" y="374875"/>
                  <a:pt x="694088" y="374875"/>
                </a:cubicBezTo>
                <a:cubicBezTo>
                  <a:pt x="668217" y="374875"/>
                  <a:pt x="643571" y="371520"/>
                  <a:pt x="621153" y="365451"/>
                </a:cubicBezTo>
                <a:lnTo>
                  <a:pt x="566670" y="341941"/>
                </a:lnTo>
                <a:lnTo>
                  <a:pt x="566670" y="316332"/>
                </a:lnTo>
                <a:lnTo>
                  <a:pt x="621153" y="292822"/>
                </a:lnTo>
                <a:cubicBezTo>
                  <a:pt x="643571" y="286754"/>
                  <a:pt x="668217" y="283398"/>
                  <a:pt x="694088" y="283398"/>
                </a:cubicBezTo>
                <a:cubicBezTo>
                  <a:pt x="745831" y="283398"/>
                  <a:pt x="792675" y="296821"/>
                  <a:pt x="826584" y="318522"/>
                </a:cubicBezTo>
                <a:lnTo>
                  <a:pt x="837765" y="329136"/>
                </a:lnTo>
                <a:lnTo>
                  <a:pt x="866740" y="301632"/>
                </a:lnTo>
                <a:cubicBezTo>
                  <a:pt x="876222" y="287285"/>
                  <a:pt x="881465" y="271511"/>
                  <a:pt x="881465" y="254953"/>
                </a:cubicBezTo>
                <a:cubicBezTo>
                  <a:pt x="881465" y="238395"/>
                  <a:pt x="876222" y="222621"/>
                  <a:pt x="866740" y="208274"/>
                </a:cubicBezTo>
                <a:lnTo>
                  <a:pt x="844790" y="187437"/>
                </a:lnTo>
                <a:lnTo>
                  <a:pt x="826584" y="204719"/>
                </a:lnTo>
                <a:cubicBezTo>
                  <a:pt x="792675" y="226421"/>
                  <a:pt x="745831" y="239844"/>
                  <a:pt x="694088" y="239844"/>
                </a:cubicBezTo>
                <a:cubicBezTo>
                  <a:pt x="668217" y="239844"/>
                  <a:pt x="643571" y="236489"/>
                  <a:pt x="621153" y="230420"/>
                </a:cubicBezTo>
                <a:lnTo>
                  <a:pt x="566670" y="206910"/>
                </a:lnTo>
                <a:lnTo>
                  <a:pt x="566670" y="167965"/>
                </a:lnTo>
                <a:lnTo>
                  <a:pt x="621153" y="144455"/>
                </a:lnTo>
                <a:cubicBezTo>
                  <a:pt x="643571" y="138387"/>
                  <a:pt x="668217" y="135031"/>
                  <a:pt x="694088" y="135031"/>
                </a:cubicBezTo>
                <a:cubicBezTo>
                  <a:pt x="745831" y="135031"/>
                  <a:pt x="792675" y="148454"/>
                  <a:pt x="826584" y="170155"/>
                </a:cubicBezTo>
                <a:lnTo>
                  <a:pt x="844790" y="187437"/>
                </a:lnTo>
                <a:lnTo>
                  <a:pt x="866740" y="166601"/>
                </a:lnTo>
                <a:cubicBezTo>
                  <a:pt x="876222" y="152254"/>
                  <a:pt x="881465" y="136480"/>
                  <a:pt x="881465" y="119922"/>
                </a:cubicBezTo>
                <a:cubicBezTo>
                  <a:pt x="881465" y="53691"/>
                  <a:pt x="797573" y="0"/>
                  <a:pt x="694088" y="0"/>
                </a:cubicBezTo>
                <a:close/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2A16EEC3-6AE9-4D80-8682-0ECE0A395D9B}"/>
              </a:ext>
            </a:extLst>
          </p:cNvPr>
          <p:cNvSpPr/>
          <p:nvPr/>
        </p:nvSpPr>
        <p:spPr>
          <a:xfrm flipH="1">
            <a:off x="3301616" y="3940057"/>
            <a:ext cx="689549" cy="806640"/>
          </a:xfrm>
          <a:custGeom>
            <a:avLst/>
            <a:gdLst>
              <a:gd name="connsiteX0" fmla="*/ 0 w 689549"/>
              <a:gd name="connsiteY0" fmla="*/ 0 h 806640"/>
              <a:gd name="connsiteX1" fmla="*/ 374754 w 689549"/>
              <a:gd name="connsiteY1" fmla="*/ 0 h 806640"/>
              <a:gd name="connsiteX2" fmla="*/ 374754 w 689549"/>
              <a:gd name="connsiteY2" fmla="*/ 32934 h 806640"/>
              <a:gd name="connsiteX3" fmla="*/ 429237 w 689549"/>
              <a:gd name="connsiteY3" fmla="*/ 9424 h 806640"/>
              <a:gd name="connsiteX4" fmla="*/ 502172 w 689549"/>
              <a:gd name="connsiteY4" fmla="*/ 0 h 806640"/>
              <a:gd name="connsiteX5" fmla="*/ 689549 w 689549"/>
              <a:gd name="connsiteY5" fmla="*/ 119922 h 806640"/>
              <a:gd name="connsiteX6" fmla="*/ 674824 w 689549"/>
              <a:gd name="connsiteY6" fmla="*/ 166601 h 806640"/>
              <a:gd name="connsiteX7" fmla="*/ 652874 w 689549"/>
              <a:gd name="connsiteY7" fmla="*/ 187437 h 806640"/>
              <a:gd name="connsiteX8" fmla="*/ 634668 w 689549"/>
              <a:gd name="connsiteY8" fmla="*/ 170155 h 806640"/>
              <a:gd name="connsiteX9" fmla="*/ 502172 w 689549"/>
              <a:gd name="connsiteY9" fmla="*/ 135031 h 806640"/>
              <a:gd name="connsiteX10" fmla="*/ 429237 w 689549"/>
              <a:gd name="connsiteY10" fmla="*/ 144455 h 806640"/>
              <a:gd name="connsiteX11" fmla="*/ 374754 w 689549"/>
              <a:gd name="connsiteY11" fmla="*/ 167965 h 806640"/>
              <a:gd name="connsiteX12" fmla="*/ 374754 w 689549"/>
              <a:gd name="connsiteY12" fmla="*/ 206910 h 806640"/>
              <a:gd name="connsiteX13" fmla="*/ 429237 w 689549"/>
              <a:gd name="connsiteY13" fmla="*/ 230420 h 806640"/>
              <a:gd name="connsiteX14" fmla="*/ 502172 w 689549"/>
              <a:gd name="connsiteY14" fmla="*/ 239844 h 806640"/>
              <a:gd name="connsiteX15" fmla="*/ 634668 w 689549"/>
              <a:gd name="connsiteY15" fmla="*/ 204719 h 806640"/>
              <a:gd name="connsiteX16" fmla="*/ 652874 w 689549"/>
              <a:gd name="connsiteY16" fmla="*/ 187437 h 806640"/>
              <a:gd name="connsiteX17" fmla="*/ 674824 w 689549"/>
              <a:gd name="connsiteY17" fmla="*/ 208274 h 806640"/>
              <a:gd name="connsiteX18" fmla="*/ 689549 w 689549"/>
              <a:gd name="connsiteY18" fmla="*/ 254953 h 806640"/>
              <a:gd name="connsiteX19" fmla="*/ 674824 w 689549"/>
              <a:gd name="connsiteY19" fmla="*/ 301632 h 806640"/>
              <a:gd name="connsiteX20" fmla="*/ 645849 w 689549"/>
              <a:gd name="connsiteY20" fmla="*/ 329136 h 806640"/>
              <a:gd name="connsiteX21" fmla="*/ 634668 w 689549"/>
              <a:gd name="connsiteY21" fmla="*/ 318522 h 806640"/>
              <a:gd name="connsiteX22" fmla="*/ 502172 w 689549"/>
              <a:gd name="connsiteY22" fmla="*/ 283398 h 806640"/>
              <a:gd name="connsiteX23" fmla="*/ 429237 w 689549"/>
              <a:gd name="connsiteY23" fmla="*/ 292822 h 806640"/>
              <a:gd name="connsiteX24" fmla="*/ 374754 w 689549"/>
              <a:gd name="connsiteY24" fmla="*/ 316332 h 806640"/>
              <a:gd name="connsiteX25" fmla="*/ 374754 w 689549"/>
              <a:gd name="connsiteY25" fmla="*/ 341941 h 806640"/>
              <a:gd name="connsiteX26" fmla="*/ 429237 w 689549"/>
              <a:gd name="connsiteY26" fmla="*/ 365451 h 806640"/>
              <a:gd name="connsiteX27" fmla="*/ 502172 w 689549"/>
              <a:gd name="connsiteY27" fmla="*/ 374875 h 806640"/>
              <a:gd name="connsiteX28" fmla="*/ 634668 w 689549"/>
              <a:gd name="connsiteY28" fmla="*/ 339750 h 806640"/>
              <a:gd name="connsiteX29" fmla="*/ 645849 w 689549"/>
              <a:gd name="connsiteY29" fmla="*/ 329136 h 806640"/>
              <a:gd name="connsiteX30" fmla="*/ 674824 w 689549"/>
              <a:gd name="connsiteY30" fmla="*/ 356641 h 806640"/>
              <a:gd name="connsiteX31" fmla="*/ 689549 w 689549"/>
              <a:gd name="connsiteY31" fmla="*/ 403320 h 806640"/>
              <a:gd name="connsiteX32" fmla="*/ 674824 w 689549"/>
              <a:gd name="connsiteY32" fmla="*/ 449999 h 806640"/>
              <a:gd name="connsiteX33" fmla="*/ 652874 w 689549"/>
              <a:gd name="connsiteY33" fmla="*/ 470835 h 806640"/>
              <a:gd name="connsiteX34" fmla="*/ 634668 w 689549"/>
              <a:gd name="connsiteY34" fmla="*/ 453553 h 806640"/>
              <a:gd name="connsiteX35" fmla="*/ 502172 w 689549"/>
              <a:gd name="connsiteY35" fmla="*/ 418429 h 806640"/>
              <a:gd name="connsiteX36" fmla="*/ 429237 w 689549"/>
              <a:gd name="connsiteY36" fmla="*/ 427853 h 806640"/>
              <a:gd name="connsiteX37" fmla="*/ 374754 w 689549"/>
              <a:gd name="connsiteY37" fmla="*/ 451363 h 806640"/>
              <a:gd name="connsiteX38" fmla="*/ 374754 w 689549"/>
              <a:gd name="connsiteY38" fmla="*/ 490308 h 806640"/>
              <a:gd name="connsiteX39" fmla="*/ 429237 w 689549"/>
              <a:gd name="connsiteY39" fmla="*/ 513818 h 806640"/>
              <a:gd name="connsiteX40" fmla="*/ 502172 w 689549"/>
              <a:gd name="connsiteY40" fmla="*/ 523242 h 806640"/>
              <a:gd name="connsiteX41" fmla="*/ 634668 w 689549"/>
              <a:gd name="connsiteY41" fmla="*/ 488117 h 806640"/>
              <a:gd name="connsiteX42" fmla="*/ 652874 w 689549"/>
              <a:gd name="connsiteY42" fmla="*/ 470835 h 806640"/>
              <a:gd name="connsiteX43" fmla="*/ 674824 w 689549"/>
              <a:gd name="connsiteY43" fmla="*/ 491672 h 806640"/>
              <a:gd name="connsiteX44" fmla="*/ 689549 w 689549"/>
              <a:gd name="connsiteY44" fmla="*/ 538351 h 806640"/>
              <a:gd name="connsiteX45" fmla="*/ 674824 w 689549"/>
              <a:gd name="connsiteY45" fmla="*/ 585030 h 806640"/>
              <a:gd name="connsiteX46" fmla="*/ 645849 w 689549"/>
              <a:gd name="connsiteY46" fmla="*/ 612535 h 806640"/>
              <a:gd name="connsiteX47" fmla="*/ 634668 w 689549"/>
              <a:gd name="connsiteY47" fmla="*/ 601921 h 806640"/>
              <a:gd name="connsiteX48" fmla="*/ 502172 w 689549"/>
              <a:gd name="connsiteY48" fmla="*/ 566796 h 806640"/>
              <a:gd name="connsiteX49" fmla="*/ 429237 w 689549"/>
              <a:gd name="connsiteY49" fmla="*/ 576221 h 806640"/>
              <a:gd name="connsiteX50" fmla="*/ 374754 w 689549"/>
              <a:gd name="connsiteY50" fmla="*/ 599730 h 806640"/>
              <a:gd name="connsiteX51" fmla="*/ 374754 w 689549"/>
              <a:gd name="connsiteY51" fmla="*/ 625340 h 806640"/>
              <a:gd name="connsiteX52" fmla="*/ 429237 w 689549"/>
              <a:gd name="connsiteY52" fmla="*/ 648849 h 806640"/>
              <a:gd name="connsiteX53" fmla="*/ 502172 w 689549"/>
              <a:gd name="connsiteY53" fmla="*/ 658273 h 806640"/>
              <a:gd name="connsiteX54" fmla="*/ 634668 w 689549"/>
              <a:gd name="connsiteY54" fmla="*/ 623149 h 806640"/>
              <a:gd name="connsiteX55" fmla="*/ 645849 w 689549"/>
              <a:gd name="connsiteY55" fmla="*/ 612535 h 806640"/>
              <a:gd name="connsiteX56" fmla="*/ 674824 w 689549"/>
              <a:gd name="connsiteY56" fmla="*/ 640039 h 806640"/>
              <a:gd name="connsiteX57" fmla="*/ 689549 w 689549"/>
              <a:gd name="connsiteY57" fmla="*/ 686718 h 806640"/>
              <a:gd name="connsiteX58" fmla="*/ 502172 w 689549"/>
              <a:gd name="connsiteY58" fmla="*/ 806640 h 806640"/>
              <a:gd name="connsiteX59" fmla="*/ 429237 w 689549"/>
              <a:gd name="connsiteY59" fmla="*/ 797216 h 806640"/>
              <a:gd name="connsiteX60" fmla="*/ 374754 w 689549"/>
              <a:gd name="connsiteY60" fmla="*/ 773707 h 806640"/>
              <a:gd name="connsiteX61" fmla="*/ 374754 w 689549"/>
              <a:gd name="connsiteY61" fmla="*/ 806639 h 806640"/>
              <a:gd name="connsiteX62" fmla="*/ 0 w 689549"/>
              <a:gd name="connsiteY62" fmla="*/ 806639 h 80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689549" h="806640">
                <a:moveTo>
                  <a:pt x="0" y="0"/>
                </a:moveTo>
                <a:lnTo>
                  <a:pt x="374754" y="0"/>
                </a:lnTo>
                <a:lnTo>
                  <a:pt x="374754" y="32934"/>
                </a:lnTo>
                <a:lnTo>
                  <a:pt x="429237" y="9424"/>
                </a:lnTo>
                <a:cubicBezTo>
                  <a:pt x="451654" y="3356"/>
                  <a:pt x="476301" y="0"/>
                  <a:pt x="502172" y="0"/>
                </a:cubicBezTo>
                <a:cubicBezTo>
                  <a:pt x="605657" y="0"/>
                  <a:pt x="689549" y="53691"/>
                  <a:pt x="689549" y="119922"/>
                </a:cubicBezTo>
                <a:cubicBezTo>
                  <a:pt x="689549" y="136480"/>
                  <a:pt x="684306" y="152254"/>
                  <a:pt x="674824" y="166601"/>
                </a:cubicBezTo>
                <a:lnTo>
                  <a:pt x="652874" y="187437"/>
                </a:lnTo>
                <a:lnTo>
                  <a:pt x="634668" y="170155"/>
                </a:lnTo>
                <a:cubicBezTo>
                  <a:pt x="600759" y="148454"/>
                  <a:pt x="553915" y="135031"/>
                  <a:pt x="502172" y="135031"/>
                </a:cubicBezTo>
                <a:cubicBezTo>
                  <a:pt x="476301" y="135031"/>
                  <a:pt x="451655" y="138387"/>
                  <a:pt x="429237" y="144455"/>
                </a:cubicBezTo>
                <a:lnTo>
                  <a:pt x="374754" y="167965"/>
                </a:lnTo>
                <a:lnTo>
                  <a:pt x="374754" y="206910"/>
                </a:lnTo>
                <a:lnTo>
                  <a:pt x="429237" y="230420"/>
                </a:lnTo>
                <a:cubicBezTo>
                  <a:pt x="451655" y="236489"/>
                  <a:pt x="476301" y="239844"/>
                  <a:pt x="502172" y="239844"/>
                </a:cubicBezTo>
                <a:cubicBezTo>
                  <a:pt x="553915" y="239844"/>
                  <a:pt x="600759" y="226421"/>
                  <a:pt x="634668" y="204719"/>
                </a:cubicBezTo>
                <a:lnTo>
                  <a:pt x="652874" y="187437"/>
                </a:lnTo>
                <a:lnTo>
                  <a:pt x="674824" y="208274"/>
                </a:lnTo>
                <a:cubicBezTo>
                  <a:pt x="684306" y="222621"/>
                  <a:pt x="689549" y="238395"/>
                  <a:pt x="689549" y="254953"/>
                </a:cubicBezTo>
                <a:cubicBezTo>
                  <a:pt x="689549" y="271511"/>
                  <a:pt x="684306" y="287285"/>
                  <a:pt x="674824" y="301632"/>
                </a:cubicBezTo>
                <a:lnTo>
                  <a:pt x="645849" y="329136"/>
                </a:lnTo>
                <a:lnTo>
                  <a:pt x="634668" y="318522"/>
                </a:lnTo>
                <a:cubicBezTo>
                  <a:pt x="600759" y="296821"/>
                  <a:pt x="553915" y="283398"/>
                  <a:pt x="502172" y="283398"/>
                </a:cubicBezTo>
                <a:cubicBezTo>
                  <a:pt x="476301" y="283398"/>
                  <a:pt x="451655" y="286754"/>
                  <a:pt x="429237" y="292822"/>
                </a:cubicBezTo>
                <a:lnTo>
                  <a:pt x="374754" y="316332"/>
                </a:lnTo>
                <a:lnTo>
                  <a:pt x="374754" y="341941"/>
                </a:lnTo>
                <a:lnTo>
                  <a:pt x="429237" y="365451"/>
                </a:lnTo>
                <a:cubicBezTo>
                  <a:pt x="451655" y="371520"/>
                  <a:pt x="476301" y="374875"/>
                  <a:pt x="502172" y="374875"/>
                </a:cubicBezTo>
                <a:cubicBezTo>
                  <a:pt x="553915" y="374875"/>
                  <a:pt x="600759" y="361452"/>
                  <a:pt x="634668" y="339750"/>
                </a:cubicBezTo>
                <a:lnTo>
                  <a:pt x="645849" y="329136"/>
                </a:lnTo>
                <a:lnTo>
                  <a:pt x="674824" y="356641"/>
                </a:lnTo>
                <a:cubicBezTo>
                  <a:pt x="684306" y="370988"/>
                  <a:pt x="689549" y="386762"/>
                  <a:pt x="689549" y="403320"/>
                </a:cubicBezTo>
                <a:cubicBezTo>
                  <a:pt x="689549" y="419877"/>
                  <a:pt x="684306" y="435651"/>
                  <a:pt x="674824" y="449999"/>
                </a:cubicBezTo>
                <a:lnTo>
                  <a:pt x="652874" y="470835"/>
                </a:lnTo>
                <a:lnTo>
                  <a:pt x="634668" y="453553"/>
                </a:lnTo>
                <a:cubicBezTo>
                  <a:pt x="600759" y="431852"/>
                  <a:pt x="553915" y="418429"/>
                  <a:pt x="502172" y="418429"/>
                </a:cubicBezTo>
                <a:cubicBezTo>
                  <a:pt x="476301" y="418429"/>
                  <a:pt x="451655" y="421785"/>
                  <a:pt x="429237" y="427853"/>
                </a:cubicBezTo>
                <a:lnTo>
                  <a:pt x="374754" y="451363"/>
                </a:lnTo>
                <a:lnTo>
                  <a:pt x="374754" y="490308"/>
                </a:lnTo>
                <a:lnTo>
                  <a:pt x="429237" y="513818"/>
                </a:lnTo>
                <a:cubicBezTo>
                  <a:pt x="451655" y="519887"/>
                  <a:pt x="476301" y="523242"/>
                  <a:pt x="502172" y="523242"/>
                </a:cubicBezTo>
                <a:cubicBezTo>
                  <a:pt x="553915" y="523242"/>
                  <a:pt x="600759" y="509819"/>
                  <a:pt x="634668" y="488117"/>
                </a:cubicBezTo>
                <a:lnTo>
                  <a:pt x="652874" y="470835"/>
                </a:lnTo>
                <a:lnTo>
                  <a:pt x="674824" y="491672"/>
                </a:lnTo>
                <a:cubicBezTo>
                  <a:pt x="684306" y="506019"/>
                  <a:pt x="689549" y="521793"/>
                  <a:pt x="689549" y="538351"/>
                </a:cubicBezTo>
                <a:cubicBezTo>
                  <a:pt x="689549" y="554908"/>
                  <a:pt x="684306" y="570683"/>
                  <a:pt x="674824" y="585030"/>
                </a:cubicBezTo>
                <a:lnTo>
                  <a:pt x="645849" y="612535"/>
                </a:lnTo>
                <a:lnTo>
                  <a:pt x="634668" y="601921"/>
                </a:lnTo>
                <a:cubicBezTo>
                  <a:pt x="600759" y="580219"/>
                  <a:pt x="553915" y="566796"/>
                  <a:pt x="502172" y="566796"/>
                </a:cubicBezTo>
                <a:cubicBezTo>
                  <a:pt x="476301" y="566796"/>
                  <a:pt x="451655" y="570152"/>
                  <a:pt x="429237" y="576221"/>
                </a:cubicBezTo>
                <a:lnTo>
                  <a:pt x="374754" y="599730"/>
                </a:lnTo>
                <a:lnTo>
                  <a:pt x="374754" y="625340"/>
                </a:lnTo>
                <a:lnTo>
                  <a:pt x="429237" y="648849"/>
                </a:lnTo>
                <a:cubicBezTo>
                  <a:pt x="451655" y="654918"/>
                  <a:pt x="476301" y="658273"/>
                  <a:pt x="502172" y="658273"/>
                </a:cubicBezTo>
                <a:cubicBezTo>
                  <a:pt x="553915" y="658273"/>
                  <a:pt x="600759" y="644850"/>
                  <a:pt x="634668" y="623149"/>
                </a:cubicBezTo>
                <a:lnTo>
                  <a:pt x="645849" y="612535"/>
                </a:lnTo>
                <a:lnTo>
                  <a:pt x="674824" y="640039"/>
                </a:lnTo>
                <a:cubicBezTo>
                  <a:pt x="684306" y="654387"/>
                  <a:pt x="689549" y="670161"/>
                  <a:pt x="689549" y="686718"/>
                </a:cubicBezTo>
                <a:cubicBezTo>
                  <a:pt x="689549" y="752949"/>
                  <a:pt x="605657" y="806640"/>
                  <a:pt x="502172" y="806640"/>
                </a:cubicBezTo>
                <a:cubicBezTo>
                  <a:pt x="476301" y="806640"/>
                  <a:pt x="451654" y="803285"/>
                  <a:pt x="429237" y="797216"/>
                </a:cubicBezTo>
                <a:lnTo>
                  <a:pt x="374754" y="773707"/>
                </a:lnTo>
                <a:lnTo>
                  <a:pt x="374754" y="806639"/>
                </a:lnTo>
                <a:lnTo>
                  <a:pt x="0" y="806639"/>
                </a:lnTo>
                <a:close/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3926129" y="3883047"/>
            <a:ext cx="1082481" cy="144000"/>
            <a:chOff x="1199213" y="3357000"/>
            <a:chExt cx="1082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F39CD7-907B-4B88-BCD9-2BF7122679EF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3926129" y="4659707"/>
            <a:ext cx="1082481" cy="144000"/>
            <a:chOff x="1199213" y="3357000"/>
            <a:chExt cx="1082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9B87E0-2170-4028-95C5-8EF3D0609E7E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D7ECC41-9D61-4027-A346-71D66A21E8FA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3991165" y="4027047"/>
            <a:ext cx="6964" cy="63266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1292165" y="3507973"/>
            <a:ext cx="1082481" cy="144000"/>
            <a:chOff x="1199213" y="3357000"/>
            <a:chExt cx="1082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ED3766-F2B2-4B9D-8371-99D554C847FD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1295115" y="5034781"/>
            <a:ext cx="1082481" cy="144000"/>
            <a:chOff x="1199213" y="3357000"/>
            <a:chExt cx="1082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E540B-8863-41D2-BAC1-E8B8C1C5643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9BF633-A896-42A5-8A62-AC3F45EEDDE4}"/>
              </a:ext>
            </a:extLst>
          </p:cNvPr>
          <p:cNvCxnSpPr>
            <a:cxnSpLocks/>
          </p:cNvCxnSpPr>
          <p:nvPr/>
        </p:nvCxnSpPr>
        <p:spPr>
          <a:xfrm>
            <a:off x="2317636" y="3651973"/>
            <a:ext cx="2950" cy="1382808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6AEDD0B-7F7F-42DB-B429-790C77F6DC95}"/>
                  </a:ext>
                </a:extLst>
              </p:cNvPr>
              <p:cNvSpPr txBox="1"/>
              <p:nvPr/>
            </p:nvSpPr>
            <p:spPr>
              <a:xfrm>
                <a:off x="2834148" y="2958121"/>
                <a:ext cx="9349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:1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6AEDD0B-7F7F-42DB-B429-790C77F6D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148" y="2958121"/>
                <a:ext cx="93493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1814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23868"/>
                <a:ext cx="10772775" cy="68954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23868"/>
                <a:ext cx="10772775" cy="689548"/>
              </a:xfrm>
              <a:blipFill>
                <a:blip r:embed="rId2"/>
                <a:stretch>
                  <a:fillRect l="-1302" t="-4425" b="-203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389744" y="3581852"/>
            <a:ext cx="1082481" cy="144000"/>
            <a:chOff x="1199213" y="3357000"/>
            <a:chExt cx="1082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ED3766-F2B2-4B9D-8371-99D554C847FD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389743" y="5140031"/>
            <a:ext cx="1082481" cy="144000"/>
            <a:chOff x="1199213" y="3357000"/>
            <a:chExt cx="1082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E540B-8863-41D2-BAC1-E8B8C1C5643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2925579" y="3581852"/>
            <a:ext cx="1082481" cy="144000"/>
            <a:chOff x="1199213" y="3357000"/>
            <a:chExt cx="1082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F39CD7-907B-4B88-BCD9-2BF7122679EF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2925579" y="5140031"/>
            <a:ext cx="1082481" cy="144000"/>
            <a:chOff x="1199213" y="3357000"/>
            <a:chExt cx="1082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9B87E0-2170-4028-95C5-8EF3D0609E7E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8EBB71-ADF4-44A1-8891-4443802DAE13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1472224" y="5212031"/>
            <a:ext cx="145335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211720" y="4102299"/>
                <a:ext cx="6569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20" y="4102299"/>
                <a:ext cx="65697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4526572" y="2327124"/>
                <a:ext cx="7459093" cy="36293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72" y="2327124"/>
                <a:ext cx="7459093" cy="3629391"/>
              </a:xfrm>
              <a:prstGeom prst="rect">
                <a:avLst/>
              </a:prstGeom>
              <a:blipFill>
                <a:blip r:embed="rId4"/>
                <a:stretch>
                  <a:fillRect l="-21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41836E4-92D9-4C19-99CB-1D7B01FF4CD4}"/>
              </a:ext>
            </a:extLst>
          </p:cNvPr>
          <p:cNvSpPr/>
          <p:nvPr/>
        </p:nvSpPr>
        <p:spPr>
          <a:xfrm rot="5400000">
            <a:off x="947882" y="4235064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FE2F5E-F8DD-4A69-B855-6A4F44884E00}"/>
              </a:ext>
            </a:extLst>
          </p:cNvPr>
          <p:cNvCxnSpPr>
            <a:cxnSpLocks/>
            <a:stCxn id="9" idx="4"/>
            <a:endCxn id="4" idx="1"/>
          </p:cNvCxnSpPr>
          <p:nvPr/>
        </p:nvCxnSpPr>
        <p:spPr>
          <a:xfrm flipH="1">
            <a:off x="1398265" y="3725852"/>
            <a:ext cx="1960" cy="2584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C5DA56-49E1-426D-98BC-CA26DF263D45}"/>
              </a:ext>
            </a:extLst>
          </p:cNvPr>
          <p:cNvCxnSpPr>
            <a:cxnSpLocks/>
            <a:stCxn id="4" idx="3"/>
            <a:endCxn id="15" idx="0"/>
          </p:cNvCxnSpPr>
          <p:nvPr/>
        </p:nvCxnSpPr>
        <p:spPr>
          <a:xfrm>
            <a:off x="1398265" y="4885078"/>
            <a:ext cx="1959" cy="2549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0F68FD6-7BCC-4AF7-8EC7-4294AC4DAF17}"/>
                  </a:ext>
                </a:extLst>
              </p:cNvPr>
              <p:cNvSpPr txBox="1"/>
              <p:nvPr/>
            </p:nvSpPr>
            <p:spPr>
              <a:xfrm>
                <a:off x="1541968" y="4102299"/>
                <a:ext cx="6474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0F68FD6-7BCC-4AF7-8EC7-4294AC4D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968" y="4102299"/>
                <a:ext cx="64748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02E45D-4D45-4994-9B48-FB5E6E830BC4}"/>
              </a:ext>
            </a:extLst>
          </p:cNvPr>
          <p:cNvCxnSpPr>
            <a:cxnSpLocks/>
            <a:stCxn id="9" idx="6"/>
            <a:endCxn id="43" idx="1"/>
          </p:cNvCxnSpPr>
          <p:nvPr/>
        </p:nvCxnSpPr>
        <p:spPr>
          <a:xfrm>
            <a:off x="1472225" y="3653852"/>
            <a:ext cx="341585" cy="47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2E9D298-4FBE-41D0-8D5C-B605A2ADCA18}"/>
              </a:ext>
            </a:extLst>
          </p:cNvPr>
          <p:cNvSpPr/>
          <p:nvPr/>
        </p:nvSpPr>
        <p:spPr>
          <a:xfrm rot="5400000">
            <a:off x="2547195" y="4222347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B11C7CE-9928-4737-BD28-2FEDDC1592A5}"/>
              </a:ext>
            </a:extLst>
          </p:cNvPr>
          <p:cNvCxnSpPr>
            <a:cxnSpLocks/>
            <a:stCxn id="18" idx="4"/>
            <a:endCxn id="38" idx="1"/>
          </p:cNvCxnSpPr>
          <p:nvPr/>
        </p:nvCxnSpPr>
        <p:spPr>
          <a:xfrm flipH="1">
            <a:off x="2997578" y="3725852"/>
            <a:ext cx="1" cy="24574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3D58223-785C-4BB1-8353-3FA9B611C655}"/>
              </a:ext>
            </a:extLst>
          </p:cNvPr>
          <p:cNvCxnSpPr>
            <a:cxnSpLocks/>
            <a:stCxn id="38" idx="3"/>
            <a:endCxn id="22" idx="0"/>
          </p:cNvCxnSpPr>
          <p:nvPr/>
        </p:nvCxnSpPr>
        <p:spPr>
          <a:xfrm>
            <a:off x="2997578" y="4872361"/>
            <a:ext cx="1" cy="26767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0417A40B-F05B-4A37-ADCE-52F8DF76A94C}"/>
              </a:ext>
            </a:extLst>
          </p:cNvPr>
          <p:cNvSpPr/>
          <p:nvPr/>
        </p:nvSpPr>
        <p:spPr>
          <a:xfrm>
            <a:off x="1813810" y="3458980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6DFFDB-7CFC-4F10-A983-0A3B03C289F7}"/>
              </a:ext>
            </a:extLst>
          </p:cNvPr>
          <p:cNvCxnSpPr>
            <a:cxnSpLocks/>
            <a:stCxn id="43" idx="3"/>
            <a:endCxn id="18" idx="2"/>
          </p:cNvCxnSpPr>
          <p:nvPr/>
        </p:nvCxnSpPr>
        <p:spPr>
          <a:xfrm flipV="1">
            <a:off x="2714577" y="3653852"/>
            <a:ext cx="211002" cy="47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ABB34EB-B562-41B1-A33A-D7F6A59156D2}"/>
                  </a:ext>
                </a:extLst>
              </p:cNvPr>
              <p:cNvSpPr txBox="1"/>
              <p:nvPr/>
            </p:nvSpPr>
            <p:spPr>
              <a:xfrm>
                <a:off x="2264193" y="4102299"/>
                <a:ext cx="6569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ABB34EB-B562-41B1-A33A-D7F6A591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93" y="4102299"/>
                <a:ext cx="65697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598DA0-F778-4808-B38C-C8FBB60A4EDD}"/>
                  </a:ext>
                </a:extLst>
              </p:cNvPr>
              <p:cNvSpPr txBox="1"/>
              <p:nvPr/>
            </p:nvSpPr>
            <p:spPr>
              <a:xfrm>
                <a:off x="1945195" y="2908393"/>
                <a:ext cx="6569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598DA0-F778-4808-B38C-C8FBB60A4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95" y="2908393"/>
                <a:ext cx="65697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33F64B-F928-4EB7-BAA3-6DAC1A3CCF3A}"/>
                  </a:ext>
                </a:extLst>
              </p:cNvPr>
              <p:cNvSpPr txBox="1"/>
              <p:nvPr/>
            </p:nvSpPr>
            <p:spPr>
              <a:xfrm>
                <a:off x="3535572" y="4102299"/>
                <a:ext cx="6569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33F64B-F928-4EB7-BAA3-6DAC1A3CC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572" y="4102299"/>
                <a:ext cx="65697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2938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23868"/>
                <a:ext cx="10772775" cy="68954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23868"/>
                <a:ext cx="10772775" cy="689548"/>
              </a:xfrm>
              <a:blipFill>
                <a:blip r:embed="rId2"/>
                <a:stretch>
                  <a:fillRect l="-1302" t="-4425" b="-203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329783" y="4811045"/>
            <a:ext cx="1082481" cy="144000"/>
            <a:chOff x="1199213" y="3357000"/>
            <a:chExt cx="1082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ED3766-F2B2-4B9D-8371-99D554C847FD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329782" y="6369224"/>
            <a:ext cx="1082481" cy="144000"/>
            <a:chOff x="1199213" y="3357000"/>
            <a:chExt cx="1082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AE540B-8863-41D2-BAC1-E8B8C1C5643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4463388" y="6343484"/>
            <a:ext cx="1082481" cy="144000"/>
            <a:chOff x="1199213" y="3357000"/>
            <a:chExt cx="1082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F39CD7-907B-4B88-BCD9-2BF7122679EF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4463388" y="4811045"/>
            <a:ext cx="1082481" cy="144000"/>
            <a:chOff x="1199213" y="3357000"/>
            <a:chExt cx="1082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9B87E0-2170-4028-95C5-8EF3D0609E7E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8EBB71-ADF4-44A1-8891-4443802DAE13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 flipV="1">
            <a:off x="1412263" y="6415484"/>
            <a:ext cx="3051125" cy="2574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451540" y="5369747"/>
                <a:ext cx="7091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40" y="5369747"/>
                <a:ext cx="70910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4942316" y="2380651"/>
                <a:ext cx="7226857" cy="36949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b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16" y="2380651"/>
                <a:ext cx="7226857" cy="3694922"/>
              </a:xfrm>
              <a:prstGeom prst="rect">
                <a:avLst/>
              </a:prstGeom>
              <a:blipFill>
                <a:blip r:embed="rId4"/>
                <a:stretch>
                  <a:fillRect l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02E45D-4D45-4994-9B48-FB5E6E830BC4}"/>
              </a:ext>
            </a:extLst>
          </p:cNvPr>
          <p:cNvCxnSpPr>
            <a:cxnSpLocks/>
            <a:stCxn id="9" idx="6"/>
            <a:endCxn id="43" idx="1"/>
          </p:cNvCxnSpPr>
          <p:nvPr/>
        </p:nvCxnSpPr>
        <p:spPr>
          <a:xfrm>
            <a:off x="1412264" y="4883045"/>
            <a:ext cx="341585" cy="47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2E9D298-4FBE-41D0-8D5C-B605A2ADCA18}"/>
              </a:ext>
            </a:extLst>
          </p:cNvPr>
          <p:cNvSpPr/>
          <p:nvPr/>
        </p:nvSpPr>
        <p:spPr>
          <a:xfrm rot="5400000">
            <a:off x="2487234" y="5451540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B11C7CE-9928-4737-BD28-2FEDDC1592A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937617" y="4866361"/>
            <a:ext cx="0" cy="33442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3D58223-785C-4BB1-8353-3FA9B611C655}"/>
              </a:ext>
            </a:extLst>
          </p:cNvPr>
          <p:cNvCxnSpPr>
            <a:cxnSpLocks/>
            <a:stCxn id="49" idx="3"/>
            <a:endCxn id="22" idx="2"/>
          </p:cNvCxnSpPr>
          <p:nvPr/>
        </p:nvCxnSpPr>
        <p:spPr>
          <a:xfrm flipV="1">
            <a:off x="4189627" y="4883045"/>
            <a:ext cx="273761" cy="475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0417A40B-F05B-4A37-ADCE-52F8DF76A94C}"/>
              </a:ext>
            </a:extLst>
          </p:cNvPr>
          <p:cNvSpPr/>
          <p:nvPr/>
        </p:nvSpPr>
        <p:spPr>
          <a:xfrm>
            <a:off x="1753849" y="4688173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6DFFDB-7CFC-4F10-A983-0A3B03C289F7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2654616" y="4887804"/>
            <a:ext cx="63424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ABB34EB-B562-41B1-A33A-D7F6A59156D2}"/>
                  </a:ext>
                </a:extLst>
              </p:cNvPr>
              <p:cNvSpPr txBox="1"/>
              <p:nvPr/>
            </p:nvSpPr>
            <p:spPr>
              <a:xfrm>
                <a:off x="3418783" y="4137159"/>
                <a:ext cx="7091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ABB34EB-B562-41B1-A33A-D7F6A591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783" y="4137159"/>
                <a:ext cx="70910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598DA0-F778-4808-B38C-C8FBB60A4EDD}"/>
                  </a:ext>
                </a:extLst>
              </p:cNvPr>
              <p:cNvSpPr txBox="1"/>
              <p:nvPr/>
            </p:nvSpPr>
            <p:spPr>
              <a:xfrm>
                <a:off x="2182402" y="5247522"/>
                <a:ext cx="7091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598DA0-F778-4808-B38C-C8FBB60A4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402" y="5247522"/>
                <a:ext cx="70910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33F64B-F928-4EB7-BAA3-6DAC1A3CCF3A}"/>
                  </a:ext>
                </a:extLst>
              </p:cNvPr>
              <p:cNvSpPr txBox="1"/>
              <p:nvPr/>
            </p:nvSpPr>
            <p:spPr>
              <a:xfrm>
                <a:off x="4753009" y="5331492"/>
                <a:ext cx="7091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33F64B-F928-4EB7-BAA3-6DAC1A3CC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009" y="5331492"/>
                <a:ext cx="70910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20998C8-D14E-491E-9F79-5143B51F1CF4}"/>
              </a:ext>
            </a:extLst>
          </p:cNvPr>
          <p:cNvCxnSpPr>
            <a:cxnSpLocks/>
            <a:stCxn id="9" idx="4"/>
            <a:endCxn id="15" idx="0"/>
          </p:cNvCxnSpPr>
          <p:nvPr/>
        </p:nvCxnSpPr>
        <p:spPr>
          <a:xfrm flipH="1">
            <a:off x="1340263" y="4955045"/>
            <a:ext cx="1" cy="141417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C5202CC-DEC9-4B56-908C-1C576961060E}"/>
              </a:ext>
            </a:extLst>
          </p:cNvPr>
          <p:cNvSpPr/>
          <p:nvPr/>
        </p:nvSpPr>
        <p:spPr>
          <a:xfrm>
            <a:off x="3288860" y="4688173"/>
            <a:ext cx="900767" cy="3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3FCF3A-A92B-4708-9B49-F2D3DC02CAF3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937617" y="6101554"/>
            <a:ext cx="0" cy="31298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5191FA3-84F4-49E0-A17B-4962D7E96D99}"/>
              </a:ext>
            </a:extLst>
          </p:cNvPr>
          <p:cNvCxnSpPr>
            <a:cxnSpLocks/>
            <a:stCxn id="22" idx="4"/>
            <a:endCxn id="18" idx="0"/>
          </p:cNvCxnSpPr>
          <p:nvPr/>
        </p:nvCxnSpPr>
        <p:spPr>
          <a:xfrm>
            <a:off x="4535388" y="4955045"/>
            <a:ext cx="0" cy="138843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18E12C4-ADE3-4E6F-A05A-16579B2404BF}"/>
                  </a:ext>
                </a:extLst>
              </p:cNvPr>
              <p:cNvSpPr txBox="1"/>
              <p:nvPr/>
            </p:nvSpPr>
            <p:spPr>
              <a:xfrm>
                <a:off x="1904292" y="4115884"/>
                <a:ext cx="69961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18E12C4-ADE3-4E6F-A05A-16579B240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292" y="4115884"/>
                <a:ext cx="69961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27554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7"/>
            <a:ext cx="10772775" cy="1533821"/>
          </a:xfrm>
          <a:solidFill>
            <a:srgbClr val="B9E1E9"/>
          </a:solidFill>
        </p:spPr>
        <p:txBody>
          <a:bodyPr>
            <a:normAutofit/>
          </a:bodyPr>
          <a:lstStyle/>
          <a:p>
            <a:pPr marL="90488" lvl="0" indent="-90488" algn="ctr">
              <a:buFont typeface="+mj-lt"/>
              <a:buAutoNum type="arabicPeriod" startAt="5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23868"/>
                <a:ext cx="10772775" cy="689548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23868"/>
                <a:ext cx="10772775" cy="689548"/>
              </a:xfrm>
              <a:blipFill>
                <a:blip r:embed="rId2"/>
                <a:stretch>
                  <a:fillRect l="-1302" t="-4425" b="-203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2CDFA-7B12-417E-90D8-FBEFFE7AF11C}"/>
              </a:ext>
            </a:extLst>
          </p:cNvPr>
          <p:cNvGrpSpPr/>
          <p:nvPr/>
        </p:nvGrpSpPr>
        <p:grpSpPr>
          <a:xfrm>
            <a:off x="1738628" y="3382722"/>
            <a:ext cx="938481" cy="144000"/>
            <a:chOff x="1199213" y="3357000"/>
            <a:chExt cx="938481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03119-4B87-495F-85DF-C046F51EE694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60551F9-9553-4266-BCD5-7F872252164D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3D6199-CB3A-4414-8A30-714756F61917}"/>
              </a:ext>
            </a:extLst>
          </p:cNvPr>
          <p:cNvGrpSpPr/>
          <p:nvPr/>
        </p:nvGrpSpPr>
        <p:grpSpPr>
          <a:xfrm>
            <a:off x="1738627" y="4940901"/>
            <a:ext cx="938481" cy="144000"/>
            <a:chOff x="1199213" y="3357000"/>
            <a:chExt cx="938481" cy="14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743D0E-B1A5-47E2-BCDF-9A881464326F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E37E5C-DE10-4112-95B4-87A31624B3C4}"/>
                </a:ext>
              </a:extLst>
            </p:cNvPr>
            <p:cNvSpPr/>
            <p:nvPr/>
          </p:nvSpPr>
          <p:spPr>
            <a:xfrm>
              <a:off x="1199213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EFA739-4A40-46D8-ACA4-A33107398D26}"/>
              </a:ext>
            </a:extLst>
          </p:cNvPr>
          <p:cNvGrpSpPr/>
          <p:nvPr/>
        </p:nvGrpSpPr>
        <p:grpSpPr>
          <a:xfrm>
            <a:off x="4418463" y="3382722"/>
            <a:ext cx="938481" cy="144000"/>
            <a:chOff x="1343213" y="3357000"/>
            <a:chExt cx="938481" cy="14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A5DF65-E847-4382-A0A1-A8B184884E7A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FCCEA-77CB-4841-A2C2-3FC621DE691C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59C40-E68C-47E3-893C-A9C9570115EA}"/>
              </a:ext>
            </a:extLst>
          </p:cNvPr>
          <p:cNvGrpSpPr/>
          <p:nvPr/>
        </p:nvGrpSpPr>
        <p:grpSpPr>
          <a:xfrm>
            <a:off x="4418463" y="4940901"/>
            <a:ext cx="938481" cy="144000"/>
            <a:chOff x="1343213" y="3357000"/>
            <a:chExt cx="938481" cy="14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871954-8877-437C-B25B-4665AE386A23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1343213" y="3429000"/>
              <a:ext cx="7944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9AC216B-0C66-4CFF-9BB8-A33660A63FBF}"/>
                </a:ext>
              </a:extLst>
            </p:cNvPr>
            <p:cNvSpPr/>
            <p:nvPr/>
          </p:nvSpPr>
          <p:spPr>
            <a:xfrm>
              <a:off x="2137694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/>
              <p:nvPr/>
            </p:nvSpPr>
            <p:spPr>
              <a:xfrm>
                <a:off x="1863976" y="3929571"/>
                <a:ext cx="7091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CC463E-6D91-4544-ADC4-BA8A588E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976" y="3929571"/>
                <a:ext cx="709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/>
              <p:nvPr/>
            </p:nvSpPr>
            <p:spPr>
              <a:xfrm>
                <a:off x="6835057" y="3429000"/>
                <a:ext cx="4145750" cy="14464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num>
                                      <m:den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20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sz="3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num>
                                      <m:den>
                                        <m:r>
                                          <a:rPr lang="en-GB" sz="32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20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17F224-356D-4354-BB16-E699EF14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057" y="3429000"/>
                <a:ext cx="4145750" cy="1446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/>
              <p:nvPr/>
            </p:nvSpPr>
            <p:spPr>
              <a:xfrm>
                <a:off x="4431267" y="3929572"/>
                <a:ext cx="7091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497D3-E302-4F73-8BA3-6052D804C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267" y="3929572"/>
                <a:ext cx="70910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68394B9-F2C4-4B78-B47E-E3CF00F0BF74}"/>
                  </a:ext>
                </a:extLst>
              </p:cNvPr>
              <p:cNvSpPr/>
              <p:nvPr/>
            </p:nvSpPr>
            <p:spPr>
              <a:xfrm>
                <a:off x="2677108" y="2933814"/>
                <a:ext cx="1752004" cy="2436857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68394B9-F2C4-4B78-B47E-E3CF00F0BF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108" y="2933814"/>
                <a:ext cx="1752004" cy="2436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070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818946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4106</TotalTime>
  <Words>7249</Words>
  <Application>Microsoft Office PowerPoint</Application>
  <PresentationFormat>Widescreen</PresentationFormat>
  <Paragraphs>736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5" baseType="lpstr">
      <vt:lpstr>Arial</vt:lpstr>
      <vt:lpstr>Calibri</vt:lpstr>
      <vt:lpstr>Calibri Light</vt:lpstr>
      <vt:lpstr>Cambria Math</vt:lpstr>
      <vt:lpstr>Times New Roman</vt:lpstr>
      <vt:lpstr>Wingdings</vt:lpstr>
      <vt:lpstr>Metropolitan</vt:lpstr>
      <vt:lpstr>Chương 3:</vt:lpstr>
      <vt:lpstr>Mục lục</vt:lpstr>
      <vt:lpstr>PowerPoint Presentation</vt:lpstr>
      <vt:lpstr>PowerPoint Presentation</vt:lpstr>
      <vt:lpstr>PowerPoint Presentation</vt:lpstr>
      <vt:lpstr>PowerPoint Presentation</vt:lpstr>
      <vt:lpstr>Ma trận tán xạ các hệ số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2.1 Dẫn dắt ban đầu</vt:lpstr>
      <vt:lpstr>2.2 Ma trận tán xạ [S]</vt:lpstr>
      <vt:lpstr>2.2 Ma trận tán xạ [S]</vt:lpstr>
      <vt:lpstr>2.2 Ma trận tán xạ [S]</vt:lpstr>
      <vt:lpstr>2.2 Ma trận tán xạ [S]</vt:lpstr>
      <vt:lpstr>2.2 Ma trận tán xạ [S]</vt:lpstr>
      <vt:lpstr>2.2 Ma trận tán xạ [S]</vt:lpstr>
      <vt:lpstr>2.2 Ma trận tán xạ [S]</vt:lpstr>
      <vt:lpstr>2.2 Ma trận tán xạ [S]</vt:lpstr>
      <vt:lpstr>2.2 Ma trận tán xạ [S]</vt:lpstr>
      <vt:lpstr>a. Liên hệ giữa sóng tới và sóng về với điện áp và dòng điện</vt:lpstr>
      <vt:lpstr>a. Liên hệ giữa sóng tới và sóng về với điện áp và dòng điện</vt:lpstr>
      <vt:lpstr>a. Liên hệ giữa sóng tới và sóng về với điện áp và dòng điện</vt:lpstr>
      <vt:lpstr>a. Liên hệ giữa sóng tới và sóng về với điện áp và dòng điện</vt:lpstr>
      <vt:lpstr>a. Liên hệ giữa sóng tới và sóng về với điện áp và dòng điện</vt:lpstr>
      <vt:lpstr>a. Liên hệ giữa sóng tới và sóng về với điện áp và dòng điện</vt:lpstr>
      <vt:lpstr>a. Liên hệ giữa sóng tới và sóng về với điện áp và dòng điện</vt:lpstr>
      <vt:lpstr>a. Liên hệ giữa sóng tới và sóng về với điện áp và dòng điện</vt:lpstr>
      <vt:lpstr>b. Ý nghĩa các đại lượng [a] và [b] </vt:lpstr>
      <vt:lpstr>b. Ý nghĩa các đại lượng [a] và [b] </vt:lpstr>
      <vt:lpstr>b. Ý nghĩa các đại lượng [a] và [b] </vt:lpstr>
      <vt:lpstr>b. Ý nghĩa các đại lượng [a] và [b] </vt:lpstr>
      <vt:lpstr>c. Đặc tính của ma trận tán xạ [S]</vt:lpstr>
      <vt:lpstr>c. Đặc tính của ma trận tán xạ [S]</vt:lpstr>
      <vt:lpstr>c. Đặc tính của ma trận tán xạ [S]</vt:lpstr>
      <vt:lpstr>c. Đặc tính của ma trận tán xạ [S]</vt:lpstr>
      <vt:lpstr>c. Đặc tính của ma trận tán xạ [S]</vt:lpstr>
      <vt:lpstr>c. Đặc tính của ma trận tán xạ [S]</vt:lpstr>
      <vt:lpstr>c. Đặc tính của ma trận tán xạ [S]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d. Ý nghĩa vật lý của các hệ số S_kl của ma trận [S] </vt:lpstr>
      <vt:lpstr>e. Dịch chuyển mặt phẳng chuẩn của ma trận tán xạ</vt:lpstr>
      <vt:lpstr>PowerPoint Presentation</vt:lpstr>
      <vt:lpstr>e. Dịch chuyển mặt phẳng chuẩn của ma trận tán xạ</vt:lpstr>
      <vt:lpstr>e. Dịch chuyển mặt phẳng chuẩn của ma trận tán xạ</vt:lpstr>
      <vt:lpstr>e. Dịch chuyển mặt phẳng chuẩn của ma trận tán xạ</vt:lpstr>
      <vt:lpstr>e. Dịch chuyển mặt phẳng chuẩn của ma trận tán xạ</vt:lpstr>
      <vt:lpstr>e. Dịch chuyển mặt phẳng chuẩn của ma trận tán xạ</vt:lpstr>
      <vt:lpstr>Liên quan giữa ma trận tán xạ và các ma trận đặc tính khác</vt:lpstr>
      <vt:lpstr>Liên quan giữa ma trận tán xạ và các ma trận đặc tính khác</vt:lpstr>
      <vt:lpstr>Liên quan giữa ma trận tán xạ và các ma trận đặc tính khác</vt:lpstr>
      <vt:lpstr>3.1 Ma trận trở kháng</vt:lpstr>
      <vt:lpstr>3.1 Ma trận trở kháng</vt:lpstr>
      <vt:lpstr>3.1 Ma trận trở kháng</vt:lpstr>
      <vt:lpstr>3.1 Ma trận trở kháng</vt:lpstr>
      <vt:lpstr>3.1 Ma trận trở kháng</vt:lpstr>
      <vt:lpstr>3.2 Ma trận dẫn nạp</vt:lpstr>
      <vt:lpstr>3.2 Ma trận dẫn nạp</vt:lpstr>
      <vt:lpstr>PowerPoint Presentation</vt:lpstr>
      <vt:lpstr>3.3 Ma trận truyền đạt</vt:lpstr>
      <vt:lpstr>3.3 Ma trận truyền đạt</vt:lpstr>
      <vt:lpstr>3.3 Ma trận truyền đạt</vt:lpstr>
      <vt:lpstr>3.3 Ma trận truyền đạt</vt:lpstr>
      <vt:lpstr>3.3 Ma trận truyền đạt</vt:lpstr>
      <vt:lpstr>3.4 Ma trận ABCD</vt:lpstr>
      <vt:lpstr>3.4 Ma trận ABCD</vt:lpstr>
      <vt:lpstr>3.4 Ma trận ABCD</vt:lpstr>
      <vt:lpstr>3.4 Ma trận ABCD</vt:lpstr>
      <vt:lpstr>3.4 Ma trận ABCD</vt:lpstr>
      <vt:lpstr>Đo đạc các hệ số của ma trận tán xạ [S]</vt:lpstr>
      <vt:lpstr>Đo đạc các hệ số của ma trận tán xạ [S]</vt:lpstr>
      <vt:lpstr>4.1 Phương pháp đo trực tiếp</vt:lpstr>
      <vt:lpstr>4.1 Phương pháp đo trực tiếp</vt:lpstr>
      <vt:lpstr>4.1 Phương pháp đo trực tiếp</vt:lpstr>
      <vt:lpstr>4.1 Phương pháp đo trực tiếp</vt:lpstr>
      <vt:lpstr>4.2 Phương pháp đo gián tiếp</vt:lpstr>
      <vt:lpstr>4.2 Phương pháp đo gián tiếp</vt:lpstr>
      <vt:lpstr>4.2 Phương pháp đo gián tiếp</vt:lpstr>
      <vt:lpstr>4.2 Phương pháp đo gián tiếp</vt:lpstr>
      <vt:lpstr>4.2 Phương pháp đo gián tiếp</vt:lpstr>
      <vt:lpstr>4.2 Phương pháp đo gián tiếp</vt:lpstr>
      <vt:lpstr>Ma trận tán xạ của một số mạng 2 cửa đơn giản</vt:lpstr>
      <vt:lpstr>Ma trận tán xạ của một số mạng 2 cửa đơn giản</vt:lpstr>
      <vt:lpstr>Ma trận tán xạ của một số mạng 2 cửa đơn giản</vt:lpstr>
      <vt:lpstr>Ma trận tán xạ của một số mạng 2 cửa đơn giản</vt:lpstr>
      <vt:lpstr>Ma trận tán xạ của một số mạng 2 cửa đơn giản</vt:lpstr>
      <vt:lpstr>Ma trận tán xạ của một số mạng 2 cửa đơn giản</vt:lpstr>
      <vt:lpstr>Ma trận tán xạ của một số mạng 2 cửa đơn giản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</dc:title>
  <dc:creator>Mạc Đức Dũng</dc:creator>
  <cp:lastModifiedBy>Mạc Đức Dũng</cp:lastModifiedBy>
  <cp:revision>175</cp:revision>
  <cp:lastPrinted>2021-08-12T13:06:38Z</cp:lastPrinted>
  <dcterms:created xsi:type="dcterms:W3CDTF">2021-06-28T00:16:59Z</dcterms:created>
  <dcterms:modified xsi:type="dcterms:W3CDTF">2021-08-19T13:02:19Z</dcterms:modified>
</cp:coreProperties>
</file>