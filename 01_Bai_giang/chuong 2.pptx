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diagrams/data10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ata9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5"/>
  </p:notesMasterIdLst>
  <p:handoutMasterIdLst>
    <p:handoutMasterId r:id="rId246"/>
  </p:handoutMasterIdLst>
  <p:sldIdLst>
    <p:sldId id="256" r:id="rId2"/>
    <p:sldId id="325" r:id="rId3"/>
    <p:sldId id="404" r:id="rId4"/>
    <p:sldId id="405" r:id="rId5"/>
    <p:sldId id="406" r:id="rId6"/>
    <p:sldId id="408" r:id="rId7"/>
    <p:sldId id="409" r:id="rId8"/>
    <p:sldId id="410" r:id="rId9"/>
    <p:sldId id="407" r:id="rId10"/>
    <p:sldId id="676" r:id="rId11"/>
    <p:sldId id="427" r:id="rId12"/>
    <p:sldId id="411" r:id="rId13"/>
    <p:sldId id="412" r:id="rId14"/>
    <p:sldId id="413" r:id="rId15"/>
    <p:sldId id="340" r:id="rId16"/>
    <p:sldId id="677" r:id="rId17"/>
    <p:sldId id="415" r:id="rId18"/>
    <p:sldId id="414" r:id="rId19"/>
    <p:sldId id="416" r:id="rId20"/>
    <p:sldId id="417" r:id="rId21"/>
    <p:sldId id="418" r:id="rId22"/>
    <p:sldId id="678" r:id="rId23"/>
    <p:sldId id="419" r:id="rId24"/>
    <p:sldId id="421" r:id="rId25"/>
    <p:sldId id="420" r:id="rId26"/>
    <p:sldId id="422" r:id="rId27"/>
    <p:sldId id="423" r:id="rId28"/>
    <p:sldId id="424" r:id="rId29"/>
    <p:sldId id="425" r:id="rId30"/>
    <p:sldId id="426" r:id="rId31"/>
    <p:sldId id="428" r:id="rId32"/>
    <p:sldId id="429" r:id="rId33"/>
    <p:sldId id="431" r:id="rId34"/>
    <p:sldId id="432" r:id="rId35"/>
    <p:sldId id="433" r:id="rId36"/>
    <p:sldId id="434" r:id="rId37"/>
    <p:sldId id="435" r:id="rId38"/>
    <p:sldId id="436" r:id="rId39"/>
    <p:sldId id="439" r:id="rId40"/>
    <p:sldId id="440" r:id="rId41"/>
    <p:sldId id="441" r:id="rId42"/>
    <p:sldId id="442" r:id="rId43"/>
    <p:sldId id="443" r:id="rId44"/>
    <p:sldId id="444" r:id="rId45"/>
    <p:sldId id="445" r:id="rId46"/>
    <p:sldId id="446" r:id="rId47"/>
    <p:sldId id="447" r:id="rId48"/>
    <p:sldId id="679" r:id="rId49"/>
    <p:sldId id="456" r:id="rId50"/>
    <p:sldId id="606" r:id="rId51"/>
    <p:sldId id="607" r:id="rId52"/>
    <p:sldId id="448" r:id="rId53"/>
    <p:sldId id="328" r:id="rId54"/>
    <p:sldId id="449" r:id="rId55"/>
    <p:sldId id="450" r:id="rId56"/>
    <p:sldId id="451" r:id="rId57"/>
    <p:sldId id="452" r:id="rId58"/>
    <p:sldId id="453" r:id="rId59"/>
    <p:sldId id="454" r:id="rId60"/>
    <p:sldId id="459" r:id="rId61"/>
    <p:sldId id="461" r:id="rId62"/>
    <p:sldId id="462" r:id="rId63"/>
    <p:sldId id="464" r:id="rId64"/>
    <p:sldId id="463" r:id="rId65"/>
    <p:sldId id="675" r:id="rId66"/>
    <p:sldId id="465" r:id="rId67"/>
    <p:sldId id="467" r:id="rId68"/>
    <p:sldId id="468" r:id="rId69"/>
    <p:sldId id="469" r:id="rId70"/>
    <p:sldId id="470" r:id="rId71"/>
    <p:sldId id="471" r:id="rId72"/>
    <p:sldId id="472" r:id="rId73"/>
    <p:sldId id="474" r:id="rId74"/>
    <p:sldId id="475" r:id="rId75"/>
    <p:sldId id="473" r:id="rId76"/>
    <p:sldId id="476" r:id="rId77"/>
    <p:sldId id="477" r:id="rId78"/>
    <p:sldId id="478" r:id="rId79"/>
    <p:sldId id="479" r:id="rId80"/>
    <p:sldId id="480" r:id="rId81"/>
    <p:sldId id="481" r:id="rId82"/>
    <p:sldId id="482" r:id="rId83"/>
    <p:sldId id="483" r:id="rId84"/>
    <p:sldId id="484" r:id="rId85"/>
    <p:sldId id="485" r:id="rId86"/>
    <p:sldId id="486" r:id="rId87"/>
    <p:sldId id="488" r:id="rId88"/>
    <p:sldId id="489" r:id="rId89"/>
    <p:sldId id="530" r:id="rId90"/>
    <p:sldId id="493" r:id="rId91"/>
    <p:sldId id="494" r:id="rId92"/>
    <p:sldId id="495" r:id="rId93"/>
    <p:sldId id="496" r:id="rId94"/>
    <p:sldId id="497" r:id="rId95"/>
    <p:sldId id="498" r:id="rId96"/>
    <p:sldId id="499" r:id="rId97"/>
    <p:sldId id="466" r:id="rId98"/>
    <p:sldId id="500" r:id="rId99"/>
    <p:sldId id="501" r:id="rId100"/>
    <p:sldId id="502" r:id="rId101"/>
    <p:sldId id="505" r:id="rId102"/>
    <p:sldId id="504" r:id="rId103"/>
    <p:sldId id="506" r:id="rId104"/>
    <p:sldId id="609" r:id="rId105"/>
    <p:sldId id="610" r:id="rId106"/>
    <p:sldId id="611" r:id="rId107"/>
    <p:sldId id="612" r:id="rId108"/>
    <p:sldId id="512" r:id="rId109"/>
    <p:sldId id="513" r:id="rId110"/>
    <p:sldId id="514" r:id="rId111"/>
    <p:sldId id="515" r:id="rId112"/>
    <p:sldId id="517" r:id="rId113"/>
    <p:sldId id="518" r:id="rId114"/>
    <p:sldId id="519" r:id="rId115"/>
    <p:sldId id="520" r:id="rId116"/>
    <p:sldId id="521" r:id="rId117"/>
    <p:sldId id="522" r:id="rId118"/>
    <p:sldId id="523" r:id="rId119"/>
    <p:sldId id="524" r:id="rId120"/>
    <p:sldId id="525" r:id="rId121"/>
    <p:sldId id="526" r:id="rId122"/>
    <p:sldId id="527" r:id="rId123"/>
    <p:sldId id="528" r:id="rId124"/>
    <p:sldId id="531" r:id="rId125"/>
    <p:sldId id="613" r:id="rId126"/>
    <p:sldId id="614" r:id="rId127"/>
    <p:sldId id="615" r:id="rId128"/>
    <p:sldId id="616" r:id="rId129"/>
    <p:sldId id="617" r:id="rId130"/>
    <p:sldId id="537" r:id="rId131"/>
    <p:sldId id="618" r:id="rId132"/>
    <p:sldId id="619" r:id="rId133"/>
    <p:sldId id="620" r:id="rId134"/>
    <p:sldId id="621" r:id="rId135"/>
    <p:sldId id="542" r:id="rId136"/>
    <p:sldId id="543" r:id="rId137"/>
    <p:sldId id="544" r:id="rId138"/>
    <p:sldId id="623" r:id="rId139"/>
    <p:sldId id="622" r:id="rId140"/>
    <p:sldId id="624" r:id="rId141"/>
    <p:sldId id="625" r:id="rId142"/>
    <p:sldId id="626" r:id="rId143"/>
    <p:sldId id="627" r:id="rId144"/>
    <p:sldId id="628" r:id="rId145"/>
    <p:sldId id="556" r:id="rId146"/>
    <p:sldId id="629" r:id="rId147"/>
    <p:sldId id="630" r:id="rId148"/>
    <p:sldId id="631" r:id="rId149"/>
    <p:sldId id="632" r:id="rId150"/>
    <p:sldId id="562" r:id="rId151"/>
    <p:sldId id="563" r:id="rId152"/>
    <p:sldId id="564" r:id="rId153"/>
    <p:sldId id="565" r:id="rId154"/>
    <p:sldId id="566" r:id="rId155"/>
    <p:sldId id="567" r:id="rId156"/>
    <p:sldId id="568" r:id="rId157"/>
    <p:sldId id="569" r:id="rId158"/>
    <p:sldId id="570" r:id="rId159"/>
    <p:sldId id="571" r:id="rId160"/>
    <p:sldId id="572" r:id="rId161"/>
    <p:sldId id="573" r:id="rId162"/>
    <p:sldId id="575" r:id="rId163"/>
    <p:sldId id="578" r:id="rId164"/>
    <p:sldId id="580" r:id="rId165"/>
    <p:sldId id="574" r:id="rId166"/>
    <p:sldId id="576" r:id="rId167"/>
    <p:sldId id="582" r:id="rId168"/>
    <p:sldId id="581" r:id="rId169"/>
    <p:sldId id="583" r:id="rId170"/>
    <p:sldId id="584" r:id="rId171"/>
    <p:sldId id="585" r:id="rId172"/>
    <p:sldId id="586" r:id="rId173"/>
    <p:sldId id="587" r:id="rId174"/>
    <p:sldId id="634" r:id="rId175"/>
    <p:sldId id="588" r:id="rId176"/>
    <p:sldId id="590" r:id="rId177"/>
    <p:sldId id="635" r:id="rId178"/>
    <p:sldId id="593" r:id="rId179"/>
    <p:sldId id="636" r:id="rId180"/>
    <p:sldId id="595" r:id="rId181"/>
    <p:sldId id="637" r:id="rId182"/>
    <p:sldId id="638" r:id="rId183"/>
    <p:sldId id="598" r:id="rId184"/>
    <p:sldId id="599" r:id="rId185"/>
    <p:sldId id="600" r:id="rId186"/>
    <p:sldId id="601" r:id="rId187"/>
    <p:sldId id="602" r:id="rId188"/>
    <p:sldId id="603" r:id="rId189"/>
    <p:sldId id="604" r:id="rId190"/>
    <p:sldId id="605" r:id="rId191"/>
    <p:sldId id="639" r:id="rId192"/>
    <p:sldId id="641" r:id="rId193"/>
    <p:sldId id="642" r:id="rId194"/>
    <p:sldId id="643" r:id="rId195"/>
    <p:sldId id="644" r:id="rId196"/>
    <p:sldId id="646" r:id="rId197"/>
    <p:sldId id="647" r:id="rId198"/>
    <p:sldId id="648" r:id="rId199"/>
    <p:sldId id="649" r:id="rId200"/>
    <p:sldId id="651" r:id="rId201"/>
    <p:sldId id="650" r:id="rId202"/>
    <p:sldId id="652" r:id="rId203"/>
    <p:sldId id="653" r:id="rId204"/>
    <p:sldId id="654" r:id="rId205"/>
    <p:sldId id="685" r:id="rId206"/>
    <p:sldId id="655" r:id="rId207"/>
    <p:sldId id="656" r:id="rId208"/>
    <p:sldId id="657" r:id="rId209"/>
    <p:sldId id="659" r:id="rId210"/>
    <p:sldId id="660" r:id="rId211"/>
    <p:sldId id="686" r:id="rId212"/>
    <p:sldId id="661" r:id="rId213"/>
    <p:sldId id="662" r:id="rId214"/>
    <p:sldId id="663" r:id="rId215"/>
    <p:sldId id="664" r:id="rId216"/>
    <p:sldId id="667" r:id="rId217"/>
    <p:sldId id="668" r:id="rId218"/>
    <p:sldId id="665" r:id="rId219"/>
    <p:sldId id="666" r:id="rId220"/>
    <p:sldId id="669" r:id="rId221"/>
    <p:sldId id="670" r:id="rId222"/>
    <p:sldId id="674" r:id="rId223"/>
    <p:sldId id="673" r:id="rId224"/>
    <p:sldId id="671" r:id="rId225"/>
    <p:sldId id="680" r:id="rId226"/>
    <p:sldId id="681" r:id="rId227"/>
    <p:sldId id="683" r:id="rId228"/>
    <p:sldId id="684" r:id="rId229"/>
    <p:sldId id="689" r:id="rId230"/>
    <p:sldId id="690" r:id="rId231"/>
    <p:sldId id="691" r:id="rId232"/>
    <p:sldId id="698" r:id="rId233"/>
    <p:sldId id="699" r:id="rId234"/>
    <p:sldId id="682" r:id="rId235"/>
    <p:sldId id="687" r:id="rId236"/>
    <p:sldId id="688" r:id="rId237"/>
    <p:sldId id="695" r:id="rId238"/>
    <p:sldId id="696" r:id="rId239"/>
    <p:sldId id="697" r:id="rId240"/>
    <p:sldId id="700" r:id="rId241"/>
    <p:sldId id="701" r:id="rId242"/>
    <p:sldId id="702" r:id="rId243"/>
    <p:sldId id="403" r:id="rId24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8AE2C7"/>
    <a:srgbClr val="B9E1E9"/>
    <a:srgbClr val="D9D9D9"/>
    <a:srgbClr val="C00000"/>
    <a:srgbClr val="9B9256"/>
    <a:srgbClr val="A7A861"/>
    <a:srgbClr val="A7B070"/>
    <a:srgbClr val="A8B97F"/>
    <a:srgbClr val="580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5" autoAdjust="0"/>
    <p:restoredTop sz="94249" autoAdjust="0"/>
  </p:normalViewPr>
  <p:slideViewPr>
    <p:cSldViewPr snapToGrid="0">
      <p:cViewPr varScale="1">
        <p:scale>
          <a:sx n="68" d="100"/>
          <a:sy n="68" d="100"/>
        </p:scale>
        <p:origin x="65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5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slide" Target="slides/slide243.xml"/><Relationship Id="rId249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tableStyles" Target="tableStyles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notesMaster" Target="notesMasters/notesMaster1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0.png"/><Relationship Id="rId1" Type="http://schemas.openxmlformats.org/officeDocument/2006/relationships/image" Target="../media/image2220.pn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34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thiệu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đồ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vòng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tròn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DC93D0-FBCB-4CF7-895C-D0C0EF586B30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Đồ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Smith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F53072-68F6-4646-BFFE-091C3F177D84}" type="parTrans" cxnId="{5D2E0F2A-627F-4F61-B494-6708A3B095BD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D4779C-D4C1-47FC-9F6C-2D86530BDE65}" type="sibTrans" cxnId="{5D2E0F2A-627F-4F61-B494-6708A3B095BD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E196C7-D3C1-45CF-88E8-DC09CCDD1479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bản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đồ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Smith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D49CF9-4C3D-489B-ABA2-C78A86905C3B}" type="parTrans" cxnId="{97008D1D-2CCC-44C9-BA58-465693D84A0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62D0E7-53E2-4E54-8D93-B815FE2F64B5}" type="sibTrans" cxnId="{97008D1D-2CCC-44C9-BA58-465693D84A0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06CD17-B244-405F-A037-F5010CD35443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Phối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C15370-7723-47D2-B61E-F345023B5195}" type="parTrans" cxnId="{660E08A1-96EC-4485-BE01-E2247C0DB554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6A7160-D46D-4DE5-8EFB-04B16AE6CB55}" type="sibTrans" cxnId="{660E08A1-96EC-4485-BE01-E2247C0DB554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C681627-21F2-4983-9283-55BD1632C098}" type="pres">
      <dgm:prSet presAssocID="{6E08AAE5-F24D-434E-8A7C-C13A583F926D}" presName="spacer" presStyleCnt="0"/>
      <dgm:spPr/>
    </dgm:pt>
    <dgm:pt modelId="{B6D9F51C-9549-4640-B0CC-A741A4E9FAE3}" type="pres">
      <dgm:prSet presAssocID="{92DC93D0-FBCB-4CF7-895C-D0C0EF586B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D527B5C-CF4A-4BC4-98B9-C6E4CA8B30DA}" type="pres">
      <dgm:prSet presAssocID="{03D4779C-D4C1-47FC-9F6C-2D86530BDE65}" presName="spacer" presStyleCnt="0"/>
      <dgm:spPr/>
    </dgm:pt>
    <dgm:pt modelId="{E317D8FA-2EC4-4469-9F3E-90BF01A6B026}" type="pres">
      <dgm:prSet presAssocID="{FBE196C7-D3C1-45CF-88E8-DC09CCDD147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43323B2-E734-4E51-AE32-575ABDF2C510}" type="pres">
      <dgm:prSet presAssocID="{DC62D0E7-53E2-4E54-8D93-B815FE2F64B5}" presName="spacer" presStyleCnt="0"/>
      <dgm:spPr/>
    </dgm:pt>
    <dgm:pt modelId="{836CFD1A-3471-4686-9208-51A76B7592A4}" type="pres">
      <dgm:prSet presAssocID="{C906CD17-B244-405F-A037-F5010CD3544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7008D1D-2CCC-44C9-BA58-465693D84A02}" srcId="{3E94A7AA-9E2D-4C73-8C68-A6BB36AA2362}" destId="{FBE196C7-D3C1-45CF-88E8-DC09CCDD1479}" srcOrd="3" destOrd="0" parTransId="{21D49CF9-4C3D-489B-ABA2-C78A86905C3B}" sibTransId="{DC62D0E7-53E2-4E54-8D93-B815FE2F64B5}"/>
    <dgm:cxn modelId="{BCB0741F-5E6E-4CB6-969F-C795EC5F1C31}" type="presOf" srcId="{92DC93D0-FBCB-4CF7-895C-D0C0EF586B30}" destId="{B6D9F51C-9549-4640-B0CC-A741A4E9FAE3}" srcOrd="0" destOrd="0" presId="urn:microsoft.com/office/officeart/2005/8/layout/vList2"/>
    <dgm:cxn modelId="{5D2E0F2A-627F-4F61-B494-6708A3B095BD}" srcId="{3E94A7AA-9E2D-4C73-8C68-A6BB36AA2362}" destId="{92DC93D0-FBCB-4CF7-895C-D0C0EF586B30}" srcOrd="2" destOrd="0" parTransId="{2CF53072-68F6-4646-BFFE-091C3F177D84}" sibTransId="{03D4779C-D4C1-47FC-9F6C-2D86530BDE65}"/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E94AB939-8D88-4EA5-A636-646F84CBA5D2}" type="presOf" srcId="{C906CD17-B244-405F-A037-F5010CD35443}" destId="{836CFD1A-3471-4686-9208-51A76B7592A4}" srcOrd="0" destOrd="0" presId="urn:microsoft.com/office/officeart/2005/8/layout/vList2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660E08A1-96EC-4485-BE01-E2247C0DB554}" srcId="{3E94A7AA-9E2D-4C73-8C68-A6BB36AA2362}" destId="{C906CD17-B244-405F-A037-F5010CD35443}" srcOrd="4" destOrd="0" parTransId="{19C15370-7723-47D2-B61E-F345023B5195}" sibTransId="{FF6A7160-D46D-4DE5-8EFB-04B16AE6CB55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D50927D8-B2A7-43A9-8E75-CB69BE8027EC}" type="presOf" srcId="{FBE196C7-D3C1-45CF-88E8-DC09CCDD1479}" destId="{E317D8FA-2EC4-4469-9F3E-90BF01A6B026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  <dgm:cxn modelId="{6097395F-DE68-4901-9199-345ECADF1C36}" type="presParOf" srcId="{255EFCAC-557C-4DBE-B84F-79EE97A153A0}" destId="{0C681627-21F2-4983-9283-55BD1632C098}" srcOrd="3" destOrd="0" presId="urn:microsoft.com/office/officeart/2005/8/layout/vList2"/>
    <dgm:cxn modelId="{0DAF6572-EC0E-4F44-92C6-EC9A9E540CAA}" type="presParOf" srcId="{255EFCAC-557C-4DBE-B84F-79EE97A153A0}" destId="{B6D9F51C-9549-4640-B0CC-A741A4E9FAE3}" srcOrd="4" destOrd="0" presId="urn:microsoft.com/office/officeart/2005/8/layout/vList2"/>
    <dgm:cxn modelId="{9870FD72-71AC-4BD0-B593-2A34FC1328B3}" type="presParOf" srcId="{255EFCAC-557C-4DBE-B84F-79EE97A153A0}" destId="{DD527B5C-CF4A-4BC4-98B9-C6E4CA8B30DA}" srcOrd="5" destOrd="0" presId="urn:microsoft.com/office/officeart/2005/8/layout/vList2"/>
    <dgm:cxn modelId="{88DE41FB-F23B-4C28-9338-97D71273BD04}" type="presParOf" srcId="{255EFCAC-557C-4DBE-B84F-79EE97A153A0}" destId="{E317D8FA-2EC4-4469-9F3E-90BF01A6B026}" srcOrd="6" destOrd="0" presId="urn:microsoft.com/office/officeart/2005/8/layout/vList2"/>
    <dgm:cxn modelId="{11C9B267-95EC-4079-8FCC-18D119373B6D}" type="presParOf" srcId="{255EFCAC-557C-4DBE-B84F-79EE97A153A0}" destId="{E43323B2-E734-4E51-AE32-575ABDF2C510}" srcOrd="7" destOrd="0" presId="urn:microsoft.com/office/officeart/2005/8/layout/vList2"/>
    <dgm:cxn modelId="{EBD68A4A-D7A3-4AE1-9873-7BA1D825AD65}" type="presParOf" srcId="{255EFCAC-557C-4DBE-B84F-79EE97A153A0}" destId="{836CFD1A-3471-4686-9208-51A76B7592A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CDCFE18-F1CE-4BAC-AD53-E82AC4F2FC42}">
          <dgm:prSet custT="1"/>
          <dgm:spPr/>
          <dgm:t>
            <a:bodyPr/>
            <a:lstStyle/>
            <a:p>
              <a:pPr algn="ctr"/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2.1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Phép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biểu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diễn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r>
                    <a:rPr lang="en-GB" sz="4000" b="0" i="1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𝑧</m:t>
                  </m:r>
                </m:oMath>
              </a14:m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trong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mặt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phẳng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phức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r>
                    <a:rPr lang="el-GR" sz="4000" i="1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𝛤</m:t>
                  </m:r>
                </m:oMath>
              </a14:m>
              <a:endParaRPr lang="en-GB" sz="4000" dirty="0">
                <a:solidFill>
                  <a:srgbClr val="C00000"/>
                </a:solidFill>
              </a:endParaRPr>
            </a:p>
          </dgm:t>
        </dgm:pt>
      </mc:Choice>
      <mc:Fallback xmlns="">
        <dgm:pt modelId="{FCDCFE18-F1CE-4BAC-AD53-E82AC4F2FC42}">
          <dgm:prSet custT="1"/>
          <dgm:spPr/>
          <dgm:t>
            <a:bodyPr/>
            <a:lstStyle/>
            <a:p>
              <a:pPr algn="ctr"/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2.1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Phép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biểu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diễn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b="0" i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𝑧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trong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mặt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phẳng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phức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l-GR" sz="4000" i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𝛤</a:t>
              </a:r>
              <a:endParaRPr lang="en-GB" sz="4000" dirty="0">
                <a:solidFill>
                  <a:srgbClr val="C00000"/>
                </a:solidFill>
              </a:endParaRPr>
            </a:p>
          </dgm:t>
        </dgm:pt>
      </mc:Fallback>
    </mc:AlternateConten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D9595FA3-4177-440E-8A80-FE4C6C76301A}">
          <dgm:prSet custT="1"/>
          <dgm:spPr/>
          <dgm:t>
            <a:bodyPr/>
            <a:lstStyle/>
            <a:p>
              <a:pPr algn="ctr"/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2.2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Phép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biểu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diễn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r>
                    <a:rPr lang="en-US" sz="4000" kern="120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𝛤</m:t>
                  </m:r>
                </m:oMath>
              </a14:m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trong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mặt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phẳng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phức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r>
                    <a:rPr lang="en-US" sz="4000" kern="1200">
                      <a:solidFill>
                        <a:srgbClr val="7030A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𝑧</m:t>
                  </m:r>
                </m:oMath>
              </a14:m>
              <a:endParaRPr lang="en-US" sz="40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dgm:t>
        </dgm:pt>
      </mc:Choice>
      <mc:Fallback xmlns="">
        <dgm:pt modelId="{D9595FA3-4177-440E-8A80-FE4C6C76301A}">
          <dgm:prSet custT="1"/>
          <dgm:spPr/>
          <dgm:t>
            <a:bodyPr/>
            <a:lstStyle/>
            <a:p>
              <a:pPr algn="ctr"/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2.2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Phép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biểu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diễn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i="0" kern="120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𝛤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trong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mặt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phẳng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kern="1200" dirty="0" err="1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phức</a:t>
              </a:r>
              <a:r>
                <a:rPr lang="en-US" sz="4000" kern="1200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4000" i="0" kern="120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𝑧</a:t>
              </a:r>
              <a:endParaRPr lang="en-US" sz="40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dgm:t>
        </dgm:pt>
      </mc:Fallback>
    </mc:AlternateConten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blipFill>
          <a:blip xmlns:r="http://schemas.openxmlformats.org/officeDocument/2006/relationships" r:embed="rId1"/>
          <a:stretch>
            <a:fillRect b="-1158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>
        <a:blipFill>
          <a:blip xmlns:r="http://schemas.openxmlformats.org/officeDocument/2006/relationships" r:embed="rId2"/>
          <a:stretch>
            <a:fillRect b="-2317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3.1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Mô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tả</a:t>
          </a:r>
          <a:endParaRPr lang="en-GB" sz="4000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3.2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Đặc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tính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a.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Dẫn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nạp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  <a:endParaRPr lang="en-GB" sz="4000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b.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Bụng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nút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123C6E1C-956B-4D92-9EA8-07FC13299A91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c.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Đổi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cơ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sở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chuẩn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hóa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</a:p>
      </dgm:t>
    </dgm:pt>
    <dgm:pt modelId="{CFD0DB4C-DD74-45C0-80CE-3B3C386B9253}" type="parTrans" cxnId="{6D3766B4-CE61-4F56-8319-906FAC1A15D8}">
      <dgm:prSet/>
      <dgm:spPr/>
      <dgm:t>
        <a:bodyPr/>
        <a:lstStyle/>
        <a:p>
          <a:endParaRPr lang="en-GB"/>
        </a:p>
      </dgm:t>
    </dgm:pt>
    <dgm:pt modelId="{55AA31D0-2F6B-4115-B135-5926B62E302F}" type="sibTrans" cxnId="{6D3766B4-CE61-4F56-8319-906FAC1A15D8}">
      <dgm:prSet/>
      <dgm:spPr/>
      <dgm:t>
        <a:bodyPr/>
        <a:lstStyle/>
        <a:p>
          <a:endParaRPr lang="en-GB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A17A444-37F2-47A8-B926-4EFF55AD1D96}" type="pres">
      <dgm:prSet presAssocID="{6395772F-4E14-436C-9C57-70E7B93F4964}" presName="spacer" presStyleCnt="0"/>
      <dgm:spPr/>
    </dgm:pt>
    <dgm:pt modelId="{DF528A13-8832-49AB-BBD7-D1A33AC3E0DF}" type="pres">
      <dgm:prSet presAssocID="{123C6E1C-956B-4D92-9EA8-07FC13299A9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18DF0EB4-9A0F-48C0-98B7-917241DC3BAA}" type="presOf" srcId="{123C6E1C-956B-4D92-9EA8-07FC13299A91}" destId="{DF528A13-8832-49AB-BBD7-D1A33AC3E0DF}" srcOrd="0" destOrd="0" presId="urn:microsoft.com/office/officeart/2005/8/layout/vList2"/>
    <dgm:cxn modelId="{6D3766B4-CE61-4F56-8319-906FAC1A15D8}" srcId="{E537FC6B-0D26-4505-899D-71E3C1654B7F}" destId="{123C6E1C-956B-4D92-9EA8-07FC13299A91}" srcOrd="2" destOrd="0" parTransId="{CFD0DB4C-DD74-45C0-80CE-3B3C386B9253}" sibTransId="{55AA31D0-2F6B-4115-B135-5926B62E302F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1CC61D37-8712-4A85-B115-27921242C497}" type="presParOf" srcId="{DFB60D4E-3B53-44AE-B818-187E0E3279A9}" destId="{1A17A444-37F2-47A8-B926-4EFF55AD1D96}" srcOrd="3" destOrd="0" presId="urn:microsoft.com/office/officeart/2005/8/layout/vList2"/>
    <dgm:cxn modelId="{A5F0DE95-81F8-461D-8ED1-B08B9EBCE645}" type="presParOf" srcId="{DFB60D4E-3B53-44AE-B818-187E0E3279A9}" destId="{DF528A13-8832-49AB-BBD7-D1A33AC3E0D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4.1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Vẽ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vectơ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điện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áp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dòng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điện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  <a:endParaRPr lang="en-GB" sz="4000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4.2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Tính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đứng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,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phản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xạ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72E75BCB-ADA7-4863-AC69-E5D080A992F6}">
      <dgm:prSet custT="1"/>
      <dgm:spPr/>
      <dgm:t>
        <a:bodyPr/>
        <a:lstStyle/>
        <a:p>
          <a:pPr algn="ctr"/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4.3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Tính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mạch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phức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endParaRPr lang="en-US" sz="40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10CBC5EF-2663-46BA-A608-EF78D942DF49}" type="parTrans" cxnId="{5310D8BA-7DF4-4D94-A720-789FA39140B6}">
      <dgm:prSet/>
      <dgm:spPr/>
      <dgm:t>
        <a:bodyPr/>
        <a:lstStyle/>
        <a:p>
          <a:endParaRPr lang="en-GB" sz="4000"/>
        </a:p>
      </dgm:t>
    </dgm:pt>
    <dgm:pt modelId="{D7908114-4F57-4F89-A889-27ABEEDFD01B}" type="sibTrans" cxnId="{5310D8BA-7DF4-4D94-A720-789FA39140B6}">
      <dgm:prSet/>
      <dgm:spPr/>
      <dgm:t>
        <a:bodyPr/>
        <a:lstStyle/>
        <a:p>
          <a:endParaRPr lang="en-GB" sz="40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A189E24-7B81-492A-B8AD-29A371A232AA}" type="pres">
      <dgm:prSet presAssocID="{6395772F-4E14-436C-9C57-70E7B93F4964}" presName="spacer" presStyleCnt="0"/>
      <dgm:spPr/>
    </dgm:pt>
    <dgm:pt modelId="{25DA7B56-55CD-47B0-9226-981C5B9F07A8}" type="pres">
      <dgm:prSet presAssocID="{72E75BCB-ADA7-4863-AC69-E5D080A992F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7875531-F327-4750-AE03-129E90864F46}" type="presOf" srcId="{72E75BCB-ADA7-4863-AC69-E5D080A992F6}" destId="{25DA7B56-55CD-47B0-9226-981C5B9F07A8}" srcOrd="0" destOrd="0" presId="urn:microsoft.com/office/officeart/2005/8/layout/vList2"/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310D8BA-7DF4-4D94-A720-789FA39140B6}" srcId="{E537FC6B-0D26-4505-899D-71E3C1654B7F}" destId="{72E75BCB-ADA7-4863-AC69-E5D080A992F6}" srcOrd="2" destOrd="0" parTransId="{10CBC5EF-2663-46BA-A608-EF78D942DF49}" sibTransId="{D7908114-4F57-4F89-A889-27ABEEDFD01B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5E0276D8-48E5-4D88-8659-B6D6DCFA4F40}" type="presParOf" srcId="{DFB60D4E-3B53-44AE-B818-187E0E3279A9}" destId="{AA189E24-7B81-492A-B8AD-29A371A232AA}" srcOrd="3" destOrd="0" presId="urn:microsoft.com/office/officeart/2005/8/layout/vList2"/>
    <dgm:cxn modelId="{E025C4F0-7651-4D28-B830-00FEF4D89D35}" type="presParOf" srcId="{DFB60D4E-3B53-44AE-B818-187E0E3279A9}" destId="{25DA7B56-55CD-47B0-9226-981C5B9F07A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5.1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mạch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điện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tập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trung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hình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l-GR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Γ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hoặc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l-GR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Ί</a:t>
          </a:r>
          <a:endParaRPr lang="en-GB" sz="3200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5.2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nối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tiếp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C00000"/>
            </a:solidFill>
          </a:endParaRPr>
        </a:p>
      </dgm:t>
    </dgm:pt>
    <dgm:pt modelId="{72E75BCB-ADA7-4863-AC69-E5D080A992F6}">
      <dgm:prSet custT="1"/>
      <dgm:spPr/>
      <dgm:t>
        <a:bodyPr/>
        <a:lstStyle/>
        <a:p>
          <a:pPr algn="ctr"/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5.3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một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chêm</a:t>
          </a:r>
          <a:endParaRPr lang="en-US" sz="3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10CBC5EF-2663-46BA-A608-EF78D942DF49}" type="parTrans" cxnId="{5310D8BA-7DF4-4D94-A720-789FA39140B6}">
      <dgm:prSet/>
      <dgm:spPr/>
      <dgm:t>
        <a:bodyPr/>
        <a:lstStyle/>
        <a:p>
          <a:endParaRPr lang="en-GB" sz="3200"/>
        </a:p>
      </dgm:t>
    </dgm:pt>
    <dgm:pt modelId="{D7908114-4F57-4F89-A889-27ABEEDFD01B}" type="sibTrans" cxnId="{5310D8BA-7DF4-4D94-A720-789FA39140B6}">
      <dgm:prSet/>
      <dgm:spPr/>
      <dgm:t>
        <a:bodyPr/>
        <a:lstStyle/>
        <a:p>
          <a:endParaRPr lang="en-GB" sz="3200"/>
        </a:p>
      </dgm:t>
    </dgm:pt>
    <dgm:pt modelId="{B7FB71BF-ABF8-4A0E-897C-0B1324D4EC42}">
      <dgm:prSet custT="1"/>
      <dgm:spPr/>
      <dgm:t>
        <a:bodyPr/>
        <a:lstStyle/>
        <a:p>
          <a:pPr algn="ctr"/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5.4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hai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chêm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D743944A-BF31-49C7-93D0-F64C2A3B0A26}" type="parTrans" cxnId="{C15090EF-5CF1-40B1-9C67-0227D3CF14ED}">
      <dgm:prSet/>
      <dgm:spPr/>
      <dgm:t>
        <a:bodyPr/>
        <a:lstStyle/>
        <a:p>
          <a:endParaRPr lang="en-GB" sz="3200"/>
        </a:p>
      </dgm:t>
    </dgm:pt>
    <dgm:pt modelId="{E733E8F1-87B0-4905-8FB0-F555E2DD72A7}" type="sibTrans" cxnId="{C15090EF-5CF1-40B1-9C67-0227D3CF14ED}">
      <dgm:prSet/>
      <dgm:spPr/>
      <dgm:t>
        <a:bodyPr/>
        <a:lstStyle/>
        <a:p>
          <a:endParaRPr lang="en-GB" sz="32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189E24-7B81-492A-B8AD-29A371A232AA}" type="pres">
      <dgm:prSet presAssocID="{6395772F-4E14-436C-9C57-70E7B93F4964}" presName="spacer" presStyleCnt="0"/>
      <dgm:spPr/>
    </dgm:pt>
    <dgm:pt modelId="{25DA7B56-55CD-47B0-9226-981C5B9F07A8}" type="pres">
      <dgm:prSet presAssocID="{72E75BCB-ADA7-4863-AC69-E5D080A992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A4A03D-E14A-42A9-8735-8CF7E2671A2C}" type="pres">
      <dgm:prSet presAssocID="{D7908114-4F57-4F89-A889-27ABEEDFD01B}" presName="spacer" presStyleCnt="0"/>
      <dgm:spPr/>
    </dgm:pt>
    <dgm:pt modelId="{75CA6F30-B0FB-4B1B-A9A6-9FADE3A85189}" type="pres">
      <dgm:prSet presAssocID="{B7FB71BF-ABF8-4A0E-897C-0B1324D4EC42}" presName="parentText" presStyleLbl="node1" presStyleIdx="3" presStyleCnt="4" custLinFactNeighborX="516" custLinFactNeighborY="45132">
        <dgm:presLayoutVars>
          <dgm:chMax val="0"/>
          <dgm:bulletEnabled val="1"/>
        </dgm:presLayoutVars>
      </dgm:prSet>
      <dgm:spPr/>
    </dgm:pt>
  </dgm:ptLst>
  <dgm:cxnLst>
    <dgm:cxn modelId="{97875531-F327-4750-AE03-129E90864F46}" type="presOf" srcId="{72E75BCB-ADA7-4863-AC69-E5D080A992F6}" destId="{25DA7B56-55CD-47B0-9226-981C5B9F07A8}" srcOrd="0" destOrd="0" presId="urn:microsoft.com/office/officeart/2005/8/layout/vList2"/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2DABAA52-3578-4828-AE66-984E94BE59D1}" type="presOf" srcId="{B7FB71BF-ABF8-4A0E-897C-0B1324D4EC42}" destId="{75CA6F30-B0FB-4B1B-A9A6-9FADE3A85189}" srcOrd="0" destOrd="0" presId="urn:microsoft.com/office/officeart/2005/8/layout/vList2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310D8BA-7DF4-4D94-A720-789FA39140B6}" srcId="{E537FC6B-0D26-4505-899D-71E3C1654B7F}" destId="{72E75BCB-ADA7-4863-AC69-E5D080A992F6}" srcOrd="2" destOrd="0" parTransId="{10CBC5EF-2663-46BA-A608-EF78D942DF49}" sibTransId="{D7908114-4F57-4F89-A889-27ABEEDFD01B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C15090EF-5CF1-40B1-9C67-0227D3CF14ED}" srcId="{E537FC6B-0D26-4505-899D-71E3C1654B7F}" destId="{B7FB71BF-ABF8-4A0E-897C-0B1324D4EC42}" srcOrd="3" destOrd="0" parTransId="{D743944A-BF31-49C7-93D0-F64C2A3B0A26}" sibTransId="{E733E8F1-87B0-4905-8FB0-F555E2DD72A7}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5E0276D8-48E5-4D88-8659-B6D6DCFA4F40}" type="presParOf" srcId="{DFB60D4E-3B53-44AE-B818-187E0E3279A9}" destId="{AA189E24-7B81-492A-B8AD-29A371A232AA}" srcOrd="3" destOrd="0" presId="urn:microsoft.com/office/officeart/2005/8/layout/vList2"/>
    <dgm:cxn modelId="{E025C4F0-7651-4D28-B830-00FEF4D89D35}" type="presParOf" srcId="{DFB60D4E-3B53-44AE-B818-187E0E3279A9}" destId="{25DA7B56-55CD-47B0-9226-981C5B9F07A8}" srcOrd="4" destOrd="0" presId="urn:microsoft.com/office/officeart/2005/8/layout/vList2"/>
    <dgm:cxn modelId="{210E81B1-038A-4386-A19A-90F7F499F667}" type="presParOf" srcId="{DFB60D4E-3B53-44AE-B818-187E0E3279A9}" destId="{C2A4A03D-E14A-42A9-8735-8CF7E2671A2C}" srcOrd="5" destOrd="0" presId="urn:microsoft.com/office/officeart/2005/8/layout/vList2"/>
    <dgm:cxn modelId="{FE5D290F-5A78-4A11-8605-2B4CDBA1F59F}" type="presParOf" srcId="{DFB60D4E-3B53-44AE-B818-187E0E3279A9}" destId="{75CA6F30-B0FB-4B1B-A9A6-9FADE3A8518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CDCFE18-F1CE-4BAC-AD53-E82AC4F2FC42}">
          <dgm:prSet custT="1"/>
          <dgm:spPr/>
          <dgm:t>
            <a:bodyPr/>
            <a:lstStyle/>
            <a:p>
              <a:pPr algn="ctr"/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a.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Dùng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đoạn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dây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chiều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dài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14:m>
                <m:oMath xmlns:m="http://schemas.openxmlformats.org/officeDocument/2006/math">
                  <m:f>
                    <m:fPr>
                      <m:ctrlPr>
                        <a:rPr lang="en-GB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</m:ctrlPr>
                    </m:fPr>
                    <m:num>
                      <m:r>
                        <a:rPr lang="el-GR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𝜆</m:t>
                      </m:r>
                    </m:num>
                    <m:den>
                      <m:r>
                        <a:rPr lang="en-GB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4</m:t>
                      </m:r>
                    </m:den>
                  </m:f>
                </m:oMath>
              </a14:m>
              <a:endParaRPr lang="en-GB" sz="4000" i="1" dirty="0">
                <a:solidFill>
                  <a:srgbClr val="C00000"/>
                </a:solidFill>
              </a:endParaRPr>
            </a:p>
          </dgm:t>
        </dgm:pt>
      </mc:Choice>
      <mc:Fallback xmlns="">
        <dgm:pt modelId="{FCDCFE18-F1CE-4BAC-AD53-E82AC4F2FC42}">
          <dgm:prSet custT="1"/>
          <dgm:spPr/>
          <dgm:t>
            <a:bodyPr/>
            <a:lstStyle/>
            <a:p>
              <a:pPr algn="ctr"/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a.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Dùng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đoạn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dây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chiều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GB" sz="4000" dirty="0" err="1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dài</a:t>
              </a:r>
              <a:r>
                <a:rPr lang="en-GB" sz="4000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l-GR" sz="4000" b="0" i="0">
                  <a:solidFill>
                    <a:srgbClr val="C0000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a:t>𝜆</a:t>
              </a:r>
              <a:r>
                <a:rPr lang="en-GB" sz="4000" b="0" i="0">
                  <a:solidFill>
                    <a:srgbClr val="C0000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a:t>/4</a:t>
              </a:r>
              <a:endParaRPr lang="en-GB" sz="4000" i="1" dirty="0">
                <a:solidFill>
                  <a:srgbClr val="C00000"/>
                </a:solidFill>
              </a:endParaRPr>
            </a:p>
          </dgm:t>
        </dgm:pt>
      </mc:Fallback>
    </mc:AlternateConten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b.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Dùng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đoạn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chiều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dài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bất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kỳ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123C6E1C-956B-4D92-9EA8-07FC13299A91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c.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Dùng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hai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đoạn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nối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tiếp</a:t>
          </a:r>
          <a:endParaRPr lang="en-US" sz="4000" kern="1200" dirty="0">
            <a:solidFill>
              <a:srgbClr val="C0000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CFD0DB4C-DD74-45C0-80CE-3B3C386B9253}" type="parTrans" cxnId="{6D3766B4-CE61-4F56-8319-906FAC1A15D8}">
      <dgm:prSet/>
      <dgm:spPr/>
      <dgm:t>
        <a:bodyPr/>
        <a:lstStyle/>
        <a:p>
          <a:endParaRPr lang="en-GB"/>
        </a:p>
      </dgm:t>
    </dgm:pt>
    <dgm:pt modelId="{55AA31D0-2F6B-4115-B135-5926B62E302F}" type="sibTrans" cxnId="{6D3766B4-CE61-4F56-8319-906FAC1A15D8}">
      <dgm:prSet/>
      <dgm:spPr/>
      <dgm:t>
        <a:bodyPr/>
        <a:lstStyle/>
        <a:p>
          <a:endParaRPr lang="en-GB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A17A444-37F2-47A8-B926-4EFF55AD1D96}" type="pres">
      <dgm:prSet presAssocID="{6395772F-4E14-436C-9C57-70E7B93F4964}" presName="spacer" presStyleCnt="0"/>
      <dgm:spPr/>
    </dgm:pt>
    <dgm:pt modelId="{DF528A13-8832-49AB-BBD7-D1A33AC3E0DF}" type="pres">
      <dgm:prSet presAssocID="{123C6E1C-956B-4D92-9EA8-07FC13299A9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18DF0EB4-9A0F-48C0-98B7-917241DC3BAA}" type="presOf" srcId="{123C6E1C-956B-4D92-9EA8-07FC13299A91}" destId="{DF528A13-8832-49AB-BBD7-D1A33AC3E0DF}" srcOrd="0" destOrd="0" presId="urn:microsoft.com/office/officeart/2005/8/layout/vList2"/>
    <dgm:cxn modelId="{6D3766B4-CE61-4F56-8319-906FAC1A15D8}" srcId="{E537FC6B-0D26-4505-899D-71E3C1654B7F}" destId="{123C6E1C-956B-4D92-9EA8-07FC13299A91}" srcOrd="2" destOrd="0" parTransId="{CFD0DB4C-DD74-45C0-80CE-3B3C386B9253}" sibTransId="{55AA31D0-2F6B-4115-B135-5926B62E302F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1CC61D37-8712-4A85-B115-27921242C497}" type="presParOf" srcId="{DFB60D4E-3B53-44AE-B818-187E0E3279A9}" destId="{1A17A444-37F2-47A8-B926-4EFF55AD1D96}" srcOrd="3" destOrd="0" presId="urn:microsoft.com/office/officeart/2005/8/layout/vList2"/>
    <dgm:cxn modelId="{A5F0DE95-81F8-461D-8ED1-B08B9EBCE645}" type="presParOf" srcId="{DFB60D4E-3B53-44AE-B818-187E0E3279A9}" destId="{DF528A13-8832-49AB-BBD7-D1A33AC3E0D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b.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Dùng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đoạn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chiều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dài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bất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kỳ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123C6E1C-956B-4D92-9EA8-07FC13299A91}">
      <dgm:prSet custT="1"/>
      <dgm:spPr/>
      <dgm:t>
        <a:bodyPr/>
        <a:lstStyle/>
        <a:p>
          <a:pPr algn="ctr"/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c.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Dùng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hai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đoạn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nối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tiếp</a:t>
          </a:r>
          <a:endParaRPr lang="en-US" sz="4000" kern="1200" dirty="0">
            <a:solidFill>
              <a:srgbClr val="C0000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CFD0DB4C-DD74-45C0-80CE-3B3C386B9253}" type="parTrans" cxnId="{6D3766B4-CE61-4F56-8319-906FAC1A15D8}">
      <dgm:prSet/>
      <dgm:spPr/>
      <dgm:t>
        <a:bodyPr/>
        <a:lstStyle/>
        <a:p>
          <a:endParaRPr lang="en-GB"/>
        </a:p>
      </dgm:t>
    </dgm:pt>
    <dgm:pt modelId="{55AA31D0-2F6B-4115-B135-5926B62E302F}" type="sibTrans" cxnId="{6D3766B4-CE61-4F56-8319-906FAC1A15D8}">
      <dgm:prSet/>
      <dgm:spPr/>
      <dgm:t>
        <a:bodyPr/>
        <a:lstStyle/>
        <a:p>
          <a:endParaRPr lang="en-GB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A17A444-37F2-47A8-B926-4EFF55AD1D96}" type="pres">
      <dgm:prSet presAssocID="{6395772F-4E14-436C-9C57-70E7B93F4964}" presName="spacer" presStyleCnt="0"/>
      <dgm:spPr/>
    </dgm:pt>
    <dgm:pt modelId="{DF528A13-8832-49AB-BBD7-D1A33AC3E0DF}" type="pres">
      <dgm:prSet presAssocID="{123C6E1C-956B-4D92-9EA8-07FC13299A9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18DF0EB4-9A0F-48C0-98B7-917241DC3BAA}" type="presOf" srcId="{123C6E1C-956B-4D92-9EA8-07FC13299A91}" destId="{DF528A13-8832-49AB-BBD7-D1A33AC3E0DF}" srcOrd="0" destOrd="0" presId="urn:microsoft.com/office/officeart/2005/8/layout/vList2"/>
    <dgm:cxn modelId="{6D3766B4-CE61-4F56-8319-906FAC1A15D8}" srcId="{E537FC6B-0D26-4505-899D-71E3C1654B7F}" destId="{123C6E1C-956B-4D92-9EA8-07FC13299A91}" srcOrd="2" destOrd="0" parTransId="{CFD0DB4C-DD74-45C0-80CE-3B3C386B9253}" sibTransId="{55AA31D0-2F6B-4115-B135-5926B62E302F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1CC61D37-8712-4A85-B115-27921242C497}" type="presParOf" srcId="{DFB60D4E-3B53-44AE-B818-187E0E3279A9}" destId="{1A17A444-37F2-47A8-B926-4EFF55AD1D96}" srcOrd="3" destOrd="0" presId="urn:microsoft.com/office/officeart/2005/8/layout/vList2"/>
    <dgm:cxn modelId="{A5F0DE95-81F8-461D-8ED1-B08B9EBCE645}" type="presParOf" srcId="{DFB60D4E-3B53-44AE-B818-187E0E3279A9}" destId="{DF528A13-8832-49AB-BBD7-D1A33AC3E0D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22"/>
          <a:ext cx="10753725" cy="737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thiệu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82" y="36004"/>
        <a:ext cx="10681761" cy="665136"/>
      </dsp:txXfrm>
    </dsp:sp>
    <dsp:sp modelId="{946035A0-FC0F-4561-800D-AB1B90AC0FBC}">
      <dsp:nvSpPr>
        <dsp:cNvPr id="0" name=""/>
        <dsp:cNvSpPr/>
      </dsp:nvSpPr>
      <dsp:spPr>
        <a:xfrm>
          <a:off x="0" y="757282"/>
          <a:ext cx="10753725" cy="737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đồ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vòng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tròn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82" y="793264"/>
        <a:ext cx="10681761" cy="665136"/>
      </dsp:txXfrm>
    </dsp:sp>
    <dsp:sp modelId="{B6D9F51C-9549-4640-B0CC-A741A4E9FAE3}">
      <dsp:nvSpPr>
        <dsp:cNvPr id="0" name=""/>
        <dsp:cNvSpPr/>
      </dsp:nvSpPr>
      <dsp:spPr>
        <a:xfrm>
          <a:off x="0" y="1514542"/>
          <a:ext cx="10753725" cy="737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Đồ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Smith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82" y="1550524"/>
        <a:ext cx="10681761" cy="665136"/>
      </dsp:txXfrm>
    </dsp:sp>
    <dsp:sp modelId="{E317D8FA-2EC4-4469-9F3E-90BF01A6B026}">
      <dsp:nvSpPr>
        <dsp:cNvPr id="0" name=""/>
        <dsp:cNvSpPr/>
      </dsp:nvSpPr>
      <dsp:spPr>
        <a:xfrm>
          <a:off x="0" y="2271802"/>
          <a:ext cx="10753725" cy="737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bản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đồ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Smith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82" y="2307784"/>
        <a:ext cx="10681761" cy="665136"/>
      </dsp:txXfrm>
    </dsp:sp>
    <dsp:sp modelId="{836CFD1A-3471-4686-9208-51A76B7592A4}">
      <dsp:nvSpPr>
        <dsp:cNvPr id="0" name=""/>
        <dsp:cNvSpPr/>
      </dsp:nvSpPr>
      <dsp:spPr>
        <a:xfrm>
          <a:off x="0" y="3029062"/>
          <a:ext cx="10753725" cy="737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Phối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82" y="3065044"/>
        <a:ext cx="10681761" cy="665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1091342"/>
          <a:ext cx="6254724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Phép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biểu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diễn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GB" sz="4000" b="0" i="1" kern="120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𝑧</m:t>
              </m:r>
            </m:oMath>
          </a14:m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trong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mặt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phẳng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phức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l-GR" sz="4000" i="1" kern="120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𝛤</m:t>
              </m:r>
            </m:oMath>
          </a14:m>
          <a:endParaRPr lang="en-GB" sz="4000" kern="1200" dirty="0">
            <a:solidFill>
              <a:srgbClr val="C00000"/>
            </a:solidFill>
          </a:endParaRPr>
        </a:p>
      </dsp:txBody>
      <dsp:txXfrm>
        <a:off x="76105" y="1167447"/>
        <a:ext cx="6102514" cy="1406815"/>
      </dsp:txXfrm>
    </dsp:sp>
    <dsp:sp modelId="{687E73C9-8465-4A27-8291-0DA31881B0EC}">
      <dsp:nvSpPr>
        <dsp:cNvPr id="0" name=""/>
        <dsp:cNvSpPr/>
      </dsp:nvSpPr>
      <dsp:spPr>
        <a:xfrm>
          <a:off x="0" y="2837568"/>
          <a:ext cx="6254724" cy="1559025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2.2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Phép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biểu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diễn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4000" kern="1200">
                  <a:solidFill>
                    <a:srgbClr val="7030A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𝛤</m:t>
              </m:r>
            </m:oMath>
          </a14:m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trong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mặt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phẳng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phức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4000" kern="1200">
                  <a:solidFill>
                    <a:srgbClr val="7030A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rPr>
                <m:t>𝑧</m:t>
              </m:r>
            </m:oMath>
          </a14:m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76105" y="2913673"/>
        <a:ext cx="6102514" cy="14068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1433567"/>
          <a:ext cx="6254724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3.1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Mô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tả</a:t>
          </a:r>
          <a:endParaRPr lang="en-GB" sz="4000" kern="1200" dirty="0">
            <a:solidFill>
              <a:srgbClr val="C00000"/>
            </a:solidFill>
          </a:endParaRPr>
        </a:p>
      </dsp:txBody>
      <dsp:txXfrm>
        <a:off x="59399" y="1492966"/>
        <a:ext cx="6135926" cy="1098002"/>
      </dsp:txXfrm>
    </dsp:sp>
    <dsp:sp modelId="{687E73C9-8465-4A27-8291-0DA31881B0EC}">
      <dsp:nvSpPr>
        <dsp:cNvPr id="0" name=""/>
        <dsp:cNvSpPr/>
      </dsp:nvSpPr>
      <dsp:spPr>
        <a:xfrm>
          <a:off x="0" y="2837568"/>
          <a:ext cx="6254724" cy="121680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3.2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Đặc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tính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59399" y="2896967"/>
        <a:ext cx="6135926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275267"/>
          <a:ext cx="6254724" cy="152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a.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Dẫn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nạp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  <a:endParaRPr lang="en-GB" sz="4000" kern="1200" dirty="0">
            <a:solidFill>
              <a:srgbClr val="C00000"/>
            </a:solidFill>
          </a:endParaRPr>
        </a:p>
      </dsp:txBody>
      <dsp:txXfrm>
        <a:off x="74249" y="349516"/>
        <a:ext cx="6106226" cy="1372502"/>
      </dsp:txXfrm>
    </dsp:sp>
    <dsp:sp modelId="{687E73C9-8465-4A27-8291-0DA31881B0EC}">
      <dsp:nvSpPr>
        <dsp:cNvPr id="0" name=""/>
        <dsp:cNvSpPr/>
      </dsp:nvSpPr>
      <dsp:spPr>
        <a:xfrm>
          <a:off x="0" y="1983468"/>
          <a:ext cx="6254724" cy="1521000"/>
        </a:xfrm>
        <a:prstGeom prst="roundRect">
          <a:avLst/>
        </a:prstGeom>
        <a:solidFill>
          <a:schemeClr val="accent2">
            <a:hueOff val="-762398"/>
            <a:satOff val="-331"/>
            <a:lumOff val="-6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b.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Bụng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nút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</a:p>
      </dsp:txBody>
      <dsp:txXfrm>
        <a:off x="74249" y="2057717"/>
        <a:ext cx="6106226" cy="1372502"/>
      </dsp:txXfrm>
    </dsp:sp>
    <dsp:sp modelId="{DF528A13-8832-49AB-BBD7-D1A33AC3E0DF}">
      <dsp:nvSpPr>
        <dsp:cNvPr id="0" name=""/>
        <dsp:cNvSpPr/>
      </dsp:nvSpPr>
      <dsp:spPr>
        <a:xfrm>
          <a:off x="0" y="3691668"/>
          <a:ext cx="6254724" cy="152100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c.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Đổi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cơ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sở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chuẩn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hóa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</a:p>
      </dsp:txBody>
      <dsp:txXfrm>
        <a:off x="74249" y="3765917"/>
        <a:ext cx="6106226" cy="13725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453"/>
          <a:ext cx="6254724" cy="18207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4.1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Vẽ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vectơ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điện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áp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dòng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điện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trên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đồ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thị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Smith</a:t>
          </a:r>
          <a:endParaRPr lang="en-GB" sz="4000" kern="1200" dirty="0">
            <a:solidFill>
              <a:srgbClr val="C00000"/>
            </a:solidFill>
          </a:endParaRPr>
        </a:p>
      </dsp:txBody>
      <dsp:txXfrm>
        <a:off x="88883" y="89336"/>
        <a:ext cx="6076958" cy="1643012"/>
      </dsp:txXfrm>
    </dsp:sp>
    <dsp:sp modelId="{687E73C9-8465-4A27-8291-0DA31881B0EC}">
      <dsp:nvSpPr>
        <dsp:cNvPr id="0" name=""/>
        <dsp:cNvSpPr/>
      </dsp:nvSpPr>
      <dsp:spPr>
        <a:xfrm>
          <a:off x="0" y="1833578"/>
          <a:ext cx="6254724" cy="1820778"/>
        </a:xfrm>
        <a:prstGeom prst="roundRect">
          <a:avLst/>
        </a:prstGeom>
        <a:solidFill>
          <a:schemeClr val="accent2">
            <a:hueOff val="-762398"/>
            <a:satOff val="-331"/>
            <a:lumOff val="-6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4.2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Tính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đứng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,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phản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xạ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88883" y="1922461"/>
        <a:ext cx="6076958" cy="1643012"/>
      </dsp:txXfrm>
    </dsp:sp>
    <dsp:sp modelId="{25DA7B56-55CD-47B0-9226-981C5B9F07A8}">
      <dsp:nvSpPr>
        <dsp:cNvPr id="0" name=""/>
        <dsp:cNvSpPr/>
      </dsp:nvSpPr>
      <dsp:spPr>
        <a:xfrm>
          <a:off x="0" y="3666703"/>
          <a:ext cx="6254724" cy="1820778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4.3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Tính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mạch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phức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88883" y="3755586"/>
        <a:ext cx="6076958" cy="16430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30198"/>
          <a:ext cx="6254724" cy="12337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5.1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mạch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điện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tập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trung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hình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l-GR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Γ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hoặc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l-GR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Ί</a:t>
          </a:r>
          <a:endParaRPr lang="en-GB" sz="3200" kern="1200" dirty="0">
            <a:solidFill>
              <a:srgbClr val="C00000"/>
            </a:solidFill>
          </a:endParaRPr>
        </a:p>
      </dsp:txBody>
      <dsp:txXfrm>
        <a:off x="60227" y="90425"/>
        <a:ext cx="6134270" cy="1113310"/>
      </dsp:txXfrm>
    </dsp:sp>
    <dsp:sp modelId="{687E73C9-8465-4A27-8291-0DA31881B0EC}">
      <dsp:nvSpPr>
        <dsp:cNvPr id="0" name=""/>
        <dsp:cNvSpPr/>
      </dsp:nvSpPr>
      <dsp:spPr>
        <a:xfrm>
          <a:off x="0" y="1428123"/>
          <a:ext cx="6254724" cy="1233764"/>
        </a:xfrm>
        <a:prstGeom prst="roundRect">
          <a:avLst/>
        </a:prstGeom>
        <a:solidFill>
          <a:schemeClr val="accent2">
            <a:hueOff val="-508265"/>
            <a:satOff val="-221"/>
            <a:lumOff val="-46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5.2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nối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tiếp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60227" y="1488350"/>
        <a:ext cx="6134270" cy="1113310"/>
      </dsp:txXfrm>
    </dsp:sp>
    <dsp:sp modelId="{25DA7B56-55CD-47B0-9226-981C5B9F07A8}">
      <dsp:nvSpPr>
        <dsp:cNvPr id="0" name=""/>
        <dsp:cNvSpPr/>
      </dsp:nvSpPr>
      <dsp:spPr>
        <a:xfrm>
          <a:off x="0" y="2826048"/>
          <a:ext cx="6254724" cy="1233764"/>
        </a:xfrm>
        <a:prstGeom prst="roundRect">
          <a:avLst/>
        </a:prstGeom>
        <a:solidFill>
          <a:schemeClr val="accent2">
            <a:hueOff val="-1016531"/>
            <a:satOff val="-441"/>
            <a:lumOff val="-92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5.3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một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chêm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60227" y="2886275"/>
        <a:ext cx="6134270" cy="1113310"/>
      </dsp:txXfrm>
    </dsp:sp>
    <dsp:sp modelId="{75CA6F30-B0FB-4B1B-A9A6-9FADE3A85189}">
      <dsp:nvSpPr>
        <dsp:cNvPr id="0" name=""/>
        <dsp:cNvSpPr/>
      </dsp:nvSpPr>
      <dsp:spPr>
        <a:xfrm>
          <a:off x="0" y="4254171"/>
          <a:ext cx="6254724" cy="1233764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5.4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Phối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hợp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bằng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hai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chêm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60227" y="4314398"/>
        <a:ext cx="6134270" cy="1113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1499"/>
          <a:ext cx="6254724" cy="181898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a.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Dùng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đoạn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chiều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dài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14:m xmlns:a14="http://schemas.microsoft.com/office/drawing/2010/main">
            <m:oMath xmlns:m="http://schemas.openxmlformats.org/officeDocument/2006/math">
              <m:f>
                <m:fPr>
                  <m:ctrlPr>
                    <a:rPr lang="en-GB" sz="4000" b="0" i="1" kern="120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</m:ctrlPr>
                </m:fPr>
                <m:num>
                  <m:r>
                    <a:rPr lang="el-GR" sz="4000" b="0" i="1" kern="120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𝜆</m:t>
                  </m:r>
                </m:num>
                <m:den>
                  <m:r>
                    <a:rPr lang="en-GB" sz="4000" b="0" i="1" kern="120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ea typeface="+mn-ea"/>
                      <a:cs typeface="Times New Roman" panose="02020603050405020304" pitchFamily="18" charset="0"/>
                    </a:rPr>
                    <m:t>4</m:t>
                  </m:r>
                </m:den>
              </m:f>
            </m:oMath>
          </a14:m>
          <a:endParaRPr lang="en-GB" sz="4000" i="1" kern="1200" dirty="0">
            <a:solidFill>
              <a:srgbClr val="C00000"/>
            </a:solidFill>
          </a:endParaRPr>
        </a:p>
      </dsp:txBody>
      <dsp:txXfrm>
        <a:off x="88795" y="90294"/>
        <a:ext cx="6077134" cy="1641394"/>
      </dsp:txXfrm>
    </dsp:sp>
    <dsp:sp modelId="{687E73C9-8465-4A27-8291-0DA31881B0EC}">
      <dsp:nvSpPr>
        <dsp:cNvPr id="0" name=""/>
        <dsp:cNvSpPr/>
      </dsp:nvSpPr>
      <dsp:spPr>
        <a:xfrm>
          <a:off x="0" y="1834475"/>
          <a:ext cx="6254724" cy="1818984"/>
        </a:xfrm>
        <a:prstGeom prst="roundRect">
          <a:avLst/>
        </a:prstGeom>
        <a:solidFill>
          <a:schemeClr val="accent2">
            <a:hueOff val="-762398"/>
            <a:satOff val="-331"/>
            <a:lumOff val="-6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b.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Dùng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đoạn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chiều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dài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bất</a:t>
          </a: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kỳ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88795" y="1923270"/>
        <a:ext cx="6077134" cy="1641394"/>
      </dsp:txXfrm>
    </dsp:sp>
    <dsp:sp modelId="{DF528A13-8832-49AB-BBD7-D1A33AC3E0DF}">
      <dsp:nvSpPr>
        <dsp:cNvPr id="0" name=""/>
        <dsp:cNvSpPr/>
      </dsp:nvSpPr>
      <dsp:spPr>
        <a:xfrm>
          <a:off x="0" y="3667452"/>
          <a:ext cx="6254724" cy="1818984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c.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Dùng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hai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đoạn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nối</a:t>
          </a:r>
          <a:r>
            <a:rPr lang="en-US" sz="40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40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tiếp</a:t>
          </a:r>
          <a:endParaRPr lang="en-US" sz="4000" kern="1200" dirty="0">
            <a:solidFill>
              <a:srgbClr val="C0000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88795" y="3756247"/>
        <a:ext cx="6077134" cy="16413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572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632091"/>
        <a:ext cx="10634927" cy="1098002"/>
      </dsp:txXfrm>
    </dsp:sp>
    <dsp:sp modelId="{946035A0-FC0F-4561-800D-AB1B90AC0FBC}">
      <dsp:nvSpPr>
        <dsp:cNvPr id="0" name=""/>
        <dsp:cNvSpPr/>
      </dsp:nvSpPr>
      <dsp:spPr>
        <a:xfrm>
          <a:off x="0" y="1976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036091"/>
        <a:ext cx="10634927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A24949-8A36-414A-9B57-91C787C518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731E7-7F6B-4488-A360-3790D2360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32DA2-AF8A-4FF1-8D56-09F76EF531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62D70-B0E9-43B8-8C9D-5BC276FB47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1D0F8-3B96-4E9B-B39A-BD39F783CE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70790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C66C3-0844-4EA8-8FF7-530CF3D98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21180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A18AA-2B05-46B8-AC34-3542A9A2114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139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41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74A15-AF85-4B62-8F19-10D46F48B3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431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71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65DD1-3CCC-43E4-998E-1FC9B7156E2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89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D205C-86D3-4616-9223-53814B5C66A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821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8E94E-E3E4-4910-9317-264AD61A0B5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942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4DE31-6E20-48E6-ACB8-FF00C0EB468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158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6CAE4-BD74-42B8-982B-5CB7C507B6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465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759F1-3D96-4242-9C8F-87729EEBF93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611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1EEB5-3DC5-4372-808B-08E4839C7DB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789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A86BA-FA29-406D-86D1-1D39866F071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701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7447F-265D-4DFD-A7FA-1203C7377CD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470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99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73857-E6DA-4B88-A353-69E2641B223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17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DEE29-A545-441B-A938-F0DDF2C81D8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727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84C7D-1A49-47F0-9644-7599FD797C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416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88B39-D326-4DA1-8D5C-879284ED9D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434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9F147-933A-40C1-A0EE-4BAA5AC068D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351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52569-6A0C-427C-9943-99C23B056A4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399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673A2-FE9C-4C3F-9298-74299B79C72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26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36A15-88EE-4724-8675-0EA17AF8E8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523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107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A903F-EBA1-4996-A8FD-18DCBBA33B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657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78FCB-B093-4D40-A218-2D8AE761F60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8619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114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D2763-FDBE-43D0-AC21-E96A203811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7443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124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85645-1269-4530-8FFA-EE7DB49A6EC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07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125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E9496-365E-44A3-8C75-701C6664780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868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126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54D3F-E90B-4FAC-A0A2-AF5B95CB0BF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5211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127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8CF58-106B-4071-9F21-50BF44FDD5C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10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128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71E24-A9DC-42BC-B8C2-A734BEEA7D5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7279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129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67D42-B597-4ED5-A117-AB7E86FE6DB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3281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DEA-D1E3-4276-877D-AD1218137E0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812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F3E3F-0C89-4085-BEF2-315FEC7C294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7607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64EE2-246F-41EB-A402-AAE8C7A896A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6443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C644F-AEC2-4CD7-8132-89B5716667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9395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4DC3D-9545-40FD-89B2-9A938BEEC12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5349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B36F0-ADF7-4420-BE79-5F268B12B87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6452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78894-778F-4A4A-A8A0-249E04AE4C4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0008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FC47F-BCB2-41C7-99FE-CA881A65FFA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2200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139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FB04B-A99F-4CCC-960C-607A74D5FEF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4324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F8EDA-EEBB-4354-B17A-C69A12908CD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278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DB3E2-811F-4EC6-B95C-120FAA2FF74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4906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4B951-6AF2-4A5A-9246-E899D1101F7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2139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53B51-A175-4CCE-AF73-111DDCAD44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9320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9D473-B353-4EC6-A303-A25F93A9C88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6628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89286-8608-4007-91D6-81AB0F9B12F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6493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17D58-A226-4EE0-B251-687E485B3D2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2355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B2BB1-9A5A-4452-B185-DFBC7AA51EE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078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FE252-1441-4942-BF65-57EE590536B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1282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149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694D2-E672-4208-B008-7359A97B02E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8764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150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F86A1-1A2E-499C-AF0C-0561FDCEFC9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8580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164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AC618-57CC-44F0-890D-E712AF7BF83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1615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168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B351B-D98A-4013-8EE1-F59858FBC3E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4174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173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C4BA8-9807-4E18-A128-15CF7539DBB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8863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174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7C59F-87E1-4858-97B5-F0E8854178C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3847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176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0EB5F-5DFC-497A-81A6-059F16FE812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4002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177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BD61A-F6FC-425A-9505-37910F918EE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19482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178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2267E-4F9B-42B1-AA76-AB0CCA1CBD3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75118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179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AD5DC-1BE4-4E88-95AC-2BF861DDDA7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4821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181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A72BE-1756-4E2F-8C8E-A2F38E73C96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6031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182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37A06-C70D-4DDA-8454-69BAC79AE6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6491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185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90049-B099-45A0-BA65-9DB4A54934F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99630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186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76BC8-3253-4FDB-A72F-44ECAC72DD8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0062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187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7434F-265A-453D-BCE4-23C7266DDE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1729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188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77F2E-2130-4815-9935-CABFDCDA079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02618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189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B328B-8B13-4DA8-8B57-CB154D89288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04732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199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33781-D745-4A00-BC78-20EF03779D4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5892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F7A74-3169-4D83-A1C7-D41F58A9963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0837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9D737-B0EB-486B-93E7-464A8A580F9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71270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FE7DE-C55E-4CDF-A61B-F4C4B136973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19036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D18CE-125C-40BB-A84D-525644A7384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37249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DD28-8360-467C-AFDB-34E1D4BABF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17647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B3654-1A97-447F-9C00-9017579DFFD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13352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1DA7B-9565-4D92-8AE6-18FD14A475D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99918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3D233-4970-46BA-900B-5C1DC2F859B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85450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209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3E60A-FEE1-40B9-ACE9-B939FE3CC59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47999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210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6533E-573F-4D78-9342-444F618127F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09587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211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8FE04-482B-4E11-99DB-5D2A8661DA8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10053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C4255-0A55-4F50-948C-0B69949FCF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00552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214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E7B6C-FC85-4FC2-86F1-8C350421B7E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18973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6F88-720F-4582-B61D-C2A00C005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78768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291F1-B9F2-4635-B103-0FDB826FDC6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55724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7BD68-5C01-4065-9A9F-5A2474AF68B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9256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6C1E0-3B1A-4272-A520-3B9C63365D1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76612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CC8CA-7AB3-4218-BD23-6B670327F2E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17320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2CE59-426F-4D74-98B4-F2D69FBDDB9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22056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E166F-2712-4687-A6D5-5F1A565CDBF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95399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95905-F254-4490-80EB-AAED3ACE0A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64551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8DF2-589E-4B93-877E-471FDE17B12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11181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229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6183B-FD41-4873-8C1F-975644018CF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43540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2F772-8C65-4432-B87B-EAE970EE033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19076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F9EC6-6D0F-4134-AFC6-6FAE318139D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4991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04571-1619-40E7-8DE6-DB1819D01A2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93710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95915-DE1C-466E-83CC-61A70C2C9FA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4095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26339-F331-4EA4-A666-B8B82F8118D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0051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D10B7-51DE-4AE0-BEA7-9723D315437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04517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557B5-ECCD-4643-BEAA-CAC03F55990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07971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741DB-18AE-4951-AD6D-2FE5901875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93219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B7741-A892-486C-869B-627573FAEAD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89438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239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732DD-2F12-4325-876A-0C2293FC9AD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16310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240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EF91A-FE86-4AE8-A130-E562C2B738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93977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241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B540B-7328-42D5-B075-CFC88C679B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6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2F35017-BB11-4F88-9EE1-7669B2496777}" type="datetime1">
              <a:rPr lang="en-GB" smtClean="0"/>
              <a:t>05/10/2021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62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B6CB-CC48-43A6-B7D7-6C2EF9D5B0C2}" type="datetime1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83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12F2-0DF9-4F6E-8CE6-8861ED4296A2}" type="datetime1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00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3003-25C4-4C87-BF4F-AE457E86945C}" type="datetime1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85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4EC0-C502-472F-89AC-5CBA30027D71}" type="datetime1">
              <a:rPr lang="en-GB" smtClean="0"/>
              <a:t>05/10/2021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17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448E-F604-46E8-A291-79E0A7C9A85E}" type="datetime1">
              <a:rPr lang="en-GB" smtClean="0"/>
              <a:t>05/10/2021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52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07CA-8DBF-4DE0-AE54-04CF1EF58B58}" type="datetime1">
              <a:rPr lang="en-GB" smtClean="0"/>
              <a:t>05/10/2021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82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0FC24-4E86-4866-9588-CCFFF7BAF36A}" type="datetime1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7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212D80B-EE17-4A56-B8F5-CC6E1EC7FC74}" type="datetime1">
              <a:rPr lang="en-GB" smtClean="0"/>
              <a:t>05/10/2021</a:t>
            </a:fld>
            <a:endParaRPr lang="en-GB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28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9534-7689-4E79-94E7-B7F6A33521DF}" type="datetime1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9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2178-76C8-421F-9CF3-7FD144C6BEFB}" type="datetime1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39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7E0A726-ACA0-43D3-B244-E272A1ED1992}" type="datetime1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14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0.png"/><Relationship Id="rId2" Type="http://schemas.openxmlformats.org/officeDocument/2006/relationships/image" Target="../media/image17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10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1" Type="http://schemas.openxmlformats.org/officeDocument/2006/relationships/image" Target="../media/image40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30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image" Target="../media/image23.png"/><Relationship Id="rId19" Type="http://schemas.openxmlformats.org/officeDocument/2006/relationships/image" Target="../media/image38.png"/><Relationship Id="rId9" Type="http://schemas.openxmlformats.org/officeDocument/2006/relationships/image" Target="../media/image290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0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7.png"/><Relationship Id="rId7" Type="http://schemas.openxmlformats.org/officeDocument/2006/relationships/image" Target="../media/image4810.png"/><Relationship Id="rId12" Type="http://schemas.openxmlformats.org/officeDocument/2006/relationships/image" Target="../media/image53.png"/><Relationship Id="rId17" Type="http://schemas.openxmlformats.org/officeDocument/2006/relationships/image" Target="../media/image56.png"/><Relationship Id="rId2" Type="http://schemas.openxmlformats.org/officeDocument/2006/relationships/image" Target="../media/image370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11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5" Type="http://schemas.openxmlformats.org/officeDocument/2006/relationships/image" Target="../media/image540.png"/><Relationship Id="rId10" Type="http://schemas.openxmlformats.org/officeDocument/2006/relationships/image" Target="../media/image51.png"/><Relationship Id="rId4" Type="http://schemas.openxmlformats.org/officeDocument/2006/relationships/image" Target="../media/image4310.png"/><Relationship Id="rId9" Type="http://schemas.openxmlformats.org/officeDocument/2006/relationships/image" Target="../media/image50.png"/><Relationship Id="rId14" Type="http://schemas.openxmlformats.org/officeDocument/2006/relationships/image" Target="../media/image5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7" Type="http://schemas.openxmlformats.org/officeDocument/2006/relationships/image" Target="../media/image780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760.png"/><Relationship Id="rId4" Type="http://schemas.openxmlformats.org/officeDocument/2006/relationships/image" Target="../media/image8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0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1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0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280.png"/><Relationship Id="rId7" Type="http://schemas.openxmlformats.org/officeDocument/2006/relationships/image" Target="../media/image135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3.png"/><Relationship Id="rId3" Type="http://schemas.openxmlformats.org/officeDocument/2006/relationships/image" Target="../media/image138.png"/><Relationship Id="rId7" Type="http://schemas.openxmlformats.org/officeDocument/2006/relationships/image" Target="../media/image158.png"/><Relationship Id="rId12" Type="http://schemas.openxmlformats.org/officeDocument/2006/relationships/image" Target="../media/image16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1.png"/><Relationship Id="rId5" Type="http://schemas.openxmlformats.org/officeDocument/2006/relationships/image" Target="../media/image145.png"/><Relationship Id="rId10" Type="http://schemas.openxmlformats.org/officeDocument/2006/relationships/image" Target="../media/image160.png"/><Relationship Id="rId4" Type="http://schemas.openxmlformats.org/officeDocument/2006/relationships/image" Target="../media/image139.png"/><Relationship Id="rId9" Type="http://schemas.openxmlformats.org/officeDocument/2006/relationships/image" Target="../media/image159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4.png"/><Relationship Id="rId7" Type="http://schemas.openxmlformats.org/officeDocument/2006/relationships/image" Target="../media/image179.png"/><Relationship Id="rId2" Type="http://schemas.openxmlformats.org/officeDocument/2006/relationships/image" Target="../media/image1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0.png"/><Relationship Id="rId9" Type="http://schemas.openxmlformats.org/officeDocument/2006/relationships/image" Target="../media/image18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png"/><Relationship Id="rId10" Type="http://schemas.openxmlformats.org/officeDocument/2006/relationships/image" Target="../media/image1670.png"/><Relationship Id="rId9" Type="http://schemas.openxmlformats.org/officeDocument/2006/relationships/image" Target="../media/image17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png"/><Relationship Id="rId4" Type="http://schemas.openxmlformats.org/officeDocument/2006/relationships/image" Target="../media/image17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7" Type="http://schemas.openxmlformats.org/officeDocument/2006/relationships/image" Target="../media/image18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4.png"/><Relationship Id="rId4" Type="http://schemas.openxmlformats.org/officeDocument/2006/relationships/image" Target="../media/image1730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75.png"/><Relationship Id="rId7" Type="http://schemas.openxmlformats.org/officeDocument/2006/relationships/image" Target="../media/image18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0.png"/><Relationship Id="rId3" Type="http://schemas.openxmlformats.org/officeDocument/2006/relationships/image" Target="../media/image1900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Relationship Id="rId9" Type="http://schemas.openxmlformats.org/officeDocument/2006/relationships/image" Target="../media/image191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0.png"/><Relationship Id="rId3" Type="http://schemas.openxmlformats.org/officeDocument/2006/relationships/image" Target="../media/image185.png"/><Relationship Id="rId7" Type="http://schemas.openxmlformats.org/officeDocument/2006/relationships/image" Target="../media/image19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86.png"/><Relationship Id="rId4" Type="http://schemas.openxmlformats.org/officeDocument/2006/relationships/image" Target="../media/image1850.png"/><Relationship Id="rId9" Type="http://schemas.openxmlformats.org/officeDocument/2006/relationships/image" Target="../media/image191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7" Type="http://schemas.openxmlformats.org/officeDocument/2006/relationships/image" Target="../media/image20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0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7" Type="http://schemas.openxmlformats.org/officeDocument/2006/relationships/image" Target="../media/image20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2030.png"/><Relationship Id="rId4" Type="http://schemas.openxmlformats.org/officeDocument/2006/relationships/image" Target="../media/image203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0.png"/><Relationship Id="rId5" Type="http://schemas.openxmlformats.org/officeDocument/2006/relationships/image" Target="../media/image213.png"/><Relationship Id="rId4" Type="http://schemas.openxmlformats.org/officeDocument/2006/relationships/image" Target="../media/image2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7" Type="http://schemas.openxmlformats.org/officeDocument/2006/relationships/image" Target="../media/image2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0.png"/><Relationship Id="rId5" Type="http://schemas.openxmlformats.org/officeDocument/2006/relationships/image" Target="../media/image2101.png"/><Relationship Id="rId4" Type="http://schemas.openxmlformats.org/officeDocument/2006/relationships/image" Target="../media/image21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5.png"/><Relationship Id="rId4" Type="http://schemas.openxmlformats.org/officeDocument/2006/relationships/image" Target="../media/image210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12" Type="http://schemas.openxmlformats.org/officeDocument/2006/relationships/image" Target="../media/image2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11" Type="http://schemas.openxmlformats.org/officeDocument/2006/relationships/image" Target="../media/image2170.png"/><Relationship Id="rId5" Type="http://schemas.openxmlformats.org/officeDocument/2006/relationships/image" Target="../media/image2151.png"/><Relationship Id="rId10" Type="http://schemas.openxmlformats.org/officeDocument/2006/relationships/image" Target="../media/image2100.png"/><Relationship Id="rId4" Type="http://schemas.openxmlformats.org/officeDocument/2006/relationships/image" Target="../media/image216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7" Type="http://schemas.openxmlformats.org/officeDocument/2006/relationships/image" Target="../media/image21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0.png"/><Relationship Id="rId4" Type="http://schemas.openxmlformats.org/officeDocument/2006/relationships/image" Target="../media/image2140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3" Type="http://schemas.openxmlformats.org/officeDocument/2006/relationships/image" Target="../media/image219.png"/><Relationship Id="rId7" Type="http://schemas.openxmlformats.org/officeDocument/2006/relationships/image" Target="../media/image2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0.png"/><Relationship Id="rId5" Type="http://schemas.openxmlformats.org/officeDocument/2006/relationships/image" Target="../media/image220.png"/><Relationship Id="rId4" Type="http://schemas.openxmlformats.org/officeDocument/2006/relationships/image" Target="../media/image2190.png"/><Relationship Id="rId9" Type="http://schemas.openxmlformats.org/officeDocument/2006/relationships/image" Target="../media/image22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7" Type="http://schemas.openxmlformats.org/officeDocument/2006/relationships/image" Target="../media/image2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0.png"/><Relationship Id="rId5" Type="http://schemas.openxmlformats.org/officeDocument/2006/relationships/image" Target="../media/image2100.png"/><Relationship Id="rId4" Type="http://schemas.openxmlformats.org/officeDocument/2006/relationships/image" Target="../media/image2140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225.png"/><Relationship Id="rId7" Type="http://schemas.openxmlformats.org/officeDocument/2006/relationships/image" Target="../media/image2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0.png"/><Relationship Id="rId11" Type="http://schemas.openxmlformats.org/officeDocument/2006/relationships/image" Target="../media/image230.png"/><Relationship Id="rId5" Type="http://schemas.openxmlformats.org/officeDocument/2006/relationships/image" Target="../media/image2100.png"/><Relationship Id="rId10" Type="http://schemas.openxmlformats.org/officeDocument/2006/relationships/image" Target="../media/image232.png"/><Relationship Id="rId4" Type="http://schemas.openxmlformats.org/officeDocument/2006/relationships/image" Target="../media/image2140.png"/><Relationship Id="rId9" Type="http://schemas.openxmlformats.org/officeDocument/2006/relationships/image" Target="../media/image2250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3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80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0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80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258.png"/><Relationship Id="rId7" Type="http://schemas.openxmlformats.org/officeDocument/2006/relationships/image" Target="../media/image261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9.png"/><Relationship Id="rId10" Type="http://schemas.openxmlformats.org/officeDocument/2006/relationships/image" Target="../media/image264.png"/><Relationship Id="rId4" Type="http://schemas.openxmlformats.org/officeDocument/2006/relationships/image" Target="../media/image2580.png"/><Relationship Id="rId9" Type="http://schemas.openxmlformats.org/officeDocument/2006/relationships/image" Target="../media/image262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267.png"/><Relationship Id="rId7" Type="http://schemas.openxmlformats.org/officeDocument/2006/relationships/image" Target="../media/image268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image" Target="../media/image265.png"/><Relationship Id="rId4" Type="http://schemas.openxmlformats.org/officeDocument/2006/relationships/image" Target="../media/image27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9.png"/><Relationship Id="rId4" Type="http://schemas.openxmlformats.org/officeDocument/2006/relationships/image" Target="../media/image273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3" Type="http://schemas.openxmlformats.org/officeDocument/2006/relationships/image" Target="../media/image254.png"/><Relationship Id="rId7" Type="http://schemas.openxmlformats.org/officeDocument/2006/relationships/image" Target="../media/image2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Relationship Id="rId9" Type="http://schemas.openxmlformats.org/officeDocument/2006/relationships/image" Target="../media/image2780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3" Type="http://schemas.openxmlformats.org/officeDocument/2006/relationships/image" Target="../media/image257.png"/><Relationship Id="rId7" Type="http://schemas.openxmlformats.org/officeDocument/2006/relationships/image" Target="../media/image28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60.png"/><Relationship Id="rId4" Type="http://schemas.openxmlformats.org/officeDocument/2006/relationships/image" Target="../media/image273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3" Type="http://schemas.openxmlformats.org/officeDocument/2006/relationships/image" Target="../media/image277.png"/><Relationship Id="rId7" Type="http://schemas.openxmlformats.org/officeDocument/2006/relationships/image" Target="../media/image28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10" Type="http://schemas.openxmlformats.org/officeDocument/2006/relationships/image" Target="../media/image286.png"/><Relationship Id="rId4" Type="http://schemas.openxmlformats.org/officeDocument/2006/relationships/image" Target="../media/image278.png"/><Relationship Id="rId9" Type="http://schemas.openxmlformats.org/officeDocument/2006/relationships/image" Target="../media/image293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3" Type="http://schemas.openxmlformats.org/officeDocument/2006/relationships/image" Target="../media/image272.png"/><Relationship Id="rId7" Type="http://schemas.openxmlformats.org/officeDocument/2006/relationships/image" Target="../media/image29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.png"/><Relationship Id="rId10" Type="http://schemas.openxmlformats.org/officeDocument/2006/relationships/image" Target="../media/image296.png"/><Relationship Id="rId4" Type="http://schemas.openxmlformats.org/officeDocument/2006/relationships/image" Target="../media/image289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7" Type="http://schemas.openxmlformats.org/officeDocument/2006/relationships/image" Target="../media/image29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5.png"/><Relationship Id="rId5" Type="http://schemas.openxmlformats.org/officeDocument/2006/relationships/image" Target="../media/image298.png"/><Relationship Id="rId4" Type="http://schemas.openxmlformats.org/officeDocument/2006/relationships/image" Target="../media/image283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3" Type="http://schemas.openxmlformats.org/officeDocument/2006/relationships/image" Target="../media/image281.png"/><Relationship Id="rId7" Type="http://schemas.openxmlformats.org/officeDocument/2006/relationships/image" Target="../media/image30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11" Type="http://schemas.openxmlformats.org/officeDocument/2006/relationships/image" Target="../media/image3040.png"/><Relationship Id="rId5" Type="http://schemas.openxmlformats.org/officeDocument/2006/relationships/image" Target="../media/image300.png"/><Relationship Id="rId10" Type="http://schemas.openxmlformats.org/officeDocument/2006/relationships/image" Target="../media/image305.png"/><Relationship Id="rId4" Type="http://schemas.openxmlformats.org/officeDocument/2006/relationships/image" Target="../media/image2991.png"/><Relationship Id="rId9" Type="http://schemas.openxmlformats.org/officeDocument/2006/relationships/image" Target="../media/image304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0.png"/><Relationship Id="rId3" Type="http://schemas.openxmlformats.org/officeDocument/2006/relationships/image" Target="../media/image3050.png"/><Relationship Id="rId7" Type="http://schemas.openxmlformats.org/officeDocument/2006/relationships/image" Target="../media/image300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.png"/><Relationship Id="rId5" Type="http://schemas.openxmlformats.org/officeDocument/2006/relationships/image" Target="../media/image306.png"/><Relationship Id="rId4" Type="http://schemas.openxmlformats.org/officeDocument/2006/relationships/image" Target="../media/image273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0.png"/><Relationship Id="rId3" Type="http://schemas.openxmlformats.org/officeDocument/2006/relationships/image" Target="../media/image307.png"/><Relationship Id="rId7" Type="http://schemas.openxmlformats.org/officeDocument/2006/relationships/image" Target="../media/image30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.png"/><Relationship Id="rId10" Type="http://schemas.openxmlformats.org/officeDocument/2006/relationships/image" Target="../media/image286.png"/><Relationship Id="rId4" Type="http://schemas.openxmlformats.org/officeDocument/2006/relationships/image" Target="../media/image278.png"/><Relationship Id="rId9" Type="http://schemas.openxmlformats.org/officeDocument/2006/relationships/image" Target="../media/image308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0.png"/><Relationship Id="rId3" Type="http://schemas.openxmlformats.org/officeDocument/2006/relationships/image" Target="../media/image294.png"/><Relationship Id="rId7" Type="http://schemas.openxmlformats.org/officeDocument/2006/relationships/image" Target="../media/image300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10" Type="http://schemas.openxmlformats.org/officeDocument/2006/relationships/image" Target="../media/image314.png"/><Relationship Id="rId4" Type="http://schemas.openxmlformats.org/officeDocument/2006/relationships/image" Target="../media/image309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7" Type="http://schemas.openxmlformats.org/officeDocument/2006/relationships/image" Target="../media/image3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30.png"/><Relationship Id="rId5" Type="http://schemas.openxmlformats.org/officeDocument/2006/relationships/image" Target="../media/image3000.png"/><Relationship Id="rId4" Type="http://schemas.openxmlformats.org/officeDocument/2006/relationships/image" Target="../media/image283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281.png"/><Relationship Id="rId7" Type="http://schemas.openxmlformats.org/officeDocument/2006/relationships/image" Target="../media/image3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0.png"/><Relationship Id="rId11" Type="http://schemas.openxmlformats.org/officeDocument/2006/relationships/image" Target="../media/image3040.png"/><Relationship Id="rId5" Type="http://schemas.openxmlformats.org/officeDocument/2006/relationships/image" Target="../media/image300.png"/><Relationship Id="rId10" Type="http://schemas.openxmlformats.org/officeDocument/2006/relationships/image" Target="../media/image305.png"/><Relationship Id="rId4" Type="http://schemas.openxmlformats.org/officeDocument/2006/relationships/image" Target="../media/image2991.png"/><Relationship Id="rId9" Type="http://schemas.openxmlformats.org/officeDocument/2006/relationships/image" Target="../media/image304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3" Type="http://schemas.openxmlformats.org/officeDocument/2006/relationships/image" Target="../media/image310.png"/><Relationship Id="rId7" Type="http://schemas.openxmlformats.org/officeDocument/2006/relationships/image" Target="../media/image2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2.png"/><Relationship Id="rId5" Type="http://schemas.openxmlformats.org/officeDocument/2006/relationships/image" Target="../media/image318.png"/><Relationship Id="rId4" Type="http://schemas.openxmlformats.org/officeDocument/2006/relationships/image" Target="../media/image317.png"/><Relationship Id="rId9" Type="http://schemas.openxmlformats.org/officeDocument/2006/relationships/image" Target="../media/image345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0.png"/><Relationship Id="rId5" Type="http://schemas.openxmlformats.org/officeDocument/2006/relationships/image" Target="../media/image3170.png"/><Relationship Id="rId4" Type="http://schemas.openxmlformats.org/officeDocument/2006/relationships/image" Target="../media/image307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7" Type="http://schemas.openxmlformats.org/officeDocument/2006/relationships/image" Target="../media/image3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80.png"/><Relationship Id="rId5" Type="http://schemas.openxmlformats.org/officeDocument/2006/relationships/image" Target="../media/image320.png"/><Relationship Id="rId4" Type="http://schemas.openxmlformats.org/officeDocument/2006/relationships/image" Target="../media/image3110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3" Type="http://schemas.openxmlformats.org/officeDocument/2006/relationships/image" Target="../media/image313.png"/><Relationship Id="rId7" Type="http://schemas.openxmlformats.org/officeDocument/2006/relationships/image" Target="../media/image3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5.png"/><Relationship Id="rId5" Type="http://schemas.openxmlformats.org/officeDocument/2006/relationships/image" Target="../media/image324.png"/><Relationship Id="rId10" Type="http://schemas.openxmlformats.org/officeDocument/2006/relationships/image" Target="../media/image3270.png"/><Relationship Id="rId4" Type="http://schemas.openxmlformats.org/officeDocument/2006/relationships/image" Target="../media/image323.png"/><Relationship Id="rId9" Type="http://schemas.openxmlformats.org/officeDocument/2006/relationships/image" Target="../media/image3260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19.png"/><Relationship Id="rId7" Type="http://schemas.openxmlformats.org/officeDocument/2006/relationships/image" Target="../media/image3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5" Type="http://schemas.openxmlformats.org/officeDocument/2006/relationships/image" Target="../media/image320.png"/><Relationship Id="rId4" Type="http://schemas.openxmlformats.org/officeDocument/2006/relationships/image" Target="../media/image328.png"/><Relationship Id="rId9" Type="http://schemas.openxmlformats.org/officeDocument/2006/relationships/image" Target="../media/image3280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29.png"/><Relationship Id="rId7" Type="http://schemas.openxmlformats.org/officeDocument/2006/relationships/image" Target="../media/image3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11" Type="http://schemas.openxmlformats.org/officeDocument/2006/relationships/image" Target="../media/image332.png"/><Relationship Id="rId10" Type="http://schemas.openxmlformats.org/officeDocument/2006/relationships/image" Target="../media/image350.png"/><Relationship Id="rId4" Type="http://schemas.openxmlformats.org/officeDocument/2006/relationships/image" Target="../media/image330.png"/><Relationship Id="rId9" Type="http://schemas.openxmlformats.org/officeDocument/2006/relationships/image" Target="../media/image3300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21.png"/><Relationship Id="rId7" Type="http://schemas.openxmlformats.org/officeDocument/2006/relationships/image" Target="../media/image3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11" Type="http://schemas.openxmlformats.org/officeDocument/2006/relationships/image" Target="../media/image335.png"/><Relationship Id="rId10" Type="http://schemas.openxmlformats.org/officeDocument/2006/relationships/image" Target="../media/image350.png"/><Relationship Id="rId4" Type="http://schemas.openxmlformats.org/officeDocument/2006/relationships/image" Target="../media/image333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png"/><Relationship Id="rId3" Type="http://schemas.openxmlformats.org/officeDocument/2006/relationships/image" Target="../media/image336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6.png"/><Relationship Id="rId5" Type="http://schemas.openxmlformats.org/officeDocument/2006/relationships/image" Target="../media/image322.png"/><Relationship Id="rId4" Type="http://schemas.openxmlformats.org/officeDocument/2006/relationships/image" Target="../media/image3360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3" Type="http://schemas.openxmlformats.org/officeDocument/2006/relationships/image" Target="../media/image281.png"/><Relationship Id="rId7" Type="http://schemas.openxmlformats.org/officeDocument/2006/relationships/image" Target="../media/image3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352.png"/><Relationship Id="rId5" Type="http://schemas.openxmlformats.org/officeDocument/2006/relationships/image" Target="../media/image339.png"/><Relationship Id="rId10" Type="http://schemas.openxmlformats.org/officeDocument/2006/relationships/image" Target="../media/image349.png"/><Relationship Id="rId4" Type="http://schemas.openxmlformats.org/officeDocument/2006/relationships/image" Target="../media/image337.png"/><Relationship Id="rId9" Type="http://schemas.openxmlformats.org/officeDocument/2006/relationships/image" Target="../media/image348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0.png"/><Relationship Id="rId3" Type="http://schemas.openxmlformats.org/officeDocument/2006/relationships/image" Target="../media/image338.png"/><Relationship Id="rId7" Type="http://schemas.openxmlformats.org/officeDocument/2006/relationships/image" Target="../media/image3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5" Type="http://schemas.openxmlformats.org/officeDocument/2006/relationships/image" Target="../media/image3331.png"/><Relationship Id="rId4" Type="http://schemas.openxmlformats.org/officeDocument/2006/relationships/image" Target="../media/image355.png"/><Relationship Id="rId9" Type="http://schemas.openxmlformats.org/officeDocument/2006/relationships/image" Target="../media/image3340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0.png"/><Relationship Id="rId3" Type="http://schemas.openxmlformats.org/officeDocument/2006/relationships/image" Target="../media/image338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.png"/><Relationship Id="rId11" Type="http://schemas.openxmlformats.org/officeDocument/2006/relationships/image" Target="../media/image353.png"/><Relationship Id="rId5" Type="http://schemas.openxmlformats.org/officeDocument/2006/relationships/image" Target="../media/image358.png"/><Relationship Id="rId10" Type="http://schemas.openxmlformats.org/officeDocument/2006/relationships/image" Target="../media/image3391.png"/><Relationship Id="rId4" Type="http://schemas.openxmlformats.org/officeDocument/2006/relationships/image" Target="../media/image355.png"/><Relationship Id="rId9" Type="http://schemas.openxmlformats.org/officeDocument/2006/relationships/image" Target="../media/image359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0.png"/><Relationship Id="rId3" Type="http://schemas.openxmlformats.org/officeDocument/2006/relationships/image" Target="../media/image347.png"/><Relationship Id="rId7" Type="http://schemas.openxmlformats.org/officeDocument/2006/relationships/image" Target="../media/image3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10" Type="http://schemas.openxmlformats.org/officeDocument/2006/relationships/image" Target="../media/image360.png"/><Relationship Id="rId4" Type="http://schemas.openxmlformats.org/officeDocument/2006/relationships/image" Target="../media/image356.png"/><Relationship Id="rId9" Type="http://schemas.openxmlformats.org/officeDocument/2006/relationships/image" Target="../media/image357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51.png"/><Relationship Id="rId7" Type="http://schemas.openxmlformats.org/officeDocument/2006/relationships/image" Target="../media/image36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0.png"/><Relationship Id="rId5" Type="http://schemas.openxmlformats.org/officeDocument/2006/relationships/image" Target="../media/image322.png"/><Relationship Id="rId4" Type="http://schemas.openxmlformats.org/officeDocument/2006/relationships/image" Target="../media/image362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png"/><Relationship Id="rId3" Type="http://schemas.openxmlformats.org/officeDocument/2006/relationships/image" Target="../media/image365.png"/><Relationship Id="rId7" Type="http://schemas.openxmlformats.org/officeDocument/2006/relationships/image" Target="../media/image37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8.png"/><Relationship Id="rId11" Type="http://schemas.openxmlformats.org/officeDocument/2006/relationships/image" Target="../media/image281.png"/><Relationship Id="rId5" Type="http://schemas.openxmlformats.org/officeDocument/2006/relationships/image" Target="../media/image367.png"/><Relationship Id="rId10" Type="http://schemas.openxmlformats.org/officeDocument/2006/relationships/image" Target="../media/image374.png"/><Relationship Id="rId4" Type="http://schemas.openxmlformats.org/officeDocument/2006/relationships/image" Target="../media/image366.png"/><Relationship Id="rId9" Type="http://schemas.openxmlformats.org/officeDocument/2006/relationships/image" Target="../media/image373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4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7.xml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0.png"/><Relationship Id="rId3" Type="http://schemas.openxmlformats.org/officeDocument/2006/relationships/image" Target="../media/image3540.png"/><Relationship Id="rId7" Type="http://schemas.openxmlformats.org/officeDocument/2006/relationships/image" Target="../media/image408.png"/><Relationship Id="rId2" Type="http://schemas.openxmlformats.org/officeDocument/2006/relationships/image" Target="../media/image3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7.png"/><Relationship Id="rId5" Type="http://schemas.openxmlformats.org/officeDocument/2006/relationships/image" Target="../media/image3670.png"/><Relationship Id="rId10" Type="http://schemas.openxmlformats.org/officeDocument/2006/relationships/image" Target="../media/image412.png"/><Relationship Id="rId4" Type="http://schemas.openxmlformats.org/officeDocument/2006/relationships/image" Target="../media/image3660.png"/><Relationship Id="rId9" Type="http://schemas.openxmlformats.org/officeDocument/2006/relationships/image" Target="../media/image41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7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1.png"/><Relationship Id="rId5" Type="http://schemas.openxmlformats.org/officeDocument/2006/relationships/image" Target="../media/image417.png"/><Relationship Id="rId4" Type="http://schemas.openxmlformats.org/officeDocument/2006/relationships/image" Target="../media/image41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9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90.png"/><Relationship Id="rId5" Type="http://schemas.openxmlformats.org/officeDocument/2006/relationships/image" Target="../media/image422.png"/><Relationship Id="rId4" Type="http://schemas.openxmlformats.org/officeDocument/2006/relationships/image" Target="../media/image42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9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1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9.png"/><Relationship Id="rId5" Type="http://schemas.openxmlformats.org/officeDocument/2006/relationships/image" Target="../media/image428.png"/><Relationship Id="rId4" Type="http://schemas.openxmlformats.org/officeDocument/2006/relationships/image" Target="../media/image427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7" Type="http://schemas.openxmlformats.org/officeDocument/2006/relationships/image" Target="../media/image376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5" Type="http://schemas.openxmlformats.org/officeDocument/2006/relationships/image" Target="../media/image3750.png"/><Relationship Id="rId4" Type="http://schemas.openxmlformats.org/officeDocument/2006/relationships/image" Target="../media/image383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0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40.png"/><Relationship Id="rId5" Type="http://schemas.openxmlformats.org/officeDocument/2006/relationships/image" Target="../media/image4330.png"/><Relationship Id="rId4" Type="http://schemas.openxmlformats.org/officeDocument/2006/relationships/image" Target="../media/image432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png"/><Relationship Id="rId2" Type="http://schemas.openxmlformats.org/officeDocument/2006/relationships/image" Target="../media/image364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png"/><Relationship Id="rId7" Type="http://schemas.openxmlformats.org/officeDocument/2006/relationships/image" Target="../media/image378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5" Type="http://schemas.openxmlformats.org/officeDocument/2006/relationships/image" Target="../media/image3770.png"/><Relationship Id="rId4" Type="http://schemas.openxmlformats.org/officeDocument/2006/relationships/image" Target="../media/image383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png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9.png"/><Relationship Id="rId5" Type="http://schemas.openxmlformats.org/officeDocument/2006/relationships/image" Target="../media/image448.png"/><Relationship Id="rId4" Type="http://schemas.openxmlformats.org/officeDocument/2006/relationships/image" Target="../media/image447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png"/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9.png"/><Relationship Id="rId5" Type="http://schemas.openxmlformats.org/officeDocument/2006/relationships/image" Target="../media/image448.png"/><Relationship Id="rId4" Type="http://schemas.openxmlformats.org/officeDocument/2006/relationships/image" Target="../media/image447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1.png"/><Relationship Id="rId7" Type="http://schemas.openxmlformats.org/officeDocument/2006/relationships/image" Target="../media/image387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9.png"/><Relationship Id="rId5" Type="http://schemas.openxmlformats.org/officeDocument/2006/relationships/image" Target="../media/image406.png"/><Relationship Id="rId4" Type="http://schemas.openxmlformats.org/officeDocument/2006/relationships/image" Target="../media/image389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0.png"/><Relationship Id="rId3" Type="http://schemas.openxmlformats.org/officeDocument/2006/relationships/image" Target="../media/image3881.png"/><Relationship Id="rId7" Type="http://schemas.openxmlformats.org/officeDocument/2006/relationships/image" Target="../media/image40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9.png"/><Relationship Id="rId5" Type="http://schemas.openxmlformats.org/officeDocument/2006/relationships/image" Target="../media/image406.png"/><Relationship Id="rId4" Type="http://schemas.openxmlformats.org/officeDocument/2006/relationships/image" Target="../media/image390.png"/><Relationship Id="rId9" Type="http://schemas.openxmlformats.org/officeDocument/2006/relationships/image" Target="../media/image38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3.png"/><Relationship Id="rId5" Type="http://schemas.openxmlformats.org/officeDocument/2006/relationships/image" Target="../media/image462.png"/><Relationship Id="rId4" Type="http://schemas.openxmlformats.org/officeDocument/2006/relationships/image" Target="../media/image46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6.png"/><Relationship Id="rId5" Type="http://schemas.openxmlformats.org/officeDocument/2006/relationships/image" Target="../media/image406.png"/><Relationship Id="rId4" Type="http://schemas.openxmlformats.org/officeDocument/2006/relationships/image" Target="../media/image391.png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0.png"/><Relationship Id="rId3" Type="http://schemas.openxmlformats.org/officeDocument/2006/relationships/image" Target="../media/image3891.png"/><Relationship Id="rId7" Type="http://schemas.openxmlformats.org/officeDocument/2006/relationships/image" Target="../media/image38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0.png"/><Relationship Id="rId5" Type="http://schemas.openxmlformats.org/officeDocument/2006/relationships/image" Target="../media/image418.png"/><Relationship Id="rId4" Type="http://schemas.openxmlformats.org/officeDocument/2006/relationships/image" Target="../media/image392.pn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png"/><Relationship Id="rId3" Type="http://schemas.openxmlformats.org/officeDocument/2006/relationships/image" Target="../media/image3881.png"/><Relationship Id="rId7" Type="http://schemas.openxmlformats.org/officeDocument/2006/relationships/image" Target="../media/image40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9.png"/><Relationship Id="rId5" Type="http://schemas.openxmlformats.org/officeDocument/2006/relationships/image" Target="../media/image406.png"/><Relationship Id="rId4" Type="http://schemas.openxmlformats.org/officeDocument/2006/relationships/image" Target="../media/image393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png"/><Relationship Id="rId3" Type="http://schemas.openxmlformats.org/officeDocument/2006/relationships/image" Target="../media/image3881.png"/><Relationship Id="rId12" Type="http://schemas.openxmlformats.org/officeDocument/2006/relationships/image" Target="../media/image42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9.png"/><Relationship Id="rId11" Type="http://schemas.openxmlformats.org/officeDocument/2006/relationships/image" Target="../media/image4060.png"/><Relationship Id="rId5" Type="http://schemas.openxmlformats.org/officeDocument/2006/relationships/image" Target="../media/image406.png"/><Relationship Id="rId4" Type="http://schemas.openxmlformats.org/officeDocument/2006/relationships/image" Target="../media/image390.png"/><Relationship Id="rId9" Type="http://schemas.openxmlformats.org/officeDocument/2006/relationships/image" Target="../media/image457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3.png"/><Relationship Id="rId4" Type="http://schemas.openxmlformats.org/officeDocument/2006/relationships/image" Target="../media/image477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5.png"/><Relationship Id="rId5" Type="http://schemas.openxmlformats.org/officeDocument/2006/relationships/image" Target="../media/image394.png"/><Relationship Id="rId4" Type="http://schemas.openxmlformats.org/officeDocument/2006/relationships/image" Target="../media/image4090.png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png"/><Relationship Id="rId3" Type="http://schemas.openxmlformats.org/officeDocument/2006/relationships/image" Target="../media/image3891.png"/><Relationship Id="rId7" Type="http://schemas.openxmlformats.org/officeDocument/2006/relationships/image" Target="../media/image46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40.png"/><Relationship Id="rId5" Type="http://schemas.openxmlformats.org/officeDocument/2006/relationships/image" Target="../media/image425.png"/><Relationship Id="rId4" Type="http://schemas.openxmlformats.org/officeDocument/2006/relationships/image" Target="../media/image392.png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3" Type="http://schemas.openxmlformats.org/officeDocument/2006/relationships/image" Target="../media/image431.png"/><Relationship Id="rId7" Type="http://schemas.openxmlformats.org/officeDocument/2006/relationships/image" Target="../media/image436.png"/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4.png"/><Relationship Id="rId5" Type="http://schemas.openxmlformats.org/officeDocument/2006/relationships/image" Target="../media/image433.png"/><Relationship Id="rId4" Type="http://schemas.openxmlformats.org/officeDocument/2006/relationships/image" Target="../media/image3852.png"/><Relationship Id="rId9" Type="http://schemas.openxmlformats.org/officeDocument/2006/relationships/image" Target="../media/image438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0.png"/><Relationship Id="rId4" Type="http://schemas.openxmlformats.org/officeDocument/2006/relationships/image" Target="../media/image44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8.png"/><Relationship Id="rId7" Type="http://schemas.openxmlformats.org/officeDocument/2006/relationships/image" Target="../media/image44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2.png"/><Relationship Id="rId5" Type="http://schemas.openxmlformats.org/officeDocument/2006/relationships/image" Target="../media/image490.png"/><Relationship Id="rId4" Type="http://schemas.openxmlformats.org/officeDocument/2006/relationships/image" Target="../media/image44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9.png"/><Relationship Id="rId7" Type="http://schemas.openxmlformats.org/officeDocument/2006/relationships/image" Target="../media/image4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2.png"/><Relationship Id="rId5" Type="http://schemas.openxmlformats.org/officeDocument/2006/relationships/image" Target="../media/image490.png"/><Relationship Id="rId4" Type="http://schemas.openxmlformats.org/officeDocument/2006/relationships/image" Target="../media/image441.png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2.png"/><Relationship Id="rId3" Type="http://schemas.openxmlformats.org/officeDocument/2006/relationships/image" Target="../media/image400.png"/><Relationship Id="rId7" Type="http://schemas.openxmlformats.org/officeDocument/2006/relationships/image" Target="../media/image49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2.png"/><Relationship Id="rId5" Type="http://schemas.openxmlformats.org/officeDocument/2006/relationships/image" Target="../media/image490.png"/><Relationship Id="rId4" Type="http://schemas.openxmlformats.org/officeDocument/2006/relationships/image" Target="../media/image441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png"/><Relationship Id="rId3" Type="http://schemas.openxmlformats.org/officeDocument/2006/relationships/image" Target="../media/image401.png"/><Relationship Id="rId7" Type="http://schemas.openxmlformats.org/officeDocument/2006/relationships/image" Target="../media/image49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2.png"/><Relationship Id="rId5" Type="http://schemas.openxmlformats.org/officeDocument/2006/relationships/image" Target="../media/image490.png"/><Relationship Id="rId4" Type="http://schemas.openxmlformats.org/officeDocument/2006/relationships/image" Target="../media/image441.png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4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0.png"/><Relationship Id="rId13" Type="http://schemas.openxmlformats.org/officeDocument/2006/relationships/image" Target="../media/image3930.png"/><Relationship Id="rId3" Type="http://schemas.openxmlformats.org/officeDocument/2006/relationships/image" Target="../media/image474.png"/><Relationship Id="rId7" Type="http://schemas.openxmlformats.org/officeDocument/2006/relationships/image" Target="../media/image479.png"/><Relationship Id="rId12" Type="http://schemas.openxmlformats.org/officeDocument/2006/relationships/image" Target="../media/image3920.png"/><Relationship Id="rId2" Type="http://schemas.openxmlformats.org/officeDocument/2006/relationships/image" Target="../media/image38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8.png"/><Relationship Id="rId11" Type="http://schemas.openxmlformats.org/officeDocument/2006/relationships/image" Target="../media/image504.png"/><Relationship Id="rId5" Type="http://schemas.openxmlformats.org/officeDocument/2006/relationships/image" Target="../media/image3880.png"/><Relationship Id="rId10" Type="http://schemas.openxmlformats.org/officeDocument/2006/relationships/image" Target="../media/image3910.png"/><Relationship Id="rId4" Type="http://schemas.openxmlformats.org/officeDocument/2006/relationships/image" Target="../media/image475.png"/><Relationship Id="rId9" Type="http://schemas.openxmlformats.org/officeDocument/2006/relationships/image" Target="../media/image3890.png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51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4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4.png"/><Relationship Id="rId3" Type="http://schemas.openxmlformats.org/officeDocument/2006/relationships/image" Target="../media/image419.png"/><Relationship Id="rId7" Type="http://schemas.openxmlformats.org/officeDocument/2006/relationships/image" Target="../media/image395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2.png"/><Relationship Id="rId11" Type="http://schemas.openxmlformats.org/officeDocument/2006/relationships/image" Target="../media/image4190.png"/><Relationship Id="rId5" Type="http://schemas.openxmlformats.org/officeDocument/2006/relationships/image" Target="../media/image511.png"/><Relationship Id="rId10" Type="http://schemas.openxmlformats.org/officeDocument/2006/relationships/image" Target="../media/image3970.png"/><Relationship Id="rId4" Type="http://schemas.openxmlformats.org/officeDocument/2006/relationships/image" Target="../media/image3940.png"/><Relationship Id="rId9" Type="http://schemas.openxmlformats.org/officeDocument/2006/relationships/image" Target="../media/image396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1.png"/><Relationship Id="rId5" Type="http://schemas.openxmlformats.org/officeDocument/2006/relationships/image" Target="../media/image519.png"/><Relationship Id="rId4" Type="http://schemas.openxmlformats.org/officeDocument/2006/relationships/image" Target="../media/image48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png"/><Relationship Id="rId7" Type="http://schemas.openxmlformats.org/officeDocument/2006/relationships/image" Target="../media/image48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3.png"/></Relationships>
</file>

<file path=ppt/slides/_rels/slide2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9.png"/><Relationship Id="rId3" Type="http://schemas.openxmlformats.org/officeDocument/2006/relationships/image" Target="../media/image432.png"/><Relationship Id="rId7" Type="http://schemas.openxmlformats.org/officeDocument/2006/relationships/image" Target="../media/image52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50.png"/><Relationship Id="rId5" Type="http://schemas.openxmlformats.org/officeDocument/2006/relationships/image" Target="../media/image482.png"/><Relationship Id="rId4" Type="http://schemas.openxmlformats.org/officeDocument/2006/relationships/image" Target="../media/image484.png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1.png"/><Relationship Id="rId3" Type="http://schemas.openxmlformats.org/officeDocument/2006/relationships/image" Target="../media/image439.png"/><Relationship Id="rId7" Type="http://schemas.openxmlformats.org/officeDocument/2006/relationships/image" Target="../media/image53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30.png"/><Relationship Id="rId5" Type="http://schemas.openxmlformats.org/officeDocument/2006/relationships/image" Target="../media/image487.png"/><Relationship Id="rId10" Type="http://schemas.openxmlformats.org/officeDocument/2006/relationships/image" Target="../media/image476.png"/><Relationship Id="rId9" Type="http://schemas.openxmlformats.org/officeDocument/2006/relationships/image" Target="../media/image536.png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9.png"/><Relationship Id="rId3" Type="http://schemas.openxmlformats.org/officeDocument/2006/relationships/image" Target="../media/image442.png"/><Relationship Id="rId7" Type="http://schemas.openxmlformats.org/officeDocument/2006/relationships/image" Target="../media/image53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8.png"/><Relationship Id="rId4" Type="http://schemas.openxmlformats.org/officeDocument/2006/relationships/image" Target="../media/image48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5.png"/><Relationship Id="rId5" Type="http://schemas.openxmlformats.org/officeDocument/2006/relationships/image" Target="../media/image494.png"/><Relationship Id="rId4" Type="http://schemas.openxmlformats.org/officeDocument/2006/relationships/image" Target="../media/image493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2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4.png"/><Relationship Id="rId4" Type="http://schemas.openxmlformats.org/officeDocument/2006/relationships/image" Target="../media/image543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7.png"/><Relationship Id="rId4" Type="http://schemas.openxmlformats.org/officeDocument/2006/relationships/image" Target="../media/image546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90.png"/><Relationship Id="rId3" Type="http://schemas.openxmlformats.org/officeDocument/2006/relationships/image" Target="../media/image453.png"/><Relationship Id="rId7" Type="http://schemas.openxmlformats.org/officeDocument/2006/relationships/image" Target="../media/image55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9.png"/><Relationship Id="rId5" Type="http://schemas.openxmlformats.org/officeDocument/2006/relationships/image" Target="../media/image547.png"/><Relationship Id="rId4" Type="http://schemas.openxmlformats.org/officeDocument/2006/relationships/image" Target="../media/image546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3.png"/><Relationship Id="rId3" Type="http://schemas.openxmlformats.org/officeDocument/2006/relationships/image" Target="../media/image455.png"/><Relationship Id="rId7" Type="http://schemas.openxmlformats.org/officeDocument/2006/relationships/image" Target="../media/image55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3.png"/><Relationship Id="rId5" Type="http://schemas.openxmlformats.org/officeDocument/2006/relationships/image" Target="../media/image487.png"/><Relationship Id="rId10" Type="http://schemas.openxmlformats.org/officeDocument/2006/relationships/image" Target="../media/image481.png"/><Relationship Id="rId9" Type="http://schemas.openxmlformats.org/officeDocument/2006/relationships/image" Target="../media/image554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4.png"/><Relationship Id="rId3" Type="http://schemas.openxmlformats.org/officeDocument/2006/relationships/image" Target="../media/image4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9.png"/><Relationship Id="rId5" Type="http://schemas.openxmlformats.org/officeDocument/2006/relationships/image" Target="../media/image488.png"/><Relationship Id="rId4" Type="http://schemas.openxmlformats.org/officeDocument/2006/relationships/image" Target="../media/image495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3.png"/><Relationship Id="rId5" Type="http://schemas.openxmlformats.org/officeDocument/2006/relationships/image" Target="../media/image507.png"/><Relationship Id="rId4" Type="http://schemas.openxmlformats.org/officeDocument/2006/relationships/image" Target="../media/image50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2.png"/><Relationship Id="rId4" Type="http://schemas.openxmlformats.org/officeDocument/2006/relationships/image" Target="../media/image56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5.png"/><Relationship Id="rId4" Type="http://schemas.openxmlformats.org/officeDocument/2006/relationships/image" Target="../media/image564.png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0.png"/><Relationship Id="rId3" Type="http://schemas.openxmlformats.org/officeDocument/2006/relationships/image" Target="../media/image467.png"/><Relationship Id="rId7" Type="http://schemas.openxmlformats.org/officeDocument/2006/relationships/image" Target="../media/image56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60.png"/><Relationship Id="rId5" Type="http://schemas.openxmlformats.org/officeDocument/2006/relationships/image" Target="../media/image565.png"/><Relationship Id="rId4" Type="http://schemas.openxmlformats.org/officeDocument/2006/relationships/image" Target="../media/image567.png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2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8.png"/><Relationship Id="rId3" Type="http://schemas.openxmlformats.org/officeDocument/2006/relationships/image" Target="../media/image502.png"/><Relationship Id="rId7" Type="http://schemas.openxmlformats.org/officeDocument/2006/relationships/image" Target="../media/image503.png"/><Relationship Id="rId12" Type="http://schemas.openxmlformats.org/officeDocument/2006/relationships/image" Target="../media/image520.png"/><Relationship Id="rId2" Type="http://schemas.openxmlformats.org/officeDocument/2006/relationships/image" Target="../media/image5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5.png"/><Relationship Id="rId11" Type="http://schemas.openxmlformats.org/officeDocument/2006/relationships/image" Target="../media/image509.png"/><Relationship Id="rId5" Type="http://schemas.openxmlformats.org/officeDocument/2006/relationships/image" Target="../media/image574.png"/><Relationship Id="rId10" Type="http://schemas.openxmlformats.org/officeDocument/2006/relationships/image" Target="../media/image506.png"/><Relationship Id="rId4" Type="http://schemas.openxmlformats.org/officeDocument/2006/relationships/image" Target="../media/image5170.png"/><Relationship Id="rId9" Type="http://schemas.openxmlformats.org/officeDocument/2006/relationships/image" Target="../media/image505.png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3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8.png"/><Relationship Id="rId5" Type="http://schemas.openxmlformats.org/officeDocument/2006/relationships/image" Target="../media/image587.png"/><Relationship Id="rId4" Type="http://schemas.openxmlformats.org/officeDocument/2006/relationships/image" Target="../media/image52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9.png"/><Relationship Id="rId7" Type="http://schemas.openxmlformats.org/officeDocument/2006/relationships/image" Target="../media/image59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2.png"/><Relationship Id="rId5" Type="http://schemas.openxmlformats.org/officeDocument/2006/relationships/image" Target="../media/image587.png"/><Relationship Id="rId4" Type="http://schemas.openxmlformats.org/officeDocument/2006/relationships/image" Target="../media/image531.png"/></Relationships>
</file>

<file path=ppt/slides/_rels/slide2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0.png"/><Relationship Id="rId3" Type="http://schemas.openxmlformats.org/officeDocument/2006/relationships/image" Target="../media/image3200.png"/><Relationship Id="rId7" Type="http://schemas.openxmlformats.org/officeDocument/2006/relationships/image" Target="../media/image332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5.png"/><Relationship Id="rId5" Type="http://schemas.openxmlformats.org/officeDocument/2006/relationships/image" Target="../media/image537.png"/><Relationship Id="rId4" Type="http://schemas.openxmlformats.org/officeDocument/2006/relationships/image" Target="../media/image491.png"/></Relationships>
</file>

<file path=ppt/slides/_rels/slide2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0.png"/><Relationship Id="rId3" Type="http://schemas.openxmlformats.org/officeDocument/2006/relationships/image" Target="../media/image3200.png"/><Relationship Id="rId7" Type="http://schemas.openxmlformats.org/officeDocument/2006/relationships/image" Target="../media/image59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70.png"/><Relationship Id="rId4" Type="http://schemas.openxmlformats.org/officeDocument/2006/relationships/image" Target="../media/image496.png"/><Relationship Id="rId9" Type="http://schemas.openxmlformats.org/officeDocument/2006/relationships/image" Target="../media/image3400.png"/></Relationships>
</file>

<file path=ppt/slides/_rels/slide2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498.png"/><Relationship Id="rId7" Type="http://schemas.openxmlformats.org/officeDocument/2006/relationships/image" Target="../media/image55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5.png"/><Relationship Id="rId5" Type="http://schemas.openxmlformats.org/officeDocument/2006/relationships/image" Target="../media/image513.png"/><Relationship Id="rId4" Type="http://schemas.openxmlformats.org/officeDocument/2006/relationships/image" Target="../media/image557.png"/><Relationship Id="rId9" Type="http://schemas.openxmlformats.org/officeDocument/2006/relationships/image" Target="../media/image563.png"/></Relationships>
</file>

<file path=ppt/slides/_rels/slide2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png"/><Relationship Id="rId3" Type="http://schemas.openxmlformats.org/officeDocument/2006/relationships/image" Target="../media/image500.png"/><Relationship Id="rId7" Type="http://schemas.openxmlformats.org/officeDocument/2006/relationships/image" Target="../media/image57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6.png"/><Relationship Id="rId5" Type="http://schemas.openxmlformats.org/officeDocument/2006/relationships/image" Target="../media/image516.png"/><Relationship Id="rId10" Type="http://schemas.openxmlformats.org/officeDocument/2006/relationships/image" Target="../media/image583.png"/><Relationship Id="rId4" Type="http://schemas.openxmlformats.org/officeDocument/2006/relationships/image" Target="../media/image571.png"/><Relationship Id="rId9" Type="http://schemas.openxmlformats.org/officeDocument/2006/relationships/image" Target="../media/image582.png"/></Relationships>
</file>

<file path=ppt/slides/_rels/slide2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png"/><Relationship Id="rId3" Type="http://schemas.openxmlformats.org/officeDocument/2006/relationships/image" Target="../media/image515.png"/><Relationship Id="rId7" Type="http://schemas.openxmlformats.org/officeDocument/2006/relationships/image" Target="../media/image57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40.png"/><Relationship Id="rId5" Type="http://schemas.openxmlformats.org/officeDocument/2006/relationships/image" Target="../media/image585.png"/><Relationship Id="rId4" Type="http://schemas.openxmlformats.org/officeDocument/2006/relationships/image" Target="../media/image535.png"/><Relationship Id="rId9" Type="http://schemas.openxmlformats.org/officeDocument/2006/relationships/image" Target="../media/image582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8.png"/><Relationship Id="rId4" Type="http://schemas.openxmlformats.org/officeDocument/2006/relationships/image" Target="../media/image597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3.png"/><Relationship Id="rId5" Type="http://schemas.openxmlformats.org/officeDocument/2006/relationships/image" Target="../media/image602.png"/><Relationship Id="rId4" Type="http://schemas.openxmlformats.org/officeDocument/2006/relationships/image" Target="../media/image601.png"/></Relationships>
</file>

<file path=ppt/slides/_rels/slide2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4.png"/><Relationship Id="rId3" Type="http://schemas.openxmlformats.org/officeDocument/2006/relationships/image" Target="../media/image524.png"/><Relationship Id="rId7" Type="http://schemas.openxmlformats.org/officeDocument/2006/relationships/image" Target="../media/image59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6.png"/><Relationship Id="rId11" Type="http://schemas.openxmlformats.org/officeDocument/2006/relationships/image" Target="../media/image572.png"/><Relationship Id="rId5" Type="http://schemas.openxmlformats.org/officeDocument/2006/relationships/image" Target="../media/image555.png"/><Relationship Id="rId10" Type="http://schemas.openxmlformats.org/officeDocument/2006/relationships/image" Target="../media/image568.png"/><Relationship Id="rId4" Type="http://schemas.openxmlformats.org/officeDocument/2006/relationships/image" Target="../media/image559.png"/><Relationship Id="rId9" Type="http://schemas.openxmlformats.org/officeDocument/2006/relationships/image" Target="../media/image595.png"/></Relationships>
</file>

<file path=ppt/slides/_rels/slide2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png"/><Relationship Id="rId3" Type="http://schemas.openxmlformats.org/officeDocument/2006/relationships/image" Target="../media/image525.png"/><Relationship Id="rId7" Type="http://schemas.openxmlformats.org/officeDocument/2006/relationships/image" Target="../media/image57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8.png"/><Relationship Id="rId5" Type="http://schemas.openxmlformats.org/officeDocument/2006/relationships/image" Target="../media/image576.png"/><Relationship Id="rId10" Type="http://schemas.openxmlformats.org/officeDocument/2006/relationships/image" Target="../media/image589.png"/><Relationship Id="rId4" Type="http://schemas.openxmlformats.org/officeDocument/2006/relationships/image" Target="../media/image559.png"/><Relationship Id="rId9" Type="http://schemas.openxmlformats.org/officeDocument/2006/relationships/image" Target="../media/image568.png"/></Relationships>
</file>

<file path=ppt/slides/_rels/slide2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png"/><Relationship Id="rId3" Type="http://schemas.openxmlformats.org/officeDocument/2006/relationships/image" Target="../media/image527.png"/><Relationship Id="rId7" Type="http://schemas.openxmlformats.org/officeDocument/2006/relationships/image" Target="../media/image58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9.png"/><Relationship Id="rId5" Type="http://schemas.openxmlformats.org/officeDocument/2006/relationships/image" Target="../media/image578.png"/><Relationship Id="rId4" Type="http://schemas.openxmlformats.org/officeDocument/2006/relationships/image" Target="../media/image559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91.png"/><Relationship Id="rId4" Type="http://schemas.openxmlformats.org/officeDocument/2006/relationships/image" Target="../media/image472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20.png"/><Relationship Id="rId5" Type="http://schemas.openxmlformats.org/officeDocument/2006/relationships/image" Target="../media/image5000.png"/><Relationship Id="rId4" Type="http://schemas.openxmlformats.org/officeDocument/2006/relationships/image" Target="../media/image4981.png"/></Relationships>
</file>

<file path=ppt/slides/_rels/slide2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png"/><Relationship Id="rId3" Type="http://schemas.openxmlformats.org/officeDocument/2006/relationships/image" Target="../media/image551.png"/><Relationship Id="rId7" Type="http://schemas.openxmlformats.org/officeDocument/2006/relationships/image" Target="../media/image57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6.png"/><Relationship Id="rId5" Type="http://schemas.openxmlformats.org/officeDocument/2006/relationships/image" Target="../media/image605.png"/><Relationship Id="rId4" Type="http://schemas.openxmlformats.org/officeDocument/2006/relationships/image" Target="../media/image599.png"/><Relationship Id="rId9" Type="http://schemas.openxmlformats.org/officeDocument/2006/relationships/image" Target="../media/image60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8.png"/><Relationship Id="rId4" Type="http://schemas.openxmlformats.org/officeDocument/2006/relationships/image" Target="../media/image597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image" Target="../media/image590.png"/><Relationship Id="rId4" Type="http://schemas.openxmlformats.org/officeDocument/2006/relationships/image" Target="../media/image601.png"/></Relationships>
</file>

<file path=ppt/slides/_rels/slide2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png"/><Relationship Id="rId3" Type="http://schemas.openxmlformats.org/officeDocument/2006/relationships/image" Target="../media/image573.png"/><Relationship Id="rId7" Type="http://schemas.openxmlformats.org/officeDocument/2006/relationships/image" Target="../media/image61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40.png"/><Relationship Id="rId11" Type="http://schemas.openxmlformats.org/officeDocument/2006/relationships/image" Target="../media/image617.png"/><Relationship Id="rId5" Type="http://schemas.openxmlformats.org/officeDocument/2006/relationships/image" Target="../media/image612.png"/><Relationship Id="rId10" Type="http://schemas.openxmlformats.org/officeDocument/2006/relationships/image" Target="../media/image616.png"/><Relationship Id="rId4" Type="http://schemas.openxmlformats.org/officeDocument/2006/relationships/image" Target="../media/image610.png"/><Relationship Id="rId9" Type="http://schemas.openxmlformats.org/officeDocument/2006/relationships/image" Target="../media/image615.png"/></Relationships>
</file>

<file path=ppt/slides/_rels/slide2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3" Type="http://schemas.openxmlformats.org/officeDocument/2006/relationships/image" Target="../media/image584.png"/><Relationship Id="rId7" Type="http://schemas.openxmlformats.org/officeDocument/2006/relationships/image" Target="../media/image61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40.png"/><Relationship Id="rId5" Type="http://schemas.openxmlformats.org/officeDocument/2006/relationships/image" Target="../media/image619.png"/><Relationship Id="rId10" Type="http://schemas.openxmlformats.org/officeDocument/2006/relationships/image" Target="../media/image621.png"/><Relationship Id="rId4" Type="http://schemas.openxmlformats.org/officeDocument/2006/relationships/image" Target="../media/image610.png"/><Relationship Id="rId9" Type="http://schemas.openxmlformats.org/officeDocument/2006/relationships/image" Target="../media/image615.png"/></Relationships>
</file>

<file path=ppt/slides/_rels/slide2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1.png"/><Relationship Id="rId3" Type="http://schemas.openxmlformats.org/officeDocument/2006/relationships/image" Target="../media/image596.png"/><Relationship Id="rId7" Type="http://schemas.openxmlformats.org/officeDocument/2006/relationships/image" Target="../media/image615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3.png"/><Relationship Id="rId5" Type="http://schemas.openxmlformats.org/officeDocument/2006/relationships/image" Target="../media/image4640.png"/><Relationship Id="rId4" Type="http://schemas.openxmlformats.org/officeDocument/2006/relationships/image" Target="../media/image6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5.png"/><Relationship Id="rId4" Type="http://schemas.openxmlformats.org/officeDocument/2006/relationships/image" Target="../media/image472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4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8.png"/><Relationship Id="rId5" Type="http://schemas.openxmlformats.org/officeDocument/2006/relationships/image" Target="../media/image627.png"/><Relationship Id="rId4" Type="http://schemas.openxmlformats.org/officeDocument/2006/relationships/image" Target="../media/image4981.png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7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E50961-0F1B-484C-85BC-4BD16B9F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green clovers">
            <a:extLst>
              <a:ext uri="{FF2B5EF4-FFF2-40B4-BE49-F238E27FC236}">
                <a16:creationId xmlns:a16="http://schemas.microsoft.com/office/drawing/2014/main" id="{57B42F96-CBEA-453D-B15A-3854B7BEE7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3854" b="18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047CE8-0BEC-4CC6-A284-DD2E7D62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49" y="1303666"/>
            <a:ext cx="10782300" cy="1255281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F7C4C-4B85-4AB2-B881-4F62FCD13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783" y="3186592"/>
            <a:ext cx="11374433" cy="1255281"/>
          </a:xfrm>
        </p:spPr>
        <p:txBody>
          <a:bodyPr>
            <a:noAutofit/>
          </a:bodyPr>
          <a:lstStyle/>
          <a:p>
            <a:pPr algn="ctr"/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Smith</a:t>
            </a:r>
          </a:p>
        </p:txBody>
      </p:sp>
    </p:spTree>
    <p:extLst>
      <p:ext uri="{BB962C8B-B14F-4D97-AF65-F5344CB8AC3E}">
        <p14:creationId xmlns:p14="http://schemas.microsoft.com/office/powerpoint/2010/main" val="2141113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lục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17992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3859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21953" y="179881"/>
                <a:ext cx="7027975" cy="6498235"/>
              </a:xfrm>
              <a:ln>
                <a:noFill/>
              </a:ln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khó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khăn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tỏ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phổ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nay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Phillip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H.Smith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1939,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21953" y="179881"/>
                <a:ext cx="7027975" cy="6498235"/>
              </a:xfrm>
              <a:blipFill>
                <a:blip r:embed="rId2"/>
                <a:stretch>
                  <a:fillRect l="-1908" t="-1690" r="-2255" b="-22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53C9665D-274F-4CA4-966F-B79B33764B2F}"/>
              </a:ext>
            </a:extLst>
          </p:cNvPr>
          <p:cNvSpPr txBox="1">
            <a:spLocks/>
          </p:cNvSpPr>
          <p:nvPr/>
        </p:nvSpPr>
        <p:spPr>
          <a:xfrm>
            <a:off x="889545" y="2903403"/>
            <a:ext cx="3526732" cy="105119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03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</p:spPr>
            <p:txBody>
              <a:bodyPr anchor="t"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xây dựng dựa trên mối quan hệ giữa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 phản xạ</a:t>
                </a:r>
                <a:r>
                  <a:rPr lang="el-GR" sz="32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𝒁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một điểm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 kỳ trên đường dây truyền 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  <a:blipFill>
                <a:blip r:embed="rId2"/>
                <a:stretch>
                  <a:fillRect l="-1474" t="-3125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Giới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thiệu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F5E849-0B23-4C02-B2DC-0430E3AA1549}"/>
                  </a:ext>
                </a:extLst>
              </p:cNvPr>
              <p:cNvSpPr txBox="1"/>
              <p:nvPr/>
            </p:nvSpPr>
            <p:spPr>
              <a:xfrm>
                <a:off x="7743757" y="3429000"/>
                <a:ext cx="354703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F5E849-0B23-4C02-B2DC-0430E3AA1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757" y="3429000"/>
                <a:ext cx="3547032" cy="1131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6AB839-2497-4EF7-95E5-C947987B4D96}"/>
                  </a:ext>
                </a:extLst>
              </p:cNvPr>
              <p:cNvSpPr txBox="1"/>
              <p:nvPr/>
            </p:nvSpPr>
            <p:spPr>
              <a:xfrm>
                <a:off x="2288676" y="3462626"/>
                <a:ext cx="3653123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6AB839-2497-4EF7-95E5-C947987B4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676" y="3462626"/>
                <a:ext cx="3653123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B26C5D-B129-4A89-B63D-B16F62AB819A}"/>
                  </a:ext>
                </a:extLst>
              </p:cNvPr>
              <p:cNvSpPr txBox="1"/>
              <p:nvPr/>
            </p:nvSpPr>
            <p:spPr>
              <a:xfrm>
                <a:off x="1327399" y="5284145"/>
                <a:ext cx="4508310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B26C5D-B129-4A89-B63D-B16F62AB8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399" y="5284145"/>
                <a:ext cx="4508310" cy="1131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1D4EEB-3416-4B42-A60D-6BE576DDBE5C}"/>
                  </a:ext>
                </a:extLst>
              </p:cNvPr>
              <p:cNvSpPr txBox="1"/>
              <p:nvPr/>
            </p:nvSpPr>
            <p:spPr>
              <a:xfrm>
                <a:off x="7743757" y="5284145"/>
                <a:ext cx="354703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1D4EEB-3416-4B42-A60D-6BE576DDB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757" y="5284145"/>
                <a:ext cx="3547032" cy="1131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EF65A3-C5FE-4F32-8D1B-28C685EF7A21}"/>
              </a:ext>
            </a:extLst>
          </p:cNvPr>
          <p:cNvCxnSpPr>
            <a:cxnSpLocks/>
          </p:cNvCxnSpPr>
          <p:nvPr/>
        </p:nvCxnSpPr>
        <p:spPr>
          <a:xfrm>
            <a:off x="6081010" y="4019472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AA61DB-FA1F-43D2-8812-482FD3C2C060}"/>
              </a:ext>
            </a:extLst>
          </p:cNvPr>
          <p:cNvCxnSpPr>
            <a:cxnSpLocks/>
          </p:cNvCxnSpPr>
          <p:nvPr/>
        </p:nvCxnSpPr>
        <p:spPr>
          <a:xfrm>
            <a:off x="6096000" y="5880751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65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</p:spPr>
            <p:txBody>
              <a:bodyPr anchor="t">
                <a:normAutofit lnSpcReduction="10000"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1-1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l-GR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l-GR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  <m:d>
                          <m:dPr>
                            <m:ctrlPr>
                              <a:rPr lang="el-GR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3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l-GR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  <a:blipFill>
                <a:blip r:embed="rId2"/>
                <a:stretch>
                  <a:fillRect l="-1304" t="-2644" r="-1417" b="-2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Giới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thiệu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11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1633928"/>
            <a:ext cx="10753725" cy="5069327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vòng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tròn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013CE5-2B33-481A-9895-330154BECA3B}"/>
                  </a:ext>
                </a:extLst>
              </p:cNvPr>
              <p:cNvSpPr txBox="1"/>
              <p:nvPr/>
            </p:nvSpPr>
            <p:spPr>
              <a:xfrm>
                <a:off x="3833892" y="2166189"/>
                <a:ext cx="3948573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013CE5-2B33-481A-9895-330154BEC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892" y="2166189"/>
                <a:ext cx="394857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6D5205D-E313-4BAB-9003-0BCEADBDA64C}"/>
              </a:ext>
            </a:extLst>
          </p:cNvPr>
          <p:cNvSpPr txBox="1"/>
          <p:nvPr/>
        </p:nvSpPr>
        <p:spPr>
          <a:xfrm>
            <a:off x="1094279" y="2106230"/>
            <a:ext cx="2794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DE64E2-A6FF-4F91-9266-5515E7796635}"/>
                  </a:ext>
                </a:extLst>
              </p:cNvPr>
              <p:cNvSpPr txBox="1"/>
              <p:nvPr/>
            </p:nvSpPr>
            <p:spPr>
              <a:xfrm>
                <a:off x="8978017" y="2166187"/>
                <a:ext cx="2279592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DE64E2-A6FF-4F91-9266-5515E7796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017" y="2166187"/>
                <a:ext cx="227959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271F2C-61A7-4CA5-8193-7A8C264CFB21}"/>
              </a:ext>
            </a:extLst>
          </p:cNvPr>
          <p:cNvSpPr txBox="1"/>
          <p:nvPr/>
        </p:nvSpPr>
        <p:spPr>
          <a:xfrm>
            <a:off x="7909879" y="2166187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DAEC3-72A8-49CC-A9CD-87F36E32A623}"/>
                  </a:ext>
                </a:extLst>
              </p:cNvPr>
              <p:cNvSpPr txBox="1"/>
              <p:nvPr/>
            </p:nvSpPr>
            <p:spPr>
              <a:xfrm>
                <a:off x="3833892" y="2907823"/>
                <a:ext cx="6539301" cy="119083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l-G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l-GR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𝑅𝑒</m:t>
                              </m:r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</m:d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à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ọ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độ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tr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ê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tr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ụ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ự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≡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𝐼𝑚</m:t>
                              </m:r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à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ọ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độ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tr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ê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tr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ụ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ả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DAEC3-72A8-49CC-A9CD-87F36E32A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892" y="2907823"/>
                <a:ext cx="6539301" cy="1190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3A86232-5F25-4E44-B615-F50420EBCE2C}"/>
              </a:ext>
            </a:extLst>
          </p:cNvPr>
          <p:cNvSpPr txBox="1"/>
          <p:nvPr/>
        </p:nvSpPr>
        <p:spPr>
          <a:xfrm>
            <a:off x="2926578" y="3133325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2CCD14-F92E-4BB0-8516-E60A29207CA8}"/>
                  </a:ext>
                </a:extLst>
              </p:cNvPr>
              <p:cNvSpPr txBox="1"/>
              <p:nvPr/>
            </p:nvSpPr>
            <p:spPr>
              <a:xfrm>
                <a:off x="4298581" y="4308253"/>
                <a:ext cx="3968368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𝑗𝑋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2CCD14-F92E-4BB0-8516-E60A29207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581" y="4308253"/>
                <a:ext cx="396836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634A967-5664-4B83-AD31-955865216964}"/>
              </a:ext>
            </a:extLst>
          </p:cNvPr>
          <p:cNvSpPr txBox="1"/>
          <p:nvPr/>
        </p:nvSpPr>
        <p:spPr>
          <a:xfrm>
            <a:off x="14990" y="4263284"/>
            <a:ext cx="4148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DDF014-F262-4D79-9FF1-9F5CE92C541C}"/>
                  </a:ext>
                </a:extLst>
              </p:cNvPr>
              <p:cNvSpPr txBox="1"/>
              <p:nvPr/>
            </p:nvSpPr>
            <p:spPr>
              <a:xfrm>
                <a:off x="9442706" y="4308251"/>
                <a:ext cx="2279592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m:rPr>
                          <m:sty m:val="p"/>
                        </m:rPr>
                        <a:rPr lang="en-GB" sz="3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GB" sz="3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DDF014-F262-4D79-9FF1-9F5CE92C5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706" y="4308251"/>
                <a:ext cx="227959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20241DA-FCCC-4A77-B2A6-C61803215C00}"/>
              </a:ext>
            </a:extLst>
          </p:cNvPr>
          <p:cNvSpPr txBox="1"/>
          <p:nvPr/>
        </p:nvSpPr>
        <p:spPr>
          <a:xfrm>
            <a:off x="8374568" y="4308251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575BF7-B407-4ADC-BB0A-ED4F2CDD8A27}"/>
                  </a:ext>
                </a:extLst>
              </p:cNvPr>
              <p:cNvSpPr txBox="1"/>
              <p:nvPr/>
            </p:nvSpPr>
            <p:spPr>
              <a:xfrm>
                <a:off x="4298581" y="5021791"/>
                <a:ext cx="4890389" cy="119083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l-G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l-GR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à đ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ệ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tr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ở đườ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ng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â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 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à đ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ệ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kh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ng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đườ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ng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â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575BF7-B407-4ADC-BB0A-ED4F2CDD8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581" y="5021791"/>
                <a:ext cx="4890389" cy="11908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745E60F-EE94-47D0-8B08-5AACD3764895}"/>
              </a:ext>
            </a:extLst>
          </p:cNvPr>
          <p:cNvSpPr txBox="1"/>
          <p:nvPr/>
        </p:nvSpPr>
        <p:spPr>
          <a:xfrm>
            <a:off x="3391267" y="5275389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329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1633928"/>
            <a:ext cx="10753725" cy="5069327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vòng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tròn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2CCD14-F92E-4BB0-8516-E60A29207CA8}"/>
                  </a:ext>
                </a:extLst>
              </p:cNvPr>
              <p:cNvSpPr txBox="1"/>
              <p:nvPr/>
            </p:nvSpPr>
            <p:spPr>
              <a:xfrm>
                <a:off x="3968798" y="2844227"/>
                <a:ext cx="4123200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𝑗𝑥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2CCD14-F92E-4BB0-8516-E60A29207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98" y="2844227"/>
                <a:ext cx="412320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634A967-5664-4B83-AD31-955865216964}"/>
              </a:ext>
            </a:extLst>
          </p:cNvPr>
          <p:cNvSpPr txBox="1"/>
          <p:nvPr/>
        </p:nvSpPr>
        <p:spPr>
          <a:xfrm>
            <a:off x="488789" y="2588245"/>
            <a:ext cx="32626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DDF014-F262-4D79-9FF1-9F5CE92C541C}"/>
                  </a:ext>
                </a:extLst>
              </p:cNvPr>
              <p:cNvSpPr txBox="1"/>
              <p:nvPr/>
            </p:nvSpPr>
            <p:spPr>
              <a:xfrm>
                <a:off x="9112923" y="2844225"/>
                <a:ext cx="2279592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𝑗𝑥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DDF014-F262-4D79-9FF1-9F5CE92C5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923" y="2844225"/>
                <a:ext cx="227959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20241DA-FCCC-4A77-B2A6-C61803215C00}"/>
              </a:ext>
            </a:extLst>
          </p:cNvPr>
          <p:cNvSpPr txBox="1"/>
          <p:nvPr/>
        </p:nvSpPr>
        <p:spPr>
          <a:xfrm>
            <a:off x="8044785" y="2844225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575BF7-B407-4ADC-BB0A-ED4F2CDD8A27}"/>
                  </a:ext>
                </a:extLst>
              </p:cNvPr>
              <p:cNvSpPr txBox="1"/>
              <p:nvPr/>
            </p:nvSpPr>
            <p:spPr>
              <a:xfrm>
                <a:off x="3713897" y="3429000"/>
                <a:ext cx="7948383" cy="23473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à đ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ệ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tr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ở đườ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ng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â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chu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ẩ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ó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   </m:t>
                              </m:r>
                            </m:e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à đ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ệ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kh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ng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đườ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ng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â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chu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ẩ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ó</m:t>
                              </m:r>
                              <m:r>
                                <m:rPr>
                                  <m:nor/>
                                </m:rPr>
                                <a:rPr lang="en-GB" sz="3200" b="0" i="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GB" sz="32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575BF7-B407-4ADC-BB0A-ED4F2CDD8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897" y="3429000"/>
                <a:ext cx="7948383" cy="2347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745E60F-EE94-47D0-8B08-5AACD3764895}"/>
              </a:ext>
            </a:extLst>
          </p:cNvPr>
          <p:cNvSpPr txBox="1"/>
          <p:nvPr/>
        </p:nvSpPr>
        <p:spPr>
          <a:xfrm>
            <a:off x="3061484" y="3811363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5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</p:spPr>
            <p:txBody>
              <a:bodyPr anchor="t"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ước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thực tế,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 ta thường chuẩn hóa các trị số trở kháng</a:t>
                </a:r>
                <a:b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mạch điện theo một điện trở chuẩn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(số thực)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 vì theo</a:t>
                </a:r>
                <a:b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trở kháng chuẩn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  <a:blipFill>
                <a:blip r:embed="rId2"/>
                <a:stretch>
                  <a:fillRect l="-1474" t="-1683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vòng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tròn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D0FA15-F765-423E-A6AB-1986E2399A0F}"/>
                  </a:ext>
                </a:extLst>
              </p:cNvPr>
              <p:cNvSpPr txBox="1"/>
              <p:nvPr/>
            </p:nvSpPr>
            <p:spPr>
              <a:xfrm>
                <a:off x="5163972" y="3982391"/>
                <a:ext cx="1759277" cy="2389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D0FA15-F765-423E-A6AB-1986E2399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972" y="3982391"/>
                <a:ext cx="1759277" cy="2389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08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C9665D-274F-4CA4-966F-B79B33764B2F}"/>
              </a:ext>
            </a:extLst>
          </p:cNvPr>
          <p:cNvSpPr txBox="1">
            <a:spLocks/>
          </p:cNvSpPr>
          <p:nvPr/>
        </p:nvSpPr>
        <p:spPr>
          <a:xfrm>
            <a:off x="887540" y="2601885"/>
            <a:ext cx="3526732" cy="1654228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vòng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tròn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10A1A2-EA03-49EA-8171-67984D5AF9EE}"/>
              </a:ext>
            </a:extLst>
          </p:cNvPr>
          <p:cNvGrpSpPr/>
          <p:nvPr/>
        </p:nvGrpSpPr>
        <p:grpSpPr>
          <a:xfrm>
            <a:off x="4815474" y="-54872"/>
            <a:ext cx="7517677" cy="6806192"/>
            <a:chOff x="4815474" y="-54872"/>
            <a:chExt cx="7517677" cy="680619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3327B05-0DCE-4987-9780-7E80FD30E686}"/>
                </a:ext>
              </a:extLst>
            </p:cNvPr>
            <p:cNvSpPr/>
            <p:nvPr/>
          </p:nvSpPr>
          <p:spPr>
            <a:xfrm>
              <a:off x="5764220" y="907404"/>
              <a:ext cx="5088661" cy="5088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421D17D-868D-4C2E-B302-9AE8D80871E7}"/>
                </a:ext>
              </a:extLst>
            </p:cNvPr>
            <p:cNvCxnSpPr>
              <a:cxnSpLocks/>
            </p:cNvCxnSpPr>
            <p:nvPr/>
          </p:nvCxnSpPr>
          <p:spPr>
            <a:xfrm>
              <a:off x="4910780" y="3429000"/>
              <a:ext cx="6705600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C03E226-21D1-4B54-99C4-E9D5FF4A4C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551" y="152402"/>
              <a:ext cx="0" cy="659891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1E3F44F-96E0-484C-8DA2-78D01EE83AF4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8308551" y="2279281"/>
              <a:ext cx="928997" cy="114972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995AC5C-9E76-40D1-ACBD-1E4E585993F0}"/>
                </a:ext>
              </a:extLst>
            </p:cNvPr>
            <p:cNvCxnSpPr>
              <a:cxnSpLocks/>
            </p:cNvCxnSpPr>
            <p:nvPr/>
          </p:nvCxnSpPr>
          <p:spPr>
            <a:xfrm>
              <a:off x="8308550" y="2209800"/>
              <a:ext cx="99135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426EEAF-BDB3-43F0-A66E-7B5A5905D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9900" y="2209800"/>
              <a:ext cx="0" cy="1219199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28254A2-99A7-46D8-95CB-DF28A896ED33}"/>
                </a:ext>
              </a:extLst>
            </p:cNvPr>
            <p:cNvSpPr txBox="1"/>
            <p:nvPr/>
          </p:nvSpPr>
          <p:spPr>
            <a:xfrm>
              <a:off x="8308550" y="405826"/>
              <a:ext cx="6206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AA4932-BBA6-492C-AD4E-F4314D6A238A}"/>
                </a:ext>
              </a:extLst>
            </p:cNvPr>
            <p:cNvSpPr txBox="1"/>
            <p:nvPr/>
          </p:nvSpPr>
          <p:spPr>
            <a:xfrm>
              <a:off x="10782253" y="3369821"/>
              <a:ext cx="6206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C79D07F-9EEB-487F-B48A-EE1F0AAB94EB}"/>
                </a:ext>
              </a:extLst>
            </p:cNvPr>
            <p:cNvSpPr txBox="1"/>
            <p:nvPr/>
          </p:nvSpPr>
          <p:spPr>
            <a:xfrm>
              <a:off x="5290477" y="3399411"/>
              <a:ext cx="52610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083BFE-4029-4A9D-83DD-2615B0B46101}"/>
                </a:ext>
              </a:extLst>
            </p:cNvPr>
            <p:cNvSpPr txBox="1"/>
            <p:nvPr/>
          </p:nvSpPr>
          <p:spPr>
            <a:xfrm>
              <a:off x="7785854" y="5867399"/>
              <a:ext cx="52610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6048D3A-58D9-488C-BE70-A9CD982ED4F1}"/>
                    </a:ext>
                  </a:extLst>
                </p:cNvPr>
                <p:cNvSpPr txBox="1"/>
                <p:nvPr/>
              </p:nvSpPr>
              <p:spPr>
                <a:xfrm>
                  <a:off x="4815474" y="351079"/>
                  <a:ext cx="32360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Mặt </a:t>
                  </a:r>
                  <a:r>
                    <a:rPr lang="en-GB" sz="3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phẳng</a:t>
                  </a:r>
                  <a: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phức</a:t>
                  </a:r>
                  <a: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l-GR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</m:oMath>
                  </a14:m>
                  <a:endParaRPr lang="en-GB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6048D3A-58D9-488C-BE70-A9CD982ED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5474" y="351079"/>
                  <a:ext cx="3236014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4896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2B78108-B047-4C8E-8C38-1FF7307D424D}"/>
                    </a:ext>
                  </a:extLst>
                </p:cNvPr>
                <p:cNvSpPr txBox="1"/>
                <p:nvPr/>
              </p:nvSpPr>
              <p:spPr>
                <a:xfrm>
                  <a:off x="8334345" y="-54872"/>
                  <a:ext cx="136101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𝐼𝑚</m:t>
                        </m:r>
                        <m:d>
                          <m:d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</m:d>
                      </m:oMath>
                    </m:oMathPara>
                  </a14:m>
                  <a:endParaRPr lang="en-GB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2B78108-B047-4C8E-8C38-1FF7307D4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4345" y="-54872"/>
                  <a:ext cx="136101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B53360A-0AD3-4187-A4EE-699C25027A91}"/>
                    </a:ext>
                  </a:extLst>
                </p:cNvPr>
                <p:cNvSpPr txBox="1"/>
                <p:nvPr/>
              </p:nvSpPr>
              <p:spPr>
                <a:xfrm>
                  <a:off x="10764029" y="2826645"/>
                  <a:ext cx="136101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𝑅𝑒</m:t>
                        </m:r>
                        <m:d>
                          <m:d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</m:d>
                      </m:oMath>
                    </m:oMathPara>
                  </a14:m>
                  <a:endParaRPr lang="en-GB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B53360A-0AD3-4187-A4EE-699C25027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4029" y="2826645"/>
                  <a:ext cx="136101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41B2133-CEDE-456D-ABC5-336B9158BF0C}"/>
                    </a:ext>
                  </a:extLst>
                </p:cNvPr>
                <p:cNvSpPr txBox="1"/>
                <p:nvPr/>
              </p:nvSpPr>
              <p:spPr>
                <a:xfrm>
                  <a:off x="6450632" y="1895290"/>
                  <a:ext cx="1361016" cy="6481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𝐼𝑚</m:t>
                        </m:r>
                        <m:d>
                          <m:d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41B2133-CEDE-456D-ABC5-336B9158B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632" y="1895290"/>
                  <a:ext cx="1361016" cy="648191"/>
                </a:xfrm>
                <a:prstGeom prst="rect">
                  <a:avLst/>
                </a:prstGeom>
                <a:blipFill>
                  <a:blip r:embed="rId6"/>
                  <a:stretch>
                    <a:fillRect r="-295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5CB54AE-A350-4AA9-ADD5-1F7321F0A1FB}"/>
                    </a:ext>
                  </a:extLst>
                </p:cNvPr>
                <p:cNvSpPr txBox="1"/>
                <p:nvPr/>
              </p:nvSpPr>
              <p:spPr>
                <a:xfrm>
                  <a:off x="8680061" y="3491417"/>
                  <a:ext cx="1361016" cy="6481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𝑅𝑒</m:t>
                        </m:r>
                        <m:d>
                          <m:d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5CB54AE-A350-4AA9-ADD5-1F7321F0A1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0061" y="3491417"/>
                  <a:ext cx="1361016" cy="648191"/>
                </a:xfrm>
                <a:prstGeom prst="rect">
                  <a:avLst/>
                </a:prstGeom>
                <a:blipFill>
                  <a:blip r:embed="rId7"/>
                  <a:stretch>
                    <a:fillRect r="-2690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E5B03F-525A-41E9-AB4D-06FA8022631C}"/>
                    </a:ext>
                  </a:extLst>
                </p:cNvPr>
                <p:cNvSpPr txBox="1"/>
                <p:nvPr/>
              </p:nvSpPr>
              <p:spPr>
                <a:xfrm>
                  <a:off x="9142089" y="2108606"/>
                  <a:ext cx="136101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  <m:d>
                          <m:dPr>
                            <m:ctrlP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GB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E5B03F-525A-41E9-AB4D-06FA80226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2089" y="2108606"/>
                  <a:ext cx="1361016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288CAAD-0ABC-4E5C-8E86-28CFE7DD85BD}"/>
                    </a:ext>
                  </a:extLst>
                </p:cNvPr>
                <p:cNvSpPr txBox="1"/>
                <p:nvPr/>
              </p:nvSpPr>
              <p:spPr>
                <a:xfrm>
                  <a:off x="9267888" y="388247"/>
                  <a:ext cx="306526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Trở </a:t>
                  </a:r>
                  <a:r>
                    <a:rPr lang="en-GB" sz="3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kháng</a:t>
                  </a:r>
                  <a: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chuẩn</a:t>
                  </a:r>
                  <a: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b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r>
                    <a:rPr lang="en-GB" sz="32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hóa</a:t>
                  </a:r>
                  <a:r>
                    <a:rPr lang="el-GR" sz="32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el-G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GB" sz="3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GB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288CAAD-0ABC-4E5C-8E86-28CFE7DD85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7888" y="388247"/>
                  <a:ext cx="3065263" cy="1077218"/>
                </a:xfrm>
                <a:prstGeom prst="rect">
                  <a:avLst/>
                </a:prstGeom>
                <a:blipFill>
                  <a:blip r:embed="rId9"/>
                  <a:stretch>
                    <a:fillRect l="-4573" t="-7955" r="-1789" b="-1704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B9740B1-F915-459F-82C1-820AA240022B}"/>
                </a:ext>
              </a:extLst>
            </p:cNvPr>
            <p:cNvCxnSpPr>
              <a:cxnSpLocks/>
              <a:stCxn id="39" idx="2"/>
              <a:endCxn id="5" idx="7"/>
            </p:cNvCxnSpPr>
            <p:nvPr/>
          </p:nvCxnSpPr>
          <p:spPr>
            <a:xfrm flipH="1">
              <a:off x="9339372" y="1465465"/>
              <a:ext cx="1461148" cy="711992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0451530B-27A5-4370-B68C-F768C0CC4ACC}"/>
              </a:ext>
            </a:extLst>
          </p:cNvPr>
          <p:cNvSpPr/>
          <p:nvPr/>
        </p:nvSpPr>
        <p:spPr>
          <a:xfrm>
            <a:off x="9216460" y="215636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27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618203"/>
                <a:ext cx="6902545" cy="25237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func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618203"/>
                <a:ext cx="6902545" cy="2523768"/>
              </a:xfrm>
              <a:prstGeom prst="rect">
                <a:avLst/>
              </a:prstGeom>
              <a:blipFill>
                <a:blip r:embed="rId2"/>
                <a:stretch>
                  <a:fillRect l="-1942" t="-2899" b="-7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E600461-F6B2-4691-9DA5-1C24A7696981}"/>
              </a:ext>
            </a:extLst>
          </p:cNvPr>
          <p:cNvGrpSpPr/>
          <p:nvPr/>
        </p:nvGrpSpPr>
        <p:grpSpPr>
          <a:xfrm>
            <a:off x="7612157" y="1541392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7030A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39A67E8-48C9-4D7A-BF3B-5327C81D04F9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vòng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tròn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21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rgbClr val="B9E1E9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vòng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tròn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8097737"/>
                  </p:ext>
                </p:extLst>
              </p:nvPr>
            </p:nvGraphicFramePr>
            <p:xfrm>
              <a:off x="5288347" y="644577"/>
              <a:ext cx="6254724" cy="54879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8097737"/>
                  </p:ext>
                </p:extLst>
              </p:nvPr>
            </p:nvGraphicFramePr>
            <p:xfrm>
              <a:off x="5288347" y="644577"/>
              <a:ext cx="6254724" cy="54879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042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7575B-5129-49D6-A9EC-5D6F81C678AB}"/>
                  </a:ext>
                </a:extLst>
              </p:cNvPr>
              <p:cNvSpPr txBox="1"/>
              <p:nvPr/>
            </p:nvSpPr>
            <p:spPr>
              <a:xfrm>
                <a:off x="2291149" y="2224058"/>
                <a:ext cx="1955447" cy="101431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7575B-5129-49D6-A9EC-5D6F81C67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149" y="2224058"/>
                <a:ext cx="1955447" cy="101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EFDEE8-C5E7-4D7A-A4AF-C915BF3081EA}"/>
              </a:ext>
            </a:extLst>
          </p:cNvPr>
          <p:cNvCxnSpPr>
            <a:cxnSpLocks/>
          </p:cNvCxnSpPr>
          <p:nvPr/>
        </p:nvCxnSpPr>
        <p:spPr>
          <a:xfrm>
            <a:off x="4519651" y="2760298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/>
              <p:nvPr/>
            </p:nvSpPr>
            <p:spPr>
              <a:xfrm>
                <a:off x="6236988" y="2179302"/>
                <a:ext cx="3776439" cy="110382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988" y="2179302"/>
                <a:ext cx="3776439" cy="11038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B3CEC5C-6E1A-4EF8-A804-02D40137DCA3}"/>
              </a:ext>
            </a:extLst>
          </p:cNvPr>
          <p:cNvSpPr txBox="1"/>
          <p:nvPr/>
        </p:nvSpPr>
        <p:spPr>
          <a:xfrm>
            <a:off x="961474" y="2438828"/>
            <a:ext cx="1193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2D91F3-E1EE-42F0-A17D-02147060093D}"/>
                  </a:ext>
                </a:extLst>
              </p:cNvPr>
              <p:cNvSpPr txBox="1"/>
              <p:nvPr/>
            </p:nvSpPr>
            <p:spPr>
              <a:xfrm>
                <a:off x="2485265" y="3892260"/>
                <a:ext cx="71166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SV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theo</a:t>
                </a:r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</a:t>
                </a:r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2D91F3-E1EE-42F0-A17D-02147060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265" y="3892260"/>
                <a:ext cx="7116692" cy="584775"/>
              </a:xfrm>
              <a:prstGeom prst="rect">
                <a:avLst/>
              </a:prstGeom>
              <a:blipFill>
                <a:blip r:embed="rId5"/>
                <a:stretch>
                  <a:fillRect l="-2228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371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7575B-5129-49D6-A9EC-5D6F81C678AB}"/>
                  </a:ext>
                </a:extLst>
              </p:cNvPr>
              <p:cNvSpPr txBox="1"/>
              <p:nvPr/>
            </p:nvSpPr>
            <p:spPr>
              <a:xfrm>
                <a:off x="2291149" y="2224058"/>
                <a:ext cx="1955447" cy="101431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7575B-5129-49D6-A9EC-5D6F81C67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149" y="2224058"/>
                <a:ext cx="1955447" cy="101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EFDEE8-C5E7-4D7A-A4AF-C915BF3081EA}"/>
              </a:ext>
            </a:extLst>
          </p:cNvPr>
          <p:cNvCxnSpPr>
            <a:cxnSpLocks/>
          </p:cNvCxnSpPr>
          <p:nvPr/>
        </p:nvCxnSpPr>
        <p:spPr>
          <a:xfrm>
            <a:off x="4519651" y="2760298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/>
              <p:nvPr/>
            </p:nvSpPr>
            <p:spPr>
              <a:xfrm>
                <a:off x="6236988" y="2179302"/>
                <a:ext cx="3776439" cy="110382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988" y="2179302"/>
                <a:ext cx="3776439" cy="11038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B3CEC5C-6E1A-4EF8-A804-02D40137DCA3}"/>
              </a:ext>
            </a:extLst>
          </p:cNvPr>
          <p:cNvSpPr txBox="1"/>
          <p:nvPr/>
        </p:nvSpPr>
        <p:spPr>
          <a:xfrm>
            <a:off x="961474" y="2438828"/>
            <a:ext cx="1193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4D4DF9-CE29-4E33-96BF-DA81466E794A}"/>
              </a:ext>
            </a:extLst>
          </p:cNvPr>
          <p:cNvCxnSpPr/>
          <p:nvPr/>
        </p:nvCxnSpPr>
        <p:spPr>
          <a:xfrm>
            <a:off x="1558047" y="4296182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60DF4C-6D74-43C9-95C9-2CC65D09C16F}"/>
                  </a:ext>
                </a:extLst>
              </p:cNvPr>
              <p:cNvSpPr txBox="1"/>
              <p:nvPr/>
            </p:nvSpPr>
            <p:spPr>
              <a:xfrm>
                <a:off x="2907715" y="3676590"/>
                <a:ext cx="3188286" cy="123918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60DF4C-6D74-43C9-95C9-2CC65D09C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715" y="3676590"/>
                <a:ext cx="3188286" cy="12391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8D28A0-541A-410E-8F7A-B138B85C5491}"/>
                  </a:ext>
                </a:extLst>
              </p:cNvPr>
              <p:cNvSpPr txBox="1"/>
              <p:nvPr/>
            </p:nvSpPr>
            <p:spPr>
              <a:xfrm>
                <a:off x="2907714" y="5212473"/>
                <a:ext cx="3188286" cy="114197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8D28A0-541A-410E-8F7A-B138B85C5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714" y="5212473"/>
                <a:ext cx="3188286" cy="11419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CF92E6-A784-4367-BF6B-ECECB71B9B4A}"/>
              </a:ext>
            </a:extLst>
          </p:cNvPr>
          <p:cNvCxnSpPr/>
          <p:nvPr/>
        </p:nvCxnSpPr>
        <p:spPr>
          <a:xfrm>
            <a:off x="1558046" y="570501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AF30BA-6B4E-459B-BB1B-16B3D4D20FD3}"/>
              </a:ext>
            </a:extLst>
          </p:cNvPr>
          <p:cNvSpPr txBox="1"/>
          <p:nvPr/>
        </p:nvSpPr>
        <p:spPr>
          <a:xfrm>
            <a:off x="6236988" y="4003794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987E6-B665-4FDC-972B-9B935EAE63A9}"/>
              </a:ext>
            </a:extLst>
          </p:cNvPr>
          <p:cNvSpPr txBox="1"/>
          <p:nvPr/>
        </p:nvSpPr>
        <p:spPr>
          <a:xfrm>
            <a:off x="6236987" y="5412626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89957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EFDEE8-C5E7-4D7A-A4AF-C915BF3081EA}"/>
              </a:ext>
            </a:extLst>
          </p:cNvPr>
          <p:cNvCxnSpPr>
            <a:cxnSpLocks/>
          </p:cNvCxnSpPr>
          <p:nvPr/>
        </p:nvCxnSpPr>
        <p:spPr>
          <a:xfrm>
            <a:off x="1292654" y="2775289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/>
              <p:nvPr/>
            </p:nvSpPr>
            <p:spPr>
              <a:xfrm>
                <a:off x="2907714" y="2223200"/>
                <a:ext cx="5621689" cy="12960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714" y="2223200"/>
                <a:ext cx="5621689" cy="1296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AF30BA-6B4E-459B-BB1B-16B3D4D20FD3}"/>
              </a:ext>
            </a:extLst>
          </p:cNvPr>
          <p:cNvSpPr txBox="1"/>
          <p:nvPr/>
        </p:nvSpPr>
        <p:spPr>
          <a:xfrm>
            <a:off x="630293" y="2438827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07C11C-C5A7-453E-8A9B-687ADFF78D5C}"/>
              </a:ext>
            </a:extLst>
          </p:cNvPr>
          <p:cNvSpPr txBox="1"/>
          <p:nvPr/>
        </p:nvSpPr>
        <p:spPr>
          <a:xfrm>
            <a:off x="8539970" y="2482901"/>
            <a:ext cx="3171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 CM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630293" y="3497936"/>
                <a:ext cx="10772775" cy="2619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ỗi đường đẳng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một vòng tròn trong mặt phẳng phức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â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d>
                        <m:d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í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nh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93" y="3497936"/>
                <a:ext cx="10772775" cy="2619884"/>
              </a:xfrm>
              <a:prstGeom prst="rect">
                <a:avLst/>
              </a:prstGeom>
              <a:blipFill>
                <a:blip r:embed="rId4"/>
                <a:stretch>
                  <a:fillRect l="-1244" t="-3256" r="-1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059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34181" y="4946754"/>
                <a:ext cx="10923638" cy="1543987"/>
              </a:xfr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34181" y="4946754"/>
                <a:ext cx="10923638" cy="1543987"/>
              </a:xfrm>
              <a:blipFill>
                <a:blip r:embed="rId2"/>
                <a:stretch>
                  <a:fillRect t="-17323" b="-220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8F68B5-1EF3-49E1-9F90-EBE8A2767E1D}"/>
                  </a:ext>
                </a:extLst>
              </p:cNvPr>
              <p:cNvSpPr txBox="1"/>
              <p:nvPr/>
            </p:nvSpPr>
            <p:spPr>
              <a:xfrm>
                <a:off x="193745" y="501101"/>
                <a:ext cx="3301930" cy="58477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8F68B5-1EF3-49E1-9F90-EBE8A276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45" y="501101"/>
                <a:ext cx="3301930" cy="584775"/>
              </a:xfrm>
              <a:prstGeom prst="rect">
                <a:avLst/>
              </a:prstGeom>
              <a:blipFill>
                <a:blip r:embed="rId9"/>
                <a:stretch>
                  <a:fillRect l="-4205" t="-10784" b="-27451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8C240C-7796-4A9F-8282-A4977E744DBD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>
          <a:xfrm>
            <a:off x="1844710" y="1085876"/>
            <a:ext cx="4870510" cy="2514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1D1059-9910-46FF-A378-BD66B04BF81B}"/>
              </a:ext>
            </a:extLst>
          </p:cNvPr>
          <p:cNvCxnSpPr>
            <a:cxnSpLocks/>
            <a:stCxn id="7" idx="2"/>
            <a:endCxn id="18" idx="3"/>
          </p:cNvCxnSpPr>
          <p:nvPr/>
        </p:nvCxnSpPr>
        <p:spPr>
          <a:xfrm>
            <a:off x="1844710" y="1085876"/>
            <a:ext cx="4870510" cy="22879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CBB690F-495E-4BD7-9857-C4D9E3D54C53}"/>
              </a:ext>
            </a:extLst>
          </p:cNvPr>
          <p:cNvGrpSpPr/>
          <p:nvPr/>
        </p:nvGrpSpPr>
        <p:grpSpPr>
          <a:xfrm>
            <a:off x="4647476" y="56401"/>
            <a:ext cx="5965506" cy="4459200"/>
            <a:chOff x="4647476" y="56401"/>
            <a:chExt cx="5965506" cy="4459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4B1CAB3-F24C-48DE-A0C1-0B88424B832B}"/>
                    </a:ext>
                  </a:extLst>
                </p:cNvPr>
                <p:cNvSpPr txBox="1"/>
                <p:nvPr/>
              </p:nvSpPr>
              <p:spPr>
                <a:xfrm>
                  <a:off x="9414155" y="2427451"/>
                  <a:ext cx="3294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4B1CAB3-F24C-48DE-A0C1-0B88424B8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4155" y="2427451"/>
                  <a:ext cx="329449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0370" r="-1852" b="-983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3CC586-A976-4974-8A29-3F00F6FB52A2}"/>
                    </a:ext>
                  </a:extLst>
                </p:cNvPr>
                <p:cNvSpPr txBox="1"/>
                <p:nvPr/>
              </p:nvSpPr>
              <p:spPr>
                <a:xfrm>
                  <a:off x="6685567" y="200273"/>
                  <a:ext cx="28995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3CC586-A976-4974-8A29-3F00F6FB5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5567" y="200273"/>
                  <a:ext cx="289951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532" r="-12766"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CF77B1-0488-4E84-A5B0-7E0194A54216}"/>
                    </a:ext>
                  </a:extLst>
                </p:cNvPr>
                <p:cNvSpPr txBox="1"/>
                <p:nvPr/>
              </p:nvSpPr>
              <p:spPr>
                <a:xfrm>
                  <a:off x="9393289" y="1429560"/>
                  <a:ext cx="1219693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CF77B1-0488-4E84-A5B0-7E0194A54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3289" y="1429560"/>
                  <a:ext cx="1219693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00AD3A9-63D1-45EF-A81E-86EEADEDDD6B}"/>
                </a:ext>
              </a:extLst>
            </p:cNvPr>
            <p:cNvGrpSpPr/>
            <p:nvPr/>
          </p:nvGrpSpPr>
          <p:grpSpPr>
            <a:xfrm>
              <a:off x="4853930" y="56401"/>
              <a:ext cx="4841823" cy="4459200"/>
              <a:chOff x="4946754" y="-13199"/>
              <a:chExt cx="4841823" cy="44592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5F2F910-4A25-4772-AA3A-C0A8E887618C}"/>
                  </a:ext>
                </a:extLst>
              </p:cNvPr>
              <p:cNvSpPr/>
              <p:nvPr/>
            </p:nvSpPr>
            <p:spPr>
              <a:xfrm>
                <a:off x="4946754" y="126001"/>
                <a:ext cx="4320000" cy="4320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2717279-0A71-45B7-85A3-65D753412AB7}"/>
                  </a:ext>
                </a:extLst>
              </p:cNvPr>
              <p:cNvSpPr/>
              <p:nvPr/>
            </p:nvSpPr>
            <p:spPr>
              <a:xfrm>
                <a:off x="5666677" y="498672"/>
                <a:ext cx="3600000" cy="3600000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858626-5318-4CC7-9DDD-88DB9134C4C8}"/>
                  </a:ext>
                </a:extLst>
              </p:cNvPr>
              <p:cNvSpPr/>
              <p:nvPr/>
            </p:nvSpPr>
            <p:spPr>
              <a:xfrm>
                <a:off x="6386278" y="846001"/>
                <a:ext cx="2880000" cy="2880000"/>
              </a:xfrm>
              <a:prstGeom prst="ellipse">
                <a:avLst/>
              </a:prstGeom>
              <a:noFill/>
              <a:ln w="127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5EFACE5-CF5C-4F96-942F-43F69D8EBA56}"/>
                  </a:ext>
                </a:extLst>
              </p:cNvPr>
              <p:cNvSpPr/>
              <p:nvPr/>
            </p:nvSpPr>
            <p:spPr>
              <a:xfrm>
                <a:off x="7828068" y="1605044"/>
                <a:ext cx="1440000" cy="1440000"/>
              </a:xfrm>
              <a:prstGeom prst="ellipse">
                <a:avLst/>
              </a:prstGeom>
              <a:noFill/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9B51380-FFA7-40F2-B36F-AD823709E7C1}"/>
                  </a:ext>
                </a:extLst>
              </p:cNvPr>
              <p:cNvCxnSpPr>
                <a:cxnSpLocks/>
                <a:stCxn id="6" idx="2"/>
              </p:cNvCxnSpPr>
              <p:nvPr/>
            </p:nvCxnSpPr>
            <p:spPr>
              <a:xfrm>
                <a:off x="4946754" y="2286001"/>
                <a:ext cx="4841823" cy="49835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9FAA986-D427-4C5F-9C24-563B1B2EB3EA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 flipV="1">
                <a:off x="7106043" y="-13199"/>
                <a:ext cx="0" cy="2349035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21D2725-6E73-4F16-9C57-9FC75842B181}"/>
                  </a:ext>
                </a:extLst>
              </p:cNvPr>
              <p:cNvSpPr/>
              <p:nvPr/>
            </p:nvSpPr>
            <p:spPr>
              <a:xfrm>
                <a:off x="7106043" y="1255836"/>
                <a:ext cx="2160000" cy="2160000"/>
              </a:xfrm>
              <a:prstGeom prst="ellipse">
                <a:avLst/>
              </a:prstGeom>
              <a:noFill/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FA13410-9B84-4112-8B23-6944B06E74B8}"/>
                </a:ext>
              </a:extLst>
            </p:cNvPr>
            <p:cNvCxnSpPr>
              <a:cxnSpLocks/>
              <a:stCxn id="15" idx="2"/>
              <a:endCxn id="35" idx="6"/>
            </p:cNvCxnSpPr>
            <p:nvPr/>
          </p:nvCxnSpPr>
          <p:spPr>
            <a:xfrm flipH="1">
              <a:off x="9228241" y="1922003"/>
              <a:ext cx="774895" cy="48343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2561B46-1AF5-4E68-B2DC-DD37ED7C8599}"/>
                </a:ext>
              </a:extLst>
            </p:cNvPr>
            <p:cNvSpPr/>
            <p:nvPr/>
          </p:nvSpPr>
          <p:spPr>
            <a:xfrm>
              <a:off x="9120241" y="2351436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7C5010-438E-460F-9701-130E91BA5712}"/>
                    </a:ext>
                  </a:extLst>
                </p:cNvPr>
                <p:cNvSpPr txBox="1"/>
                <p:nvPr/>
              </p:nvSpPr>
              <p:spPr>
                <a:xfrm rot="19359688">
                  <a:off x="7046932" y="1232869"/>
                  <a:ext cx="7916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7C5010-438E-460F-9701-130E91BA5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59688">
                  <a:off x="7046932" y="1232869"/>
                  <a:ext cx="791627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3125" r="-7801" b="-156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0EE908-4D8A-416F-85DB-966B37CE3891}"/>
                    </a:ext>
                  </a:extLst>
                </p:cNvPr>
                <p:cNvSpPr txBox="1"/>
                <p:nvPr/>
              </p:nvSpPr>
              <p:spPr>
                <a:xfrm rot="18451734">
                  <a:off x="7450661" y="1672057"/>
                  <a:ext cx="7916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GB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0EE908-4D8A-416F-85DB-966B37CE3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51734">
                  <a:off x="7450661" y="1672057"/>
                  <a:ext cx="791627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4255" r="-7813" b="-283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BBED456-8CEE-4CB9-AA20-085A06737E09}"/>
                    </a:ext>
                  </a:extLst>
                </p:cNvPr>
                <p:cNvSpPr txBox="1"/>
                <p:nvPr/>
              </p:nvSpPr>
              <p:spPr>
                <a:xfrm rot="3122303">
                  <a:off x="6337136" y="3026482"/>
                  <a:ext cx="102406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en-GB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BBED456-8CEE-4CB9-AA20-085A06737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22303">
                  <a:off x="6337136" y="3026482"/>
                  <a:ext cx="1024063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1974" r="-3289" b="-70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6EEA69E-605E-41B2-BB8C-7B355A360618}"/>
                    </a:ext>
                  </a:extLst>
                </p:cNvPr>
                <p:cNvSpPr txBox="1"/>
                <p:nvPr/>
              </p:nvSpPr>
              <p:spPr>
                <a:xfrm rot="2482286">
                  <a:off x="5840033" y="3411726"/>
                  <a:ext cx="102406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GB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6EEA69E-605E-41B2-BB8C-7B355A360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482286">
                  <a:off x="5840033" y="3411726"/>
                  <a:ext cx="1024062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1786" r="-2976" b="-632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864A609-BBF8-4D52-952B-9A58864739B5}"/>
                    </a:ext>
                  </a:extLst>
                </p:cNvPr>
                <p:cNvSpPr txBox="1"/>
                <p:nvPr/>
              </p:nvSpPr>
              <p:spPr>
                <a:xfrm rot="18783624">
                  <a:off x="4967286" y="523367"/>
                  <a:ext cx="7916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864A609-BBF8-4D52-952B-9A5886473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783624">
                  <a:off x="4967286" y="523367"/>
                  <a:ext cx="791627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4380" r="-7463" b="-21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D7210C-53D7-4587-A48C-030687FA2AE6}"/>
                    </a:ext>
                  </a:extLst>
                </p:cNvPr>
                <p:cNvSpPr txBox="1"/>
                <p:nvPr/>
              </p:nvSpPr>
              <p:spPr>
                <a:xfrm>
                  <a:off x="4647476" y="2042009"/>
                  <a:ext cx="23884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D7210C-53D7-4587-A48C-030687FA2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7476" y="2042009"/>
                  <a:ext cx="238848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27500" r="-30000" b="-49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307EC29-BCA3-49E4-8558-174DD6DF88FE}"/>
                    </a:ext>
                  </a:extLst>
                </p:cNvPr>
                <p:cNvSpPr txBox="1"/>
                <p:nvPr/>
              </p:nvSpPr>
              <p:spPr>
                <a:xfrm>
                  <a:off x="5608877" y="2377038"/>
                  <a:ext cx="4712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</m:oMath>
                    </m:oMathPara>
                  </a14:m>
                  <a:endParaRPr lang="en-GB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307EC29-BCA3-49E4-8558-174DD6DF8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8877" y="2377038"/>
                  <a:ext cx="471283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14286" r="-16883" b="-49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E22A486-FE01-4CE4-84A3-AA0DDA00D597}"/>
                    </a:ext>
                  </a:extLst>
                </p:cNvPr>
                <p:cNvSpPr txBox="1"/>
                <p:nvPr/>
              </p:nvSpPr>
              <p:spPr>
                <a:xfrm>
                  <a:off x="6286425" y="2393498"/>
                  <a:ext cx="4712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en-GB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E22A486-FE01-4CE4-84A3-AA0DDA00D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25" y="2393498"/>
                  <a:ext cx="471283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14103" r="-16667" b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8B62345-F094-4FB6-8F48-99FFB5214FC4}"/>
                    </a:ext>
                  </a:extLst>
                </p:cNvPr>
                <p:cNvSpPr txBox="1"/>
                <p:nvPr/>
              </p:nvSpPr>
              <p:spPr>
                <a:xfrm>
                  <a:off x="7024805" y="2393498"/>
                  <a:ext cx="238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8B62345-F094-4FB6-8F48-99FFB5214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805" y="2393498"/>
                  <a:ext cx="238847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27500" r="-3000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679581-A006-463D-9188-8AE25D0B0B1B}"/>
                    </a:ext>
                  </a:extLst>
                </p:cNvPr>
                <p:cNvSpPr txBox="1"/>
                <p:nvPr/>
              </p:nvSpPr>
              <p:spPr>
                <a:xfrm>
                  <a:off x="7776120" y="2381276"/>
                  <a:ext cx="238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GB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679581-A006-463D-9188-8AE25D0B0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120" y="2381276"/>
                  <a:ext cx="238847" cy="369332"/>
                </a:xfrm>
                <a:prstGeom prst="rect">
                  <a:avLst/>
                </a:prstGeom>
                <a:blipFill>
                  <a:blip r:embed="rId22"/>
                  <a:stretch>
                    <a:fillRect l="-30769" r="-30769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427A9CF-FAD8-4171-928E-6FB47EEBE41C}"/>
                </a:ext>
              </a:extLst>
            </p:cNvPr>
            <p:cNvSpPr/>
            <p:nvPr/>
          </p:nvSpPr>
          <p:spPr>
            <a:xfrm>
              <a:off x="4801554" y="2312426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C08D4F3-3662-4F46-AF10-9A8471E3E216}"/>
                </a:ext>
              </a:extLst>
            </p:cNvPr>
            <p:cNvSpPr/>
            <p:nvPr/>
          </p:nvSpPr>
          <p:spPr>
            <a:xfrm>
              <a:off x="5528021" y="231570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D10D034-288B-479E-988C-90EEF9BFDD81}"/>
                </a:ext>
              </a:extLst>
            </p:cNvPr>
            <p:cNvSpPr/>
            <p:nvPr/>
          </p:nvSpPr>
          <p:spPr>
            <a:xfrm>
              <a:off x="6250122" y="2319451"/>
              <a:ext cx="108000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9CA552B-096B-4C5F-982A-E1F3208B717E}"/>
                </a:ext>
              </a:extLst>
            </p:cNvPr>
            <p:cNvSpPr/>
            <p:nvPr/>
          </p:nvSpPr>
          <p:spPr>
            <a:xfrm>
              <a:off x="6957905" y="2324283"/>
              <a:ext cx="108000" cy="108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E3504B2-97B8-4DC7-B343-7D8670852A09}"/>
                </a:ext>
              </a:extLst>
            </p:cNvPr>
            <p:cNvSpPr/>
            <p:nvPr/>
          </p:nvSpPr>
          <p:spPr>
            <a:xfrm>
              <a:off x="7681796" y="2341610"/>
              <a:ext cx="108000" cy="1080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35747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3264534"/>
                <a:ext cx="6902545" cy="123110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3264534"/>
                <a:ext cx="6902545" cy="1231106"/>
              </a:xfrm>
              <a:prstGeom prst="rect">
                <a:avLst/>
              </a:prstGeom>
              <a:blipFill>
                <a:blip r:embed="rId2"/>
                <a:stretch>
                  <a:fillRect l="-1942" t="-6965" b="-154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E600461-F6B2-4691-9DA5-1C24A7696981}"/>
              </a:ext>
            </a:extLst>
          </p:cNvPr>
          <p:cNvGrpSpPr/>
          <p:nvPr/>
        </p:nvGrpSpPr>
        <p:grpSpPr>
          <a:xfrm>
            <a:off x="7612156" y="2033761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77119B5-A438-4DC2-8751-35115457EC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77119B5-A438-4DC2-8751-35115457E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3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397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657224" y="2370545"/>
                <a:ext cx="10772775" cy="3615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𝑗𝑥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𝛤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â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=0→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2370545"/>
                <a:ext cx="10772775" cy="3615220"/>
              </a:xfrm>
              <a:prstGeom prst="rect">
                <a:avLst/>
              </a:prstGeom>
              <a:blipFill>
                <a:blip r:embed="rId3"/>
                <a:stretch>
                  <a:fillRect l="-1471" r="-1415" b="-38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5411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C88533-BE70-44FB-8348-6E662123BD61}"/>
                  </a:ext>
                </a:extLst>
              </p:cNvPr>
              <p:cNvSpPr txBox="1"/>
              <p:nvPr/>
            </p:nvSpPr>
            <p:spPr>
              <a:xfrm>
                <a:off x="657224" y="2435047"/>
                <a:ext cx="10772775" cy="390594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â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í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nh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C88533-BE70-44FB-8348-6E662123B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2435047"/>
                <a:ext cx="10772775" cy="3905941"/>
              </a:xfrm>
              <a:prstGeom prst="rect">
                <a:avLst/>
              </a:prstGeom>
              <a:blipFill>
                <a:blip r:embed="rId3"/>
                <a:stretch>
                  <a:fillRect l="-1471" t="-1560" r="-1415" b="-4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655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C88533-BE70-44FB-8348-6E662123BD61}"/>
                  </a:ext>
                </a:extLst>
              </p:cNvPr>
              <p:cNvSpPr txBox="1"/>
              <p:nvPr/>
            </p:nvSpPr>
            <p:spPr>
              <a:xfrm>
                <a:off x="657224" y="2708643"/>
                <a:ext cx="10772775" cy="350865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C88533-BE70-44FB-8348-6E662123B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2708643"/>
                <a:ext cx="10772775" cy="3508653"/>
              </a:xfrm>
              <a:prstGeom prst="rect">
                <a:avLst/>
              </a:prstGeom>
              <a:blipFill>
                <a:blip r:embed="rId3"/>
                <a:stretch>
                  <a:fillRect l="-1471" t="-1910" r="-1415" b="-50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704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EFDEE8-C5E7-4D7A-A4AF-C915BF3081EA}"/>
              </a:ext>
            </a:extLst>
          </p:cNvPr>
          <p:cNvCxnSpPr>
            <a:cxnSpLocks/>
          </p:cNvCxnSpPr>
          <p:nvPr/>
        </p:nvCxnSpPr>
        <p:spPr>
          <a:xfrm>
            <a:off x="1292654" y="2775289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/>
              <p:nvPr/>
            </p:nvSpPr>
            <p:spPr>
              <a:xfrm>
                <a:off x="2907714" y="2223200"/>
                <a:ext cx="5396837" cy="12960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714" y="2223200"/>
                <a:ext cx="5396837" cy="1296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AF30BA-6B4E-459B-BB1B-16B3D4D20FD3}"/>
              </a:ext>
            </a:extLst>
          </p:cNvPr>
          <p:cNvSpPr txBox="1"/>
          <p:nvPr/>
        </p:nvSpPr>
        <p:spPr>
          <a:xfrm>
            <a:off x="630293" y="2438827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07C11C-C5A7-453E-8A9B-687ADFF78D5C}"/>
              </a:ext>
            </a:extLst>
          </p:cNvPr>
          <p:cNvSpPr txBox="1"/>
          <p:nvPr/>
        </p:nvSpPr>
        <p:spPr>
          <a:xfrm>
            <a:off x="8539970" y="2482901"/>
            <a:ext cx="3171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 CM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657223" y="3497936"/>
                <a:ext cx="10772775" cy="2913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ỗi đường đẳng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một vòng tròn trong mặt phẳng phức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â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d>
                        <m:d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</m:t>
                          </m:r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í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nh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3" y="3497936"/>
                <a:ext cx="10772775" cy="2913362"/>
              </a:xfrm>
              <a:prstGeom prst="rect">
                <a:avLst/>
              </a:prstGeom>
              <a:blipFill>
                <a:blip r:embed="rId4"/>
                <a:stretch>
                  <a:fillRect l="-1302" t="-3138" r="-11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538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34181" y="4946754"/>
                <a:ext cx="10923638" cy="1543987"/>
              </a:xfr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595B7-1805-4B70-85BB-64D25C0C7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34181" y="4946754"/>
                <a:ext cx="10923638" cy="1543987"/>
              </a:xfrm>
              <a:blipFill>
                <a:blip r:embed="rId2"/>
                <a:stretch>
                  <a:fillRect t="-17323" b="-220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B14E39-EF65-4DFD-902B-2388B528A521}"/>
                  </a:ext>
                </a:extLst>
              </p:cNvPr>
              <p:cNvSpPr txBox="1"/>
              <p:nvPr/>
            </p:nvSpPr>
            <p:spPr>
              <a:xfrm>
                <a:off x="271503" y="1156244"/>
                <a:ext cx="3301930" cy="58477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B14E39-EF65-4DFD-902B-2388B528A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03" y="1156244"/>
                <a:ext cx="3301930" cy="584775"/>
              </a:xfrm>
              <a:prstGeom prst="rect">
                <a:avLst/>
              </a:prstGeom>
              <a:blipFill>
                <a:blip r:embed="rId3"/>
                <a:stretch>
                  <a:fillRect l="-4205" t="-10784" b="-27451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B2C44A-F643-4A99-99CC-857ABA09335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73433" y="1448632"/>
            <a:ext cx="2827637" cy="17187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F9FCD46-7808-48BE-934C-24D5C04A61DB}"/>
              </a:ext>
            </a:extLst>
          </p:cNvPr>
          <p:cNvCxnSpPr>
            <a:cxnSpLocks/>
            <a:stCxn id="47" idx="1"/>
            <a:endCxn id="57" idx="7"/>
          </p:cNvCxnSpPr>
          <p:nvPr/>
        </p:nvCxnSpPr>
        <p:spPr>
          <a:xfrm flipH="1">
            <a:off x="7926757" y="2036392"/>
            <a:ext cx="122240" cy="369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2CB3D3E-1740-4E0E-A34C-F751AB90393E}"/>
              </a:ext>
            </a:extLst>
          </p:cNvPr>
          <p:cNvGrpSpPr/>
          <p:nvPr/>
        </p:nvGrpSpPr>
        <p:grpSpPr>
          <a:xfrm>
            <a:off x="3635666" y="-5472681"/>
            <a:ext cx="8239244" cy="15854990"/>
            <a:chOff x="3635666" y="-5655562"/>
            <a:chExt cx="8239244" cy="1585499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FD3FE21-6D99-4106-AAF5-E18733913785}"/>
                </a:ext>
              </a:extLst>
            </p:cNvPr>
            <p:cNvGrpSpPr/>
            <p:nvPr/>
          </p:nvGrpSpPr>
          <p:grpSpPr>
            <a:xfrm>
              <a:off x="3635666" y="-5655562"/>
              <a:ext cx="8239244" cy="15854990"/>
              <a:chOff x="756548" y="-5634977"/>
              <a:chExt cx="8239244" cy="1585499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54840782-ADF4-438C-9298-B3095A0C3523}"/>
                  </a:ext>
                </a:extLst>
              </p:cNvPr>
              <p:cNvGrpSpPr/>
              <p:nvPr/>
            </p:nvGrpSpPr>
            <p:grpSpPr>
              <a:xfrm>
                <a:off x="1047385" y="-5634977"/>
                <a:ext cx="7948407" cy="15854990"/>
                <a:chOff x="1047385" y="-5634977"/>
                <a:chExt cx="7948407" cy="15854990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52C5D11C-8162-471E-880E-886151C9119E}"/>
                    </a:ext>
                  </a:extLst>
                </p:cNvPr>
                <p:cNvGrpSpPr/>
                <p:nvPr/>
              </p:nvGrpSpPr>
              <p:grpSpPr>
                <a:xfrm>
                  <a:off x="3052265" y="-1674977"/>
                  <a:ext cx="3960000" cy="7934990"/>
                  <a:chOff x="3052265" y="-1674977"/>
                  <a:chExt cx="3960000" cy="7934990"/>
                </a:xfrm>
              </p:grpSpPr>
              <p:sp>
                <p:nvSpPr>
                  <p:cNvPr id="30" name="Arc 29">
                    <a:extLst>
                      <a:ext uri="{FF2B5EF4-FFF2-40B4-BE49-F238E27FC236}">
                        <a16:creationId xmlns:a16="http://schemas.microsoft.com/office/drawing/2014/main" id="{CBC0670C-1856-4032-B445-CD55A3AFF0D3}"/>
                      </a:ext>
                    </a:extLst>
                  </p:cNvPr>
                  <p:cNvSpPr/>
                  <p:nvPr/>
                </p:nvSpPr>
                <p:spPr>
                  <a:xfrm>
                    <a:off x="3052265" y="-1674977"/>
                    <a:ext cx="3960000" cy="3960000"/>
                  </a:xfrm>
                  <a:prstGeom prst="arc">
                    <a:avLst>
                      <a:gd name="adj1" fmla="val 5423872"/>
                      <a:gd name="adj2" fmla="val 10818683"/>
                    </a:avLst>
                  </a:prstGeom>
                  <a:ln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1" name="Arc 30">
                    <a:extLst>
                      <a:ext uri="{FF2B5EF4-FFF2-40B4-BE49-F238E27FC236}">
                        <a16:creationId xmlns:a16="http://schemas.microsoft.com/office/drawing/2014/main" id="{63C6499B-0441-403A-AE06-85A89281EEC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052265" y="2300013"/>
                    <a:ext cx="3960000" cy="3960000"/>
                  </a:xfrm>
                  <a:prstGeom prst="arc">
                    <a:avLst>
                      <a:gd name="adj1" fmla="val 5423872"/>
                      <a:gd name="adj2" fmla="val 10818683"/>
                    </a:avLst>
                  </a:prstGeom>
                  <a:ln>
                    <a:solidFill>
                      <a:srgbClr val="FFC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3D386349-1EE6-4625-BC7D-C39DC28D018C}"/>
                    </a:ext>
                  </a:extLst>
                </p:cNvPr>
                <p:cNvGrpSpPr/>
                <p:nvPr/>
              </p:nvGrpSpPr>
              <p:grpSpPr>
                <a:xfrm>
                  <a:off x="1047385" y="-5634977"/>
                  <a:ext cx="7948407" cy="15854990"/>
                  <a:chOff x="1047385" y="-5634977"/>
                  <a:chExt cx="7948407" cy="15854990"/>
                </a:xfrm>
              </p:grpSpPr>
              <p:sp>
                <p:nvSpPr>
                  <p:cNvPr id="33" name="Arc 32">
                    <a:extLst>
                      <a:ext uri="{FF2B5EF4-FFF2-40B4-BE49-F238E27FC236}">
                        <a16:creationId xmlns:a16="http://schemas.microsoft.com/office/drawing/2014/main" id="{C88DECE9-1B64-411B-915E-503475BF1F5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047385" y="2300013"/>
                    <a:ext cx="7920000" cy="7920000"/>
                  </a:xfrm>
                  <a:prstGeom prst="arc">
                    <a:avLst>
                      <a:gd name="adj1" fmla="val 7632509"/>
                      <a:gd name="adj2" fmla="val 10818683"/>
                    </a:avLst>
                  </a:prstGeom>
                  <a:ln>
                    <a:solidFill>
                      <a:srgbClr val="00206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7" name="Arc 36">
                    <a:extLst>
                      <a:ext uri="{FF2B5EF4-FFF2-40B4-BE49-F238E27FC236}">
                        <a16:creationId xmlns:a16="http://schemas.microsoft.com/office/drawing/2014/main" id="{32AEEFAC-8AA0-46A9-BA5A-54EEEAEC8291}"/>
                      </a:ext>
                    </a:extLst>
                  </p:cNvPr>
                  <p:cNvSpPr/>
                  <p:nvPr/>
                </p:nvSpPr>
                <p:spPr>
                  <a:xfrm>
                    <a:off x="1075792" y="-5634977"/>
                    <a:ext cx="7920000" cy="7920000"/>
                  </a:xfrm>
                  <a:prstGeom prst="arc">
                    <a:avLst>
                      <a:gd name="adj1" fmla="val 5423872"/>
                      <a:gd name="adj2" fmla="val 8611683"/>
                    </a:avLst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61488D4-4303-4B6C-AD79-BD0461217D8E}"/>
                  </a:ext>
                </a:extLst>
              </p:cNvPr>
              <p:cNvGrpSpPr/>
              <p:nvPr/>
            </p:nvGrpSpPr>
            <p:grpSpPr>
              <a:xfrm>
                <a:off x="756548" y="-134649"/>
                <a:ext cx="5345381" cy="4586330"/>
                <a:chOff x="756548" y="-134649"/>
                <a:chExt cx="5345381" cy="458633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06140F4-4117-403D-94B0-F217231FF71A}"/>
                    </a:ext>
                  </a:extLst>
                </p:cNvPr>
                <p:cNvGrpSpPr/>
                <p:nvPr/>
              </p:nvGrpSpPr>
              <p:grpSpPr>
                <a:xfrm>
                  <a:off x="1057275" y="0"/>
                  <a:ext cx="4339184" cy="4268401"/>
                  <a:chOff x="4946754" y="-182400"/>
                  <a:chExt cx="4339184" cy="4268401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16BBFFE9-F77B-4A65-A8A3-E17709A593F8}"/>
                      </a:ext>
                    </a:extLst>
                  </p:cNvPr>
                  <p:cNvSpPr/>
                  <p:nvPr/>
                </p:nvSpPr>
                <p:spPr>
                  <a:xfrm>
                    <a:off x="4946754" y="126001"/>
                    <a:ext cx="3960000" cy="3960000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BD7B5F02-C86F-4FD3-88E7-A7F7D1E51B65}"/>
                      </a:ext>
                    </a:extLst>
                  </p:cNvPr>
                  <p:cNvCxnSpPr>
                    <a:cxnSpLocks/>
                    <a:stCxn id="23" idx="2"/>
                  </p:cNvCxnSpPr>
                  <p:nvPr/>
                </p:nvCxnSpPr>
                <p:spPr>
                  <a:xfrm>
                    <a:off x="4946754" y="2106001"/>
                    <a:ext cx="4339184" cy="0"/>
                  </a:xfrm>
                  <a:prstGeom prst="straightConnector1">
                    <a:avLst/>
                  </a:prstGeom>
                  <a:ln w="12700">
                    <a:solidFill>
                      <a:srgbClr val="00B0F0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Arrow Connector 27">
                    <a:extLst>
                      <a:ext uri="{FF2B5EF4-FFF2-40B4-BE49-F238E27FC236}">
                        <a16:creationId xmlns:a16="http://schemas.microsoft.com/office/drawing/2014/main" id="{4991687F-AACF-460C-B422-B55CB072033D}"/>
                      </a:ext>
                    </a:extLst>
                  </p:cNvPr>
                  <p:cNvCxnSpPr>
                    <a:cxnSpLocks/>
                    <a:stCxn id="23" idx="4"/>
                  </p:cNvCxnSpPr>
                  <p:nvPr/>
                </p:nvCxnSpPr>
                <p:spPr>
                  <a:xfrm flipV="1">
                    <a:off x="6926754" y="-182400"/>
                    <a:ext cx="0" cy="4268401"/>
                  </a:xfrm>
                  <a:prstGeom prst="straightConnector1">
                    <a:avLst/>
                  </a:prstGeom>
                  <a:ln w="12700">
                    <a:solidFill>
                      <a:srgbClr val="00B0F0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D19F063F-539E-47C9-84A9-DBA8DD0CBAE3}"/>
                    </a:ext>
                  </a:extLst>
                </p:cNvPr>
                <p:cNvSpPr/>
                <p:nvPr/>
              </p:nvSpPr>
              <p:spPr>
                <a:xfrm rot="5400000">
                  <a:off x="4044199" y="2300013"/>
                  <a:ext cx="1980000" cy="1980000"/>
                </a:xfrm>
                <a:prstGeom prst="arc">
                  <a:avLst>
                    <a:gd name="adj1" fmla="val 3299857"/>
                    <a:gd name="adj2" fmla="val 10818683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" name="Arc 35">
                  <a:extLst>
                    <a:ext uri="{FF2B5EF4-FFF2-40B4-BE49-F238E27FC236}">
                      <a16:creationId xmlns:a16="http://schemas.microsoft.com/office/drawing/2014/main" id="{3EA65DB1-8AFD-44C3-B2B8-AA8FE544B9C9}"/>
                    </a:ext>
                  </a:extLst>
                </p:cNvPr>
                <p:cNvSpPr/>
                <p:nvPr/>
              </p:nvSpPr>
              <p:spPr>
                <a:xfrm>
                  <a:off x="4016987" y="305023"/>
                  <a:ext cx="1980000" cy="1980000"/>
                </a:xfrm>
                <a:prstGeom prst="arc">
                  <a:avLst>
                    <a:gd name="adj1" fmla="val 5423872"/>
                    <a:gd name="adj2" fmla="val 13014928"/>
                  </a:avLst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E81356E2-BF4F-4BCE-B32D-322506C233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10087" y="2248849"/>
                      <a:ext cx="32944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𝛤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E81356E2-BF4F-4BCE-B32D-322506C233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10087" y="2248849"/>
                      <a:ext cx="329449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370" r="-1852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64D3EB95-B94A-48D6-A3BA-D6E88FA008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97997" y="-134649"/>
                      <a:ext cx="28995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𝛤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24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64D3EB95-B94A-48D6-A3BA-D6E88FA008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97997" y="-134649"/>
                      <a:ext cx="289951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2917" r="-12500" b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9FAA0E53-184A-4DD2-A320-8C07F833E6A3}"/>
                        </a:ext>
                      </a:extLst>
                    </p:cNvPr>
                    <p:cNvSpPr txBox="1"/>
                    <p:nvPr/>
                  </p:nvSpPr>
                  <p:spPr>
                    <a:xfrm rot="4464322">
                      <a:off x="3851749" y="1361923"/>
                      <a:ext cx="87158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=+2</m:t>
                            </m:r>
                          </m:oMath>
                        </m:oMathPara>
                      </a14:m>
                      <a:endParaRPr lang="en-GB" sz="20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9FAA0E53-184A-4DD2-A320-8C07F833E6A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464322">
                      <a:off x="3851749" y="1361923"/>
                      <a:ext cx="871585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658" b="-592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0A52F313-AF42-42EF-A872-5AFFCDC2EECA}"/>
                        </a:ext>
                      </a:extLst>
                    </p:cNvPr>
                    <p:cNvSpPr txBox="1"/>
                    <p:nvPr/>
                  </p:nvSpPr>
                  <p:spPr>
                    <a:xfrm rot="4464322">
                      <a:off x="2972991" y="830632"/>
                      <a:ext cx="87158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=+</m:t>
                            </m:r>
                            <m:r>
                              <a:rPr lang="en-GB" sz="20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GB" sz="2000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0A52F313-AF42-42EF-A872-5AFFCDC2EE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464322">
                      <a:off x="2972991" y="830632"/>
                      <a:ext cx="871585" cy="30777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658" b="-592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1634BE61-BBF1-4A15-BF7D-68496C87FFE0}"/>
                        </a:ext>
                      </a:extLst>
                    </p:cNvPr>
                    <p:cNvSpPr txBox="1"/>
                    <p:nvPr/>
                  </p:nvSpPr>
                  <p:spPr>
                    <a:xfrm rot="2843171">
                      <a:off x="1903726" y="942352"/>
                      <a:ext cx="1067152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=+</m:t>
                            </m:r>
                            <m:r>
                              <a:rPr lang="en-GB" sz="20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0.5</m:t>
                            </m:r>
                          </m:oMath>
                        </m:oMathPara>
                      </a14:m>
                      <a:endParaRPr lang="en-GB" sz="2000" dirty="0">
                        <a:solidFill>
                          <a:srgbClr val="7030A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1634BE61-BBF1-4A15-BF7D-68496C87FF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843171">
                      <a:off x="1903726" y="942352"/>
                      <a:ext cx="1067152" cy="30777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282" r="-3205" b="-548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F983DD66-7997-4595-9EAC-7A682E5257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11961" y="1995411"/>
                      <a:ext cx="67922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GB" sz="2000" dirty="0">
                        <a:solidFill>
                          <a:srgbClr val="00B0F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F983DD66-7997-4595-9EAC-7A682E5257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1961" y="1995411"/>
                      <a:ext cx="679225" cy="30777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5405" r="-8108" b="-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68E3EB59-9778-4393-B7D8-C30F99EFC493}"/>
                        </a:ext>
                      </a:extLst>
                    </p:cNvPr>
                    <p:cNvSpPr txBox="1"/>
                    <p:nvPr/>
                  </p:nvSpPr>
                  <p:spPr>
                    <a:xfrm rot="19149597">
                      <a:off x="1643853" y="3166025"/>
                      <a:ext cx="1067152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20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−0.5</m:t>
                            </m:r>
                          </m:oMath>
                        </m:oMathPara>
                      </a14:m>
                      <a:endParaRPr lang="en-GB" sz="20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68E3EB59-9778-4393-B7D8-C30F99EFC49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149597">
                      <a:off x="1643853" y="3166025"/>
                      <a:ext cx="1067152" cy="3077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t="-2597" r="-5389" b="-129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9BF3F765-B589-4BE5-BB17-72F11F80CC33}"/>
                        </a:ext>
                      </a:extLst>
                    </p:cNvPr>
                    <p:cNvSpPr txBox="1"/>
                    <p:nvPr/>
                  </p:nvSpPr>
                  <p:spPr>
                    <a:xfrm rot="17588327">
                      <a:off x="2928057" y="3426942"/>
                      <a:ext cx="87158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2000" b="0" i="0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en-GB" sz="2000" dirty="0">
                        <a:solidFill>
                          <a:srgbClr val="FFC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9BF3F765-B589-4BE5-BB17-72F11F80CC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7588327">
                      <a:off x="2928057" y="3426942"/>
                      <a:ext cx="871585" cy="30777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t="-3947" r="-4808" b="-26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17B471B4-089E-4E64-89AC-B433F39B3BEC}"/>
                        </a:ext>
                      </a:extLst>
                    </p:cNvPr>
                    <p:cNvSpPr txBox="1"/>
                    <p:nvPr/>
                  </p:nvSpPr>
                  <p:spPr>
                    <a:xfrm rot="17588327">
                      <a:off x="3840424" y="2888711"/>
                      <a:ext cx="87158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en-GB" sz="2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17B471B4-089E-4E64-89AC-B433F39B3B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7588327">
                      <a:off x="3840424" y="2888711"/>
                      <a:ext cx="871585" cy="30777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t="-3947" r="-4808" b="-26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B27B7D71-8CD4-44C3-9601-768FE2D232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69879" y="1689430"/>
                      <a:ext cx="93205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oMath>
                        </m:oMathPara>
                      </a14:m>
                      <a:endParaRPr lang="en-GB" sz="2400" dirty="0"/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B27B7D71-8CD4-44C3-9601-768FE2D232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69879" y="1689430"/>
                      <a:ext cx="932050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3922" r="-45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499F5C82-D0AF-4281-97D0-648FFE8689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06987" y="164891"/>
                  <a:ext cx="10288" cy="4103510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EE4B0079-9507-4D93-9B71-0188405377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57359" y="564980"/>
                      <a:ext cx="89954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𝛤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EE4B0079-9507-4D93-9B71-0188405377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57359" y="564980"/>
                      <a:ext cx="899542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8163" r="-8163" b="-98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13DC94DE-B6F6-47C5-A239-2CBEF7FEB8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548" y="2064183"/>
                      <a:ext cx="2388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13DC94DE-B6F6-47C5-A239-2CBEF7FEB8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6548" y="2064183"/>
                      <a:ext cx="238848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7500" r="-30000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1" name="Arc 50">
                  <a:extLst>
                    <a:ext uri="{FF2B5EF4-FFF2-40B4-BE49-F238E27FC236}">
                      <a16:creationId xmlns:a16="http://schemas.microsoft.com/office/drawing/2014/main" id="{9E355CCA-F4DB-4B3A-AE8F-F8F26E5602F9}"/>
                    </a:ext>
                  </a:extLst>
                </p:cNvPr>
                <p:cNvSpPr/>
                <p:nvPr/>
              </p:nvSpPr>
              <p:spPr>
                <a:xfrm rot="16200000">
                  <a:off x="874094" y="131681"/>
                  <a:ext cx="4320000" cy="4320000"/>
                </a:xfrm>
                <a:prstGeom prst="arc">
                  <a:avLst>
                    <a:gd name="adj1" fmla="val 16630178"/>
                    <a:gd name="adj2" fmla="val 18393387"/>
                  </a:avLst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2" name="Arc 51">
                  <a:extLst>
                    <a:ext uri="{FF2B5EF4-FFF2-40B4-BE49-F238E27FC236}">
                      <a16:creationId xmlns:a16="http://schemas.microsoft.com/office/drawing/2014/main" id="{09664B8B-019B-455D-BB70-536003BE7377}"/>
                    </a:ext>
                  </a:extLst>
                </p:cNvPr>
                <p:cNvSpPr/>
                <p:nvPr/>
              </p:nvSpPr>
              <p:spPr>
                <a:xfrm rot="5400000" flipV="1">
                  <a:off x="876594" y="119191"/>
                  <a:ext cx="4320000" cy="4320000"/>
                </a:xfrm>
                <a:prstGeom prst="arc">
                  <a:avLst>
                    <a:gd name="adj1" fmla="val 16559053"/>
                    <a:gd name="adj2" fmla="val 18374546"/>
                  </a:avLst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E2B6697F-D7D4-4A5D-9578-7B41B440CE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4683" y="704851"/>
                      <a:ext cx="5815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𝑗𝑥</m:t>
                            </m:r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E2B6697F-D7D4-4A5D-9578-7B41B440CE0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4683" y="704851"/>
                      <a:ext cx="581569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0526" r="-16842" b="-327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44F9E8DF-74C0-4FF9-84E7-828562BA21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8596" y="3528300"/>
                      <a:ext cx="4549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𝑗𝑥</m:t>
                            </m:r>
                          </m:oMath>
                        </m:oMathPara>
                      </a14:m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44F9E8DF-74C0-4FF9-84E7-828562BA21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8596" y="3528300"/>
                      <a:ext cx="454933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667" r="-21333" b="-327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3A028327-5B85-488E-828E-0BE171A6361B}"/>
                    </a:ext>
                  </a:extLst>
                </p:cNvPr>
                <p:cNvCxnSpPr>
                  <a:cxnSpLocks/>
                  <a:stCxn id="49" idx="2"/>
                </p:cNvCxnSpPr>
                <p:nvPr/>
              </p:nvCxnSpPr>
              <p:spPr>
                <a:xfrm flipH="1">
                  <a:off x="5006987" y="934312"/>
                  <a:ext cx="500143" cy="427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D7AAC3-FB40-4999-ADF9-1893A4928B0C}"/>
                </a:ext>
              </a:extLst>
            </p:cNvPr>
            <p:cNvSpPr/>
            <p:nvPr/>
          </p:nvSpPr>
          <p:spPr>
            <a:xfrm>
              <a:off x="3867442" y="219089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C4C052A-CB94-4266-8529-8F6A06D4FBEC}"/>
                </a:ext>
              </a:extLst>
            </p:cNvPr>
            <p:cNvSpPr/>
            <p:nvPr/>
          </p:nvSpPr>
          <p:spPr>
            <a:xfrm>
              <a:off x="7803845" y="2201528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2202C8-C855-4804-BB7A-D42B18FACD89}"/>
              </a:ext>
            </a:extLst>
          </p:cNvPr>
          <p:cNvCxnSpPr>
            <a:cxnSpLocks/>
            <a:stCxn id="7" idx="3"/>
            <a:endCxn id="42" idx="2"/>
          </p:cNvCxnSpPr>
          <p:nvPr/>
        </p:nvCxnSpPr>
        <p:spPr>
          <a:xfrm flipV="1">
            <a:off x="3573433" y="1362727"/>
            <a:ext cx="1629735" cy="859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185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3264534"/>
                <a:ext cx="6902545" cy="123110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3264534"/>
                <a:ext cx="6902545" cy="1231106"/>
              </a:xfrm>
              <a:prstGeom prst="rect">
                <a:avLst/>
              </a:prstGeom>
              <a:blipFill>
                <a:blip r:embed="rId2"/>
                <a:stretch>
                  <a:fillRect l="-1942" t="-6965" b="-154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E600461-F6B2-4691-9DA5-1C24A7696981}"/>
              </a:ext>
            </a:extLst>
          </p:cNvPr>
          <p:cNvGrpSpPr/>
          <p:nvPr/>
        </p:nvGrpSpPr>
        <p:grpSpPr>
          <a:xfrm>
            <a:off x="7612156" y="2033761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77119B5-A438-4DC2-8751-35115457EC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77119B5-A438-4DC2-8751-35115457E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3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380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657224" y="3070160"/>
                <a:ext cx="10772775" cy="22159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luôn luôn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3070160"/>
                <a:ext cx="10772775" cy="2215991"/>
              </a:xfrm>
              <a:prstGeom prst="rect">
                <a:avLst/>
              </a:prstGeom>
              <a:blipFill>
                <a:blip r:embed="rId3"/>
                <a:stretch>
                  <a:fillRect l="-1302" t="-3581" r="-1415" b="-82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42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657224" y="2670050"/>
                <a:ext cx="10772775" cy="30162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d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đẳng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2670050"/>
                <a:ext cx="10772775" cy="3016210"/>
              </a:xfrm>
              <a:prstGeom prst="rect">
                <a:avLst/>
              </a:prstGeom>
              <a:blipFill>
                <a:blip r:embed="rId3"/>
                <a:stretch>
                  <a:fillRect l="-1471" t="-2424" r="-1415" b="-56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184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657224" y="2423829"/>
                <a:ext cx="10660350" cy="350865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đẳng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trở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2423829"/>
                <a:ext cx="10660350" cy="3508653"/>
              </a:xfrm>
              <a:prstGeom prst="rect">
                <a:avLst/>
              </a:prstGeom>
              <a:blipFill>
                <a:blip r:embed="rId3"/>
                <a:stretch>
                  <a:fillRect l="-1487" t="-2087" r="-1372" b="-5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309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2.2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7575B-5129-49D6-A9EC-5D6F81C678AB}"/>
                  </a:ext>
                </a:extLst>
              </p:cNvPr>
              <p:cNvSpPr txBox="1"/>
              <p:nvPr/>
            </p:nvSpPr>
            <p:spPr>
              <a:xfrm>
                <a:off x="2485265" y="2411637"/>
                <a:ext cx="283548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∠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arg</m:t>
                          </m:r>
                        </m:fName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7575B-5129-49D6-A9EC-5D6F81C67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265" y="2411637"/>
                <a:ext cx="283548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EFDEE8-C5E7-4D7A-A4AF-C915BF3081EA}"/>
              </a:ext>
            </a:extLst>
          </p:cNvPr>
          <p:cNvCxnSpPr>
            <a:cxnSpLocks/>
          </p:cNvCxnSpPr>
          <p:nvPr/>
        </p:nvCxnSpPr>
        <p:spPr>
          <a:xfrm>
            <a:off x="5434049" y="2760298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/>
              <p:nvPr/>
            </p:nvSpPr>
            <p:spPr>
              <a:xfrm>
                <a:off x="7151386" y="2179302"/>
                <a:ext cx="4278613" cy="110382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∠</m:t>
                      </m:r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arg</m:t>
                          </m:r>
                        </m:fName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𝑗𝑥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+1+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33FC6F-52CB-4E8A-A750-355E3C10D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386" y="2179302"/>
                <a:ext cx="4278613" cy="11038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B3CEC5C-6E1A-4EF8-A804-02D40137DCA3}"/>
              </a:ext>
            </a:extLst>
          </p:cNvPr>
          <p:cNvSpPr txBox="1"/>
          <p:nvPr/>
        </p:nvSpPr>
        <p:spPr>
          <a:xfrm>
            <a:off x="961474" y="2438828"/>
            <a:ext cx="1193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2D91F3-E1EE-42F0-A17D-02147060093D}"/>
                  </a:ext>
                </a:extLst>
              </p:cNvPr>
              <p:cNvSpPr txBox="1"/>
              <p:nvPr/>
            </p:nvSpPr>
            <p:spPr>
              <a:xfrm>
                <a:off x="2270767" y="3937875"/>
                <a:ext cx="777084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SV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l-GR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r>
                          <a:rPr lang="el-GR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func>
                    <m:r>
                      <a:rPr lang="el-GR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2D91F3-E1EE-42F0-A17D-02147060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767" y="3937875"/>
                <a:ext cx="7770845" cy="584775"/>
              </a:xfrm>
              <a:prstGeom prst="rect">
                <a:avLst/>
              </a:prstGeom>
              <a:blipFill>
                <a:blip r:embed="rId5"/>
                <a:stretch>
                  <a:fillRect l="-204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1014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AFA9A5-03CC-4F94-B964-70682CDB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B36B60-731F-409B-A240-BBF521AB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5ED92-EE62-4D76-B4D0-760CF5E44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055" y="682626"/>
            <a:ext cx="7552943" cy="5457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8E14D94C-4867-4059-B5C8-6EC02D9F8D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682" y="682625"/>
                <a:ext cx="3997693" cy="54927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2.2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𝛤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𝑧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8E14D94C-4867-4059-B5C8-6EC02D9F8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82" y="682625"/>
                <a:ext cx="3997693" cy="5492750"/>
              </a:xfrm>
              <a:prstGeom prst="rect">
                <a:avLst/>
              </a:prstGeom>
              <a:blipFill>
                <a:blip r:embed="rId3"/>
                <a:stretch>
                  <a:fillRect l="-4885" r="-48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79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2.2 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𝛤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GB" dirty="0">
                  <a:solidFill>
                    <a:srgbClr val="7030A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2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CEF0932-320D-4210-B601-6D150CADA81F}"/>
              </a:ext>
            </a:extLst>
          </p:cNvPr>
          <p:cNvSpPr txBox="1"/>
          <p:nvPr/>
        </p:nvSpPr>
        <p:spPr>
          <a:xfrm>
            <a:off x="657224" y="2577718"/>
            <a:ext cx="10772775" cy="32008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90488" indent="-904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Khi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mắc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0488" indent="-90488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Khuyết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0710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C9665D-274F-4CA4-966F-B79B33764B2F}"/>
              </a:ext>
            </a:extLst>
          </p:cNvPr>
          <p:cNvSpPr txBox="1">
            <a:spLocks/>
          </p:cNvSpPr>
          <p:nvPr/>
        </p:nvSpPr>
        <p:spPr>
          <a:xfrm>
            <a:off x="885344" y="2627024"/>
            <a:ext cx="3526732" cy="1603947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EDCAE3-A041-4ED8-82B6-C0216418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833" y="0"/>
            <a:ext cx="6119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18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953" y="643466"/>
            <a:ext cx="7027975" cy="5571066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Smith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nhuyễn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576754-F7F8-433F-A1CC-D4B5DF2ED998}"/>
              </a:ext>
            </a:extLst>
          </p:cNvPr>
          <p:cNvSpPr txBox="1">
            <a:spLocks/>
          </p:cNvSpPr>
          <p:nvPr/>
        </p:nvSpPr>
        <p:spPr>
          <a:xfrm>
            <a:off x="885344" y="2627024"/>
            <a:ext cx="3526732" cy="1603947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Smith</a:t>
            </a:r>
          </a:p>
        </p:txBody>
      </p:sp>
    </p:spTree>
    <p:extLst>
      <p:ext uri="{BB962C8B-B14F-4D97-AF65-F5344CB8AC3E}">
        <p14:creationId xmlns:p14="http://schemas.microsoft.com/office/powerpoint/2010/main" val="1699810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rgbClr val="B9E1E9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Smith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734630"/>
              </p:ext>
            </p:extLst>
          </p:nvPr>
        </p:nvGraphicFramePr>
        <p:xfrm>
          <a:off x="5288347" y="644577"/>
          <a:ext cx="6254724" cy="5487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7740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492175"/>
                <a:ext cx="10772775" cy="483209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thật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Resistance Component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492175"/>
                <a:ext cx="10772775" cy="4832092"/>
              </a:xfrm>
              <a:prstGeom prst="rect">
                <a:avLst/>
              </a:prstGeom>
              <a:blipFill>
                <a:blip r:embed="rId2"/>
                <a:stretch>
                  <a:fillRect l="-1244" t="-1263" r="-1414" b="-36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325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BB08BB3-6ED3-4EDC-8B91-87C6408B7406}"/>
              </a:ext>
            </a:extLst>
          </p:cNvPr>
          <p:cNvSpPr txBox="1">
            <a:spLocks/>
          </p:cNvSpPr>
          <p:nvPr/>
        </p:nvSpPr>
        <p:spPr>
          <a:xfrm>
            <a:off x="709611" y="5252726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C6484F-4412-4D8C-9B52-C6FF51187675}"/>
              </a:ext>
            </a:extLst>
          </p:cNvPr>
          <p:cNvGrpSpPr/>
          <p:nvPr/>
        </p:nvGrpSpPr>
        <p:grpSpPr>
          <a:xfrm>
            <a:off x="-2" y="17479"/>
            <a:ext cx="12192000" cy="3571394"/>
            <a:chOff x="-2" y="17479"/>
            <a:chExt cx="12192000" cy="357139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3D69F1D-694F-4C45-82AF-0F7D4AF6F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" y="17479"/>
              <a:ext cx="12192000" cy="3571394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BBC82B1-AF76-4670-B206-D0D6B0C70106}"/>
                </a:ext>
              </a:extLst>
            </p:cNvPr>
            <p:cNvCxnSpPr>
              <a:cxnSpLocks/>
            </p:cNvCxnSpPr>
            <p:nvPr/>
          </p:nvCxnSpPr>
          <p:spPr>
            <a:xfrm>
              <a:off x="959371" y="1441659"/>
              <a:ext cx="10148272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3E9384-6AAF-4D13-8A48-868CDD5186A2}"/>
                </a:ext>
              </a:extLst>
            </p:cNvPr>
            <p:cNvSpPr/>
            <p:nvPr/>
          </p:nvSpPr>
          <p:spPr>
            <a:xfrm>
              <a:off x="8954133" y="362186"/>
              <a:ext cx="2160000" cy="2160000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6946B92-FDAA-41B3-B08C-29E9DDCC06E8}"/>
                </a:ext>
              </a:extLst>
            </p:cNvPr>
            <p:cNvSpPr/>
            <p:nvPr/>
          </p:nvSpPr>
          <p:spPr>
            <a:xfrm>
              <a:off x="10188215" y="989710"/>
              <a:ext cx="900000" cy="90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036B08-3056-4841-85FF-637EEB81C51A}"/>
                </a:ext>
              </a:extLst>
            </p:cNvPr>
            <p:cNvSpPr/>
            <p:nvPr/>
          </p:nvSpPr>
          <p:spPr>
            <a:xfrm>
              <a:off x="1851250" y="1553435"/>
              <a:ext cx="4302177" cy="2857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D7CA44-62C6-4C86-96F4-DFE1AE3F95CA}"/>
                  </a:ext>
                </a:extLst>
              </p:cNvPr>
              <p:cNvSpPr txBox="1"/>
              <p:nvPr/>
            </p:nvSpPr>
            <p:spPr>
              <a:xfrm>
                <a:off x="7602971" y="3908149"/>
                <a:ext cx="3301930" cy="58477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D7CA44-62C6-4C86-96F4-DFE1AE3F9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971" y="3908149"/>
                <a:ext cx="3301930" cy="584775"/>
              </a:xfrm>
              <a:prstGeom prst="rect">
                <a:avLst/>
              </a:prstGeom>
              <a:blipFill>
                <a:blip r:embed="rId3"/>
                <a:stretch>
                  <a:fillRect l="-4015" t="-10784" b="-27451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BAF67D-6427-4B25-A559-171AFB49DDDB}"/>
              </a:ext>
            </a:extLst>
          </p:cNvPr>
          <p:cNvCxnSpPr>
            <a:stCxn id="24" idx="0"/>
            <a:endCxn id="15" idx="3"/>
          </p:cNvCxnSpPr>
          <p:nvPr/>
        </p:nvCxnSpPr>
        <p:spPr>
          <a:xfrm flipV="1">
            <a:off x="9253936" y="2205861"/>
            <a:ext cx="16522" cy="1702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046B5-A7E2-444B-B911-B7FBABB0443F}"/>
              </a:ext>
            </a:extLst>
          </p:cNvPr>
          <p:cNvCxnSpPr>
            <a:cxnSpLocks/>
            <a:stCxn id="24" idx="0"/>
            <a:endCxn id="10" idx="3"/>
          </p:cNvCxnSpPr>
          <p:nvPr/>
        </p:nvCxnSpPr>
        <p:spPr>
          <a:xfrm flipV="1">
            <a:off x="9253936" y="1757908"/>
            <a:ext cx="1066081" cy="21502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A33766-0852-43F4-9062-0D5EE5FDD131}"/>
                  </a:ext>
                </a:extLst>
              </p:cNvPr>
              <p:cNvSpPr txBox="1"/>
              <p:nvPr/>
            </p:nvSpPr>
            <p:spPr>
              <a:xfrm>
                <a:off x="814925" y="3836719"/>
                <a:ext cx="3622530" cy="58477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A33766-0852-43F4-9062-0D5EE5FDD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5" y="3836719"/>
                <a:ext cx="3622530" cy="584775"/>
              </a:xfrm>
              <a:prstGeom prst="rect">
                <a:avLst/>
              </a:prstGeom>
              <a:blipFill>
                <a:blip r:embed="rId4"/>
                <a:stretch>
                  <a:fillRect l="-3833" t="-10784" b="-27451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A25187-FFF6-467C-8E2D-ADEA2A00B00B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1484026" y="1441659"/>
            <a:ext cx="1142164" cy="2395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389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4951" y="1228820"/>
                <a:ext cx="12057089" cy="563231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nhóm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GB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tên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Inductive Reactance Component </a:t>
                </a:r>
                <a14:m>
                  <m:oMath xmlns:m="http://schemas.openxmlformats.org/officeDocument/2006/math">
                    <m:r>
                      <a:rPr lang="en-GB" sz="3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𝒋𝑿</m:t>
                    </m:r>
                    <m:r>
                      <a:rPr lang="en-GB" sz="3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en-GB" sz="3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0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GB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giảm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→−∞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tên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Capacitive Reactance Component </a:t>
                </a:r>
                <a14:m>
                  <m:oMath xmlns:m="http://schemas.openxmlformats.org/officeDocument/2006/math">
                    <m:r>
                      <a:rPr lang="en-GB" sz="3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𝒋𝑿</m:t>
                    </m:r>
                    <m:r>
                      <a:rPr lang="en-GB" sz="3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en-GB" sz="3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GB" sz="3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1" y="1228820"/>
                <a:ext cx="12057089" cy="5632311"/>
              </a:xfrm>
              <a:prstGeom prst="rect">
                <a:avLst/>
              </a:prstGeom>
              <a:blipFill>
                <a:blip r:embed="rId2"/>
                <a:stretch>
                  <a:fillRect l="-1011" t="-974" r="-1213" b="-28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304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BB08BB3-6ED3-4EDC-8B91-87C6408B7406}"/>
              </a:ext>
            </a:extLst>
          </p:cNvPr>
          <p:cNvSpPr txBox="1">
            <a:spLocks/>
          </p:cNvSpPr>
          <p:nvPr/>
        </p:nvSpPr>
        <p:spPr>
          <a:xfrm>
            <a:off x="709611" y="5252726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F36514-B87F-4991-BEEE-87D8C33571B2}"/>
              </a:ext>
            </a:extLst>
          </p:cNvPr>
          <p:cNvGrpSpPr/>
          <p:nvPr/>
        </p:nvGrpSpPr>
        <p:grpSpPr>
          <a:xfrm>
            <a:off x="-3669" y="-1"/>
            <a:ext cx="12195670" cy="4492925"/>
            <a:chOff x="-3669" y="-1"/>
            <a:chExt cx="12195670" cy="44929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D7CA44-62C6-4C86-96F4-DFE1AE3F95CA}"/>
                    </a:ext>
                  </a:extLst>
                </p:cNvPr>
                <p:cNvSpPr txBox="1"/>
                <p:nvPr/>
              </p:nvSpPr>
              <p:spPr>
                <a:xfrm>
                  <a:off x="7602971" y="3908149"/>
                  <a:ext cx="3327770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tròn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D7CA44-62C6-4C86-96F4-DFE1AE3F9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2971" y="3908149"/>
                  <a:ext cx="3327770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3986" t="-10784" b="-27451"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6A33766-0852-43F4-9062-0D5EE5FDD131}"/>
                    </a:ext>
                  </a:extLst>
                </p:cNvPr>
                <p:cNvSpPr txBox="1"/>
                <p:nvPr/>
              </p:nvSpPr>
              <p:spPr>
                <a:xfrm>
                  <a:off x="814925" y="3836719"/>
                  <a:ext cx="4411785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Trục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ghi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giá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trị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của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6A33766-0852-43F4-9062-0D5EE5FDD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25" y="3836719"/>
                  <a:ext cx="4411785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3155" t="-10784" b="-27451"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CA5F39D-7517-45EA-A98A-2DF7CA9E4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3669" y="-1"/>
              <a:ext cx="12195670" cy="3669494"/>
            </a:xfrm>
            <a:prstGeom prst="rect">
              <a:avLst/>
            </a:prstGeom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5A25187-FFF6-467C-8E2D-ADEA2A00B00B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 flipH="1" flipV="1">
              <a:off x="1079293" y="2803161"/>
              <a:ext cx="1941525" cy="10335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EBAF67D-6427-4B25-A559-171AFB49DDDB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8814216" y="1441659"/>
              <a:ext cx="452640" cy="24664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34046B5-A7E2-444B-B911-B7FBABB0443F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9266856" y="2949851"/>
              <a:ext cx="962305" cy="95829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87E9C08-1EE4-4BB7-8D25-E6DA015FD547}"/>
                </a:ext>
              </a:extLst>
            </p:cNvPr>
            <p:cNvSpPr/>
            <p:nvPr/>
          </p:nvSpPr>
          <p:spPr>
            <a:xfrm>
              <a:off x="814925" y="2422864"/>
              <a:ext cx="452640" cy="3802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3676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BB08BB3-6ED3-4EDC-8B91-87C6408B7406}"/>
              </a:ext>
            </a:extLst>
          </p:cNvPr>
          <p:cNvSpPr txBox="1">
            <a:spLocks/>
          </p:cNvSpPr>
          <p:nvPr/>
        </p:nvSpPr>
        <p:spPr>
          <a:xfrm>
            <a:off x="709611" y="5252726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F30B96-FCD2-4F07-BF80-74F43AC37555}"/>
              </a:ext>
            </a:extLst>
          </p:cNvPr>
          <p:cNvGrpSpPr/>
          <p:nvPr/>
        </p:nvGrpSpPr>
        <p:grpSpPr>
          <a:xfrm>
            <a:off x="0" y="3370"/>
            <a:ext cx="12196560" cy="4676296"/>
            <a:chOff x="0" y="3370"/>
            <a:chExt cx="12196560" cy="46762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820C18E-D12A-4FBC-B6F9-EC23EAAFB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370"/>
              <a:ext cx="12196560" cy="4172810"/>
            </a:xfrm>
            <a:prstGeom prst="rect">
              <a:avLst/>
            </a:prstGeom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5A25187-FFF6-467C-8E2D-ADEA2A00B00B}"/>
                </a:ext>
              </a:extLst>
            </p:cNvPr>
            <p:cNvCxnSpPr>
              <a:cxnSpLocks/>
              <a:stCxn id="30" idx="0"/>
              <a:endCxn id="29" idx="3"/>
            </p:cNvCxnSpPr>
            <p:nvPr/>
          </p:nvCxnSpPr>
          <p:spPr>
            <a:xfrm flipH="1" flipV="1">
              <a:off x="604831" y="1233917"/>
              <a:ext cx="2415986" cy="27937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EBAF67D-6427-4B25-A559-171AFB49DDDB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8629177" y="3283298"/>
              <a:ext cx="185039" cy="81159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34046B5-A7E2-444B-B911-B7FBABB0443F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8629177" y="2422864"/>
              <a:ext cx="2132201" cy="167202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D7CA44-62C6-4C86-96F4-DFE1AE3F95CA}"/>
                    </a:ext>
                  </a:extLst>
                </p:cNvPr>
                <p:cNvSpPr txBox="1"/>
                <p:nvPr/>
              </p:nvSpPr>
              <p:spPr>
                <a:xfrm>
                  <a:off x="6965292" y="4094891"/>
                  <a:ext cx="3327770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tròn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D7CA44-62C6-4C86-96F4-DFE1AE3F9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292" y="4094891"/>
                  <a:ext cx="3327770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4174" t="-10784" b="-27451"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6A33766-0852-43F4-9062-0D5EE5FDD131}"/>
                    </a:ext>
                  </a:extLst>
                </p:cNvPr>
                <p:cNvSpPr txBox="1"/>
                <p:nvPr/>
              </p:nvSpPr>
              <p:spPr>
                <a:xfrm>
                  <a:off x="814924" y="4027661"/>
                  <a:ext cx="4411785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Trục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ghi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giá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trị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của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6A33766-0852-43F4-9062-0D5EE5FDD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24" y="4027661"/>
                  <a:ext cx="4411785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3155" t="-10784" b="-27451"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87E9C08-1EE4-4BB7-8D25-E6DA015FD547}"/>
                </a:ext>
              </a:extLst>
            </p:cNvPr>
            <p:cNvSpPr/>
            <p:nvPr/>
          </p:nvSpPr>
          <p:spPr>
            <a:xfrm>
              <a:off x="152191" y="1043769"/>
              <a:ext cx="452640" cy="3802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23283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540985"/>
                <a:ext cx="10772775" cy="467820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𝑗𝑥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540985"/>
                <a:ext cx="10772775" cy="4678204"/>
              </a:xfrm>
              <a:prstGeom prst="rect">
                <a:avLst/>
              </a:prstGeom>
              <a:blipFill>
                <a:blip r:embed="rId2"/>
                <a:stretch>
                  <a:fillRect l="-1244" t="-1434" r="-1414" b="-3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8094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787206"/>
                <a:ext cx="10772775" cy="418576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GB" sz="3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biệt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qua.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787206"/>
                <a:ext cx="10772775" cy="4185761"/>
              </a:xfrm>
              <a:prstGeom prst="rect">
                <a:avLst/>
              </a:prstGeom>
              <a:blipFill>
                <a:blip r:embed="rId2"/>
                <a:stretch>
                  <a:fillRect l="-1244" t="-1601" r="-1414" b="-40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7089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BB08BB3-6ED3-4EDC-8B91-87C6408B7406}"/>
              </a:ext>
            </a:extLst>
          </p:cNvPr>
          <p:cNvSpPr txBox="1">
            <a:spLocks/>
          </p:cNvSpPr>
          <p:nvPr/>
        </p:nvSpPr>
        <p:spPr>
          <a:xfrm>
            <a:off x="709611" y="5252726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A25187-FFF6-467C-8E2D-ADEA2A00B00B}"/>
              </a:ext>
            </a:extLst>
          </p:cNvPr>
          <p:cNvCxnSpPr>
            <a:cxnSpLocks/>
            <a:stCxn id="30" idx="2"/>
            <a:endCxn id="18" idx="6"/>
          </p:cNvCxnSpPr>
          <p:nvPr/>
        </p:nvCxnSpPr>
        <p:spPr>
          <a:xfrm flipH="1">
            <a:off x="8551291" y="973112"/>
            <a:ext cx="2084654" cy="1236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BAF67D-6427-4B25-A559-171AFB49DDDB}"/>
              </a:ext>
            </a:extLst>
          </p:cNvPr>
          <p:cNvCxnSpPr>
            <a:cxnSpLocks/>
            <a:stCxn id="23" idx="2"/>
            <a:endCxn id="4" idx="3"/>
          </p:cNvCxnSpPr>
          <p:nvPr/>
        </p:nvCxnSpPr>
        <p:spPr>
          <a:xfrm>
            <a:off x="2204572" y="795950"/>
            <a:ext cx="2043666" cy="14494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046B5-A7E2-444B-B911-B7FBABB0443F}"/>
              </a:ext>
            </a:extLst>
          </p:cNvPr>
          <p:cNvCxnSpPr>
            <a:cxnSpLocks/>
            <a:stCxn id="24" idx="0"/>
            <a:endCxn id="19" idx="3"/>
          </p:cNvCxnSpPr>
          <p:nvPr/>
        </p:nvCxnSpPr>
        <p:spPr>
          <a:xfrm flipV="1">
            <a:off x="2363081" y="2252198"/>
            <a:ext cx="3960237" cy="14972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4D7CA44-62C6-4C86-96F4-DFE1AE3F95CA}"/>
              </a:ext>
            </a:extLst>
          </p:cNvPr>
          <p:cNvSpPr txBox="1"/>
          <p:nvPr/>
        </p:nvSpPr>
        <p:spPr>
          <a:xfrm>
            <a:off x="196462" y="3749412"/>
            <a:ext cx="4333238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A33766-0852-43F4-9062-0D5EE5FDD131}"/>
              </a:ext>
            </a:extLst>
          </p:cNvPr>
          <p:cNvSpPr txBox="1"/>
          <p:nvPr/>
        </p:nvSpPr>
        <p:spPr>
          <a:xfrm>
            <a:off x="9329337" y="388337"/>
            <a:ext cx="2613216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endParaRPr lang="en-GB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E8A628-F16B-42D5-9F96-6DC1D392A7B6}"/>
              </a:ext>
            </a:extLst>
          </p:cNvPr>
          <p:cNvSpPr txBox="1"/>
          <p:nvPr/>
        </p:nvSpPr>
        <p:spPr>
          <a:xfrm>
            <a:off x="709611" y="211175"/>
            <a:ext cx="2989921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endParaRPr lang="en-GB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A12E61E-87C6-4090-97D1-F8E4E011C246}"/>
              </a:ext>
            </a:extLst>
          </p:cNvPr>
          <p:cNvGrpSpPr/>
          <p:nvPr/>
        </p:nvGrpSpPr>
        <p:grpSpPr>
          <a:xfrm>
            <a:off x="4227150" y="49610"/>
            <a:ext cx="4324141" cy="4320000"/>
            <a:chOff x="4227632" y="49610"/>
            <a:chExt cx="4463221" cy="434483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2075925-3001-4B9C-BE9C-7745228AB3D0}"/>
                </a:ext>
              </a:extLst>
            </p:cNvPr>
            <p:cNvSpPr/>
            <p:nvPr/>
          </p:nvSpPr>
          <p:spPr>
            <a:xfrm>
              <a:off x="4284341" y="49610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BC94FE7-3FCD-43BF-A4F3-4B4F6BB000FA}"/>
                </a:ext>
              </a:extLst>
            </p:cNvPr>
            <p:cNvCxnSpPr>
              <a:stCxn id="2" idx="2"/>
              <a:endCxn id="2" idx="6"/>
            </p:cNvCxnSpPr>
            <p:nvPr/>
          </p:nvCxnSpPr>
          <p:spPr>
            <a:xfrm>
              <a:off x="4284341" y="2222028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47A7B7C-E479-4609-BCFD-D4285C40F127}"/>
                </a:ext>
              </a:extLst>
            </p:cNvPr>
            <p:cNvSpPr/>
            <p:nvPr/>
          </p:nvSpPr>
          <p:spPr>
            <a:xfrm>
              <a:off x="8542221" y="2149848"/>
              <a:ext cx="148632" cy="14435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5CACD64-4CCA-4032-A129-47A853B87256}"/>
                </a:ext>
              </a:extLst>
            </p:cNvPr>
            <p:cNvSpPr/>
            <p:nvPr/>
          </p:nvSpPr>
          <p:spPr>
            <a:xfrm>
              <a:off x="6369454" y="2141642"/>
              <a:ext cx="148632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CC49F0A-4F56-49D4-AD53-C0C1A0EFBF50}"/>
                </a:ext>
              </a:extLst>
            </p:cNvPr>
            <p:cNvSpPr/>
            <p:nvPr/>
          </p:nvSpPr>
          <p:spPr>
            <a:xfrm>
              <a:off x="4227632" y="2134772"/>
              <a:ext cx="148632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24355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09" y="1218816"/>
                <a:ext cx="10772775" cy="44935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xoắn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ốc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Smith,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thang chia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𝟏𝟖𝟎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GB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𝟏𝟖𝟎</m:t>
                    </m:r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     </a:t>
                </a:r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9" y="1218816"/>
                <a:ext cx="10772775" cy="4493538"/>
              </a:xfrm>
              <a:prstGeom prst="rect">
                <a:avLst/>
              </a:prstGeom>
              <a:blipFill>
                <a:blip r:embed="rId2"/>
                <a:stretch>
                  <a:fillRect l="-1414" t="-1357" r="-1414" b="-39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A66CDF-AD75-4E58-A8CD-1CD24BBA83FB}"/>
                  </a:ext>
                </a:extLst>
              </p:cNvPr>
              <p:cNvSpPr txBox="1"/>
              <p:nvPr/>
            </p:nvSpPr>
            <p:spPr>
              <a:xfrm>
                <a:off x="1899233" y="1281659"/>
                <a:ext cx="4766754" cy="6079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A66CDF-AD75-4E58-A8CD-1CD24BBA8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233" y="1281659"/>
                <a:ext cx="4766754" cy="607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A12AF9-21FE-4F21-ABB2-91C8A0C072E5}"/>
                  </a:ext>
                </a:extLst>
              </p:cNvPr>
              <p:cNvSpPr txBox="1"/>
              <p:nvPr/>
            </p:nvSpPr>
            <p:spPr>
              <a:xfrm>
                <a:off x="3764684" y="5683568"/>
                <a:ext cx="4662623" cy="11103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l-G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=360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°.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=720°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A12AF9-21FE-4F21-ABB2-91C8A0C07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684" y="5683568"/>
                <a:ext cx="4662623" cy="11103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6517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0" indent="0" algn="just">
                  <a:buNone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thang chia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0−0,49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0−0,49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Wavelengths toward generator.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Một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0−0,49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Wavelengths toward load.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516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317644"/>
            <a:ext cx="7092690" cy="924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83E8C-366E-45E7-9248-E6E7782FF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88" y="1334070"/>
            <a:ext cx="1477874" cy="545842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81DBC4-474E-405C-A79B-5181E3209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626" y="1578124"/>
            <a:ext cx="2100900" cy="4850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9D53AA-CE93-45CE-8C2D-FEA7E635A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697" y="1601939"/>
            <a:ext cx="2409931" cy="48027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1166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956482"/>
                <a:ext cx="10772775" cy="384720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 quay của hệ số phản xạ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az-Cyrl-AZ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di chuyển trên đường 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 có thể được xác định theo đơn vị đo góc biến thiên 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−180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đến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180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theo số lần bước sóng biến thiên từ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 </a:t>
                </a:r>
                <a14:m>
                  <m:oMath xmlns:m="http://schemas.openxmlformats.org/officeDocument/2006/math">
                    <m:r>
                      <a:rPr lang="el-GR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mỗi vòng quay, đồng thời chú 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 chiều qua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956482"/>
                <a:ext cx="10772775" cy="3847207"/>
              </a:xfrm>
              <a:prstGeom prst="rect">
                <a:avLst/>
              </a:prstGeom>
              <a:blipFill>
                <a:blip r:embed="rId2"/>
                <a:stretch>
                  <a:fillRect l="-1244" t="-1743" r="-1414" b="-45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347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705837"/>
                <a:ext cx="10772775" cy="434849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module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&gt;0</m:t>
                        </m:r>
                      </m:e>
                    </m:d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thang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Transmission loss coefficient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705837"/>
                <a:ext cx="10772775" cy="4348498"/>
              </a:xfrm>
              <a:prstGeom prst="rect">
                <a:avLst/>
              </a:prstGeom>
              <a:blipFill>
                <a:blip r:embed="rId2"/>
                <a:stretch>
                  <a:fillRect l="-1244" t="-1543" r="-1414" b="-4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025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919868"/>
                <a:ext cx="10772775" cy="39204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Module của hệ số phản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bất kỳ điểm nào cũng có thể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xác định theo thang giá 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Reflection</a:t>
                </a:r>
                <a:r>
                  <a:rPr lang="en-GB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phần dưới phải của đồ thị Smith. Giá trị này có thể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tính theo: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số phản xạ về điện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thang chia là tuyến tính, biến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 từ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đến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vi-VN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eflection coefficient</a:t>
                </a:r>
                <a:r>
                  <a:rPr lang="en-GB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voltage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số phản xạ 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 suất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tỉ lệ với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𝛤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  <m:sup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với thang chia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logarit, biến thiên từ 0 đến 1.0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vi-VN" sz="3200" b="1" i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eflection coefficient</a:t>
                </a:r>
                <a:r>
                  <a:rPr lang="en-GB" sz="32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power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919868"/>
                <a:ext cx="10772775" cy="3920432"/>
              </a:xfrm>
              <a:prstGeom prst="rect">
                <a:avLst/>
              </a:prstGeom>
              <a:blipFill>
                <a:blip r:embed="rId2"/>
                <a:stretch>
                  <a:fillRect l="-1244" t="-1711" r="-1414" b="-45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652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279644"/>
                <a:ext cx="10772775" cy="320087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đường truyền sóng không tổn hao, giá trị của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của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 là hằng số trên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suốt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vòng tròn có tâm là gốc tọa độ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đồ thị Smith có thể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coi là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đường đẳng</a:t>
                </a:r>
                <a:r>
                  <a:rPr lang="el-GR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</m:d>
                  </m:oMath>
                </a14:m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đường đẳng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mỗi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 tương ứng với một giá trị của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một giá trị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nhất.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279644"/>
                <a:ext cx="10772775" cy="3200876"/>
              </a:xfrm>
              <a:prstGeom prst="rect">
                <a:avLst/>
              </a:prstGeom>
              <a:blipFill>
                <a:blip r:embed="rId2"/>
                <a:stretch>
                  <a:fillRect l="-1244" t="-2286" r="-1414" b="-5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2353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820994"/>
                <a:ext cx="10772775" cy="411817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Chúng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có thể xác định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một cách dễ dàng nhờ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thang giá trị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Standing wave ratio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phần dưới trái của 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thang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Voltage ratio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𝑑𝐵𝑆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</m:t>
                    </m:r>
                    <m:func>
                      <m:func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32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thang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b="1" i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dBS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820994"/>
                <a:ext cx="10772775" cy="4118179"/>
              </a:xfrm>
              <a:prstGeom prst="rect">
                <a:avLst/>
              </a:prstGeom>
              <a:blipFill>
                <a:blip r:embed="rId2"/>
                <a:stretch>
                  <a:fillRect l="-1244" t="-1630" r="-1414" b="-42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5876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BB08BB3-6ED3-4EDC-8B91-87C6408B7406}"/>
              </a:ext>
            </a:extLst>
          </p:cNvPr>
          <p:cNvSpPr txBox="1">
            <a:spLocks/>
          </p:cNvSpPr>
          <p:nvPr/>
        </p:nvSpPr>
        <p:spPr>
          <a:xfrm>
            <a:off x="709611" y="5252726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9B8CD5-6416-48F2-9890-AC64049BCC45}"/>
              </a:ext>
            </a:extLst>
          </p:cNvPr>
          <p:cNvGrpSpPr/>
          <p:nvPr/>
        </p:nvGrpSpPr>
        <p:grpSpPr>
          <a:xfrm>
            <a:off x="19370" y="211175"/>
            <a:ext cx="12172630" cy="4373760"/>
            <a:chOff x="19370" y="211175"/>
            <a:chExt cx="12172630" cy="4373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6A33766-0852-43F4-9062-0D5EE5FDD131}"/>
                    </a:ext>
                  </a:extLst>
                </p:cNvPr>
                <p:cNvSpPr txBox="1"/>
                <p:nvPr/>
              </p:nvSpPr>
              <p:spPr>
                <a:xfrm>
                  <a:off x="3041625" y="224916"/>
                  <a:ext cx="1019831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𝑑𝐵𝑆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6A33766-0852-43F4-9062-0D5EE5FDD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1625" y="224916"/>
                  <a:ext cx="1019831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4E8A628-F16B-42D5-9F96-6DC1D392A7B6}"/>
                    </a:ext>
                  </a:extLst>
                </p:cNvPr>
                <p:cNvSpPr txBox="1"/>
                <p:nvPr/>
              </p:nvSpPr>
              <p:spPr>
                <a:xfrm>
                  <a:off x="709611" y="211175"/>
                  <a:ext cx="1928348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𝑆𝑊𝑅</m:t>
                        </m:r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4E8A628-F16B-42D5-9F96-6DC1D392A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11" y="211175"/>
                  <a:ext cx="1928348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F53BCF-3243-452D-9089-FF6BA17DD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370" y="2428407"/>
              <a:ext cx="12172630" cy="2156528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EBAF67D-6427-4B25-A559-171AFB49DDD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flipH="1">
              <a:off x="460171" y="795950"/>
              <a:ext cx="1213614" cy="21121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5A25187-FFF6-467C-8E2D-ADEA2A00B00B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>
              <a:off x="824469" y="809691"/>
              <a:ext cx="2727072" cy="24284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2A3B42D-6A5F-4665-9E2E-FA9F7F9A5764}"/>
                    </a:ext>
                  </a:extLst>
                </p:cNvPr>
                <p:cNvSpPr txBox="1"/>
                <p:nvPr/>
              </p:nvSpPr>
              <p:spPr>
                <a:xfrm>
                  <a:off x="4547752" y="224916"/>
                  <a:ext cx="4761140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𝑅𝑇𝑁𝐿𝑂𝑆𝑆</m:t>
                        </m:r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=−20</m:t>
                        </m:r>
                        <m:func>
                          <m:funcPr>
                            <m:ctrlP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3200" b="0" i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l-GR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l-GR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𝛤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2A3B42D-6A5F-4665-9E2E-FA9F7F9A5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7752" y="224916"/>
                  <a:ext cx="4761140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5B1997-DDF8-4EF3-9139-C06BD77280EA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>
              <a:off x="709612" y="809691"/>
              <a:ext cx="6218710" cy="27477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E6C2C9A-B0C6-4F36-AB8B-648D8522F7A1}"/>
                    </a:ext>
                  </a:extLst>
                </p:cNvPr>
                <p:cNvSpPr txBox="1"/>
                <p:nvPr/>
              </p:nvSpPr>
              <p:spPr>
                <a:xfrm>
                  <a:off x="6879765" y="1034606"/>
                  <a:ext cx="1760696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l-GR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l-GR" sz="32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𝛤</m:t>
                                </m:r>
                              </m:e>
                            </m:d>
                          </m:e>
                          <m:sup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E6C2C9A-B0C6-4F36-AB8B-648D8522F7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765" y="1034606"/>
                  <a:ext cx="1760696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786A41E-EB88-4214-9C54-F07CEEFAD5CF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 flipH="1">
              <a:off x="824469" y="1619381"/>
              <a:ext cx="6935644" cy="21121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3670465-7EC2-45CC-9152-B64C42721530}"/>
                    </a:ext>
                  </a:extLst>
                </p:cNvPr>
                <p:cNvSpPr txBox="1"/>
                <p:nvPr/>
              </p:nvSpPr>
              <p:spPr>
                <a:xfrm>
                  <a:off x="9474289" y="1185094"/>
                  <a:ext cx="554131" cy="584775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3670465-7EC2-45CC-9152-B64C427215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4289" y="1185094"/>
                  <a:ext cx="554131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6CBAA01-1648-49FE-BAD0-0B5483363ED2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 flipH="1">
              <a:off x="824471" y="1769869"/>
              <a:ext cx="8926884" cy="226248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58935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3264534"/>
                <a:ext cx="6902545" cy="123110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3264534"/>
                <a:ext cx="6902545" cy="1231106"/>
              </a:xfrm>
              <a:prstGeom prst="rect">
                <a:avLst/>
              </a:prstGeom>
              <a:blipFill>
                <a:blip r:embed="rId2"/>
                <a:stretch>
                  <a:fillRect l="-1942" t="-6965" b="-154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E600461-F6B2-4691-9DA5-1C24A7696981}"/>
              </a:ext>
            </a:extLst>
          </p:cNvPr>
          <p:cNvGrpSpPr/>
          <p:nvPr/>
        </p:nvGrpSpPr>
        <p:grpSpPr>
          <a:xfrm>
            <a:off x="7612156" y="2033761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77119B5-A438-4DC2-8751-35115457EC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2.1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Phép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biểu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diễn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trong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mặt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phẳng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phức</a:t>
                </a:r>
                <a:r>
                  <a:rPr lang="en-GB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endParaRPr lang="en-GB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77119B5-A438-4DC2-8751-35115457E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154744"/>
                <a:ext cx="10772775" cy="1704036"/>
              </a:xfrm>
              <a:prstGeom prst="rect">
                <a:avLst/>
              </a:prstGeom>
              <a:blipFill>
                <a:blip r:embed="rId3"/>
                <a:stretch>
                  <a:fillRect t="-11071" b="-1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7212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406282"/>
                <a:ext cx="6902545" cy="531337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func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l-GR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Cho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50 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den>
                    </m:f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406282"/>
                <a:ext cx="6902545" cy="5313378"/>
              </a:xfrm>
              <a:prstGeom prst="rect">
                <a:avLst/>
              </a:prstGeom>
              <a:blipFill>
                <a:blip r:embed="rId2"/>
                <a:stretch>
                  <a:fillRect l="-1942" t="-1148" b="-1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E600461-F6B2-4691-9DA5-1C24A7696981}"/>
              </a:ext>
            </a:extLst>
          </p:cNvPr>
          <p:cNvGrpSpPr/>
          <p:nvPr/>
        </p:nvGrpSpPr>
        <p:grpSpPr>
          <a:xfrm>
            <a:off x="7612157" y="1541392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2950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540986"/>
                <a:ext cx="6880104" cy="467820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=…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=…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540986"/>
                <a:ext cx="6880104" cy="4678204"/>
              </a:xfrm>
              <a:prstGeom prst="rect">
                <a:avLst/>
              </a:prstGeom>
              <a:blipFill>
                <a:blip r:embed="rId2"/>
                <a:stretch>
                  <a:fillRect l="-1949" t="-1434" r="-2214" b="-3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E600461-F6B2-4691-9DA5-1C24A7696981}"/>
              </a:ext>
            </a:extLst>
          </p:cNvPr>
          <p:cNvGrpSpPr/>
          <p:nvPr/>
        </p:nvGrpSpPr>
        <p:grpSpPr>
          <a:xfrm>
            <a:off x="7612157" y="1541392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93638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92454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tả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448927"/>
                <a:ext cx="6880104" cy="286232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448927"/>
                <a:ext cx="6880104" cy="2862322"/>
              </a:xfrm>
              <a:prstGeom prst="rect">
                <a:avLst/>
              </a:prstGeom>
              <a:blipFill>
                <a:blip r:embed="rId2"/>
                <a:stretch>
                  <a:fillRect l="-1949" t="-2559" r="-2214" b="-63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E600461-F6B2-4691-9DA5-1C24A7696981}"/>
              </a:ext>
            </a:extLst>
          </p:cNvPr>
          <p:cNvGrpSpPr/>
          <p:nvPr/>
        </p:nvGrpSpPr>
        <p:grpSpPr>
          <a:xfrm>
            <a:off x="7612157" y="1541392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75AAF1-022E-4C0E-A569-6C56F789D18C}"/>
                </a:ext>
              </a:extLst>
            </p:cNvPr>
            <p:cNvSpPr/>
            <p:nvPr/>
          </p:nvSpPr>
          <p:spPr>
            <a:xfrm>
              <a:off x="10212067" y="4275625"/>
              <a:ext cx="144359" cy="14435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0A628A-C7A3-4AC5-97AC-511B350F386F}"/>
                </a:ext>
              </a:extLst>
            </p:cNvPr>
            <p:cNvSpPr txBox="1"/>
            <p:nvPr/>
          </p:nvSpPr>
          <p:spPr>
            <a:xfrm>
              <a:off x="10284246" y="4127596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9756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rgbClr val="D9D9D9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067884"/>
              </p:ext>
            </p:extLst>
          </p:nvPr>
        </p:nvGraphicFramePr>
        <p:xfrm>
          <a:off x="5288347" y="644577"/>
          <a:ext cx="6254724" cy="5487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2133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6C9CA98-C3E8-4AB8-9AD8-9D2F33319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62FDE6-603F-43AB-A8AF-1D05B7904233}"/>
                  </a:ext>
                </a:extLst>
              </p:cNvPr>
              <p:cNvSpPr txBox="1"/>
              <p:nvPr/>
            </p:nvSpPr>
            <p:spPr>
              <a:xfrm>
                <a:off x="5249993" y="2539808"/>
                <a:ext cx="1607050" cy="110113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62FDE6-603F-43AB-A8AF-1D05B7904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993" y="2539808"/>
                <a:ext cx="1607050" cy="1101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1E06A0-2945-4863-B754-B7387F38F252}"/>
                  </a:ext>
                </a:extLst>
              </p:cNvPr>
              <p:cNvSpPr txBox="1"/>
              <p:nvPr/>
            </p:nvSpPr>
            <p:spPr>
              <a:xfrm>
                <a:off x="3478741" y="4466628"/>
                <a:ext cx="5129739" cy="11435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num>
                        <m:den>
                          <m:sSub>
                            <m:sSub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1E06A0-2945-4863-B754-B7387F38F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741" y="4466628"/>
                <a:ext cx="5129739" cy="11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9823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119297"/>
              </a:xfrm>
            </p:spPr>
            <p:txBody>
              <a:bodyPr>
                <a:normAutofit/>
              </a:bodyPr>
              <a:lstStyle/>
              <a:p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            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119297"/>
              </a:xfrm>
              <a:blipFill>
                <a:blip r:embed="rId2"/>
                <a:stretch>
                  <a:fillRect l="-454" t="-3846" b="-1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BC230E7-FA2A-4A2D-962C-F4BC6B903217}"/>
                  </a:ext>
                </a:extLst>
              </p:cNvPr>
              <p:cNvSpPr txBox="1"/>
              <p:nvPr/>
            </p:nvSpPr>
            <p:spPr>
              <a:xfrm>
                <a:off x="1325073" y="2651657"/>
                <a:ext cx="5385520" cy="19052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BC230E7-FA2A-4A2D-962C-F4BC6B903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073" y="2651657"/>
                <a:ext cx="5385520" cy="19052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3DF4D9-4C7C-41E7-AA84-9E9DC0AF478A}"/>
              </a:ext>
            </a:extLst>
          </p:cNvPr>
          <p:cNvCxnSpPr>
            <a:cxnSpLocks/>
          </p:cNvCxnSpPr>
          <p:nvPr/>
        </p:nvCxnSpPr>
        <p:spPr>
          <a:xfrm>
            <a:off x="7053895" y="3613046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050767-4CF9-478C-B925-1578F49DA410}"/>
                  </a:ext>
                </a:extLst>
              </p:cNvPr>
              <p:cNvSpPr txBox="1"/>
              <p:nvPr/>
            </p:nvSpPr>
            <p:spPr>
              <a:xfrm>
                <a:off x="8758779" y="3091424"/>
                <a:ext cx="1919215" cy="10257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050767-4CF9-478C-B925-1578F49DA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779" y="3091424"/>
                <a:ext cx="1919215" cy="10257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08385D-3668-4D39-A39E-1E9078808516}"/>
                  </a:ext>
                </a:extLst>
              </p:cNvPr>
              <p:cNvSpPr txBox="1"/>
              <p:nvPr/>
            </p:nvSpPr>
            <p:spPr>
              <a:xfrm>
                <a:off x="2284193" y="5196899"/>
                <a:ext cx="1919215" cy="101431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08385D-3668-4D39-A39E-1E9078808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193" y="5196899"/>
                <a:ext cx="1919215" cy="1014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03AFB0-E08D-4ACB-9710-FFE04271B2F0}"/>
                  </a:ext>
                </a:extLst>
              </p:cNvPr>
              <p:cNvSpPr txBox="1"/>
              <p:nvPr/>
            </p:nvSpPr>
            <p:spPr>
              <a:xfrm>
                <a:off x="5586092" y="5132558"/>
                <a:ext cx="4172505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03AFB0-E08D-4ACB-9710-FFE04271B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092" y="5132558"/>
                <a:ext cx="4172505" cy="11176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813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119297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Quan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Quan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giống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l-GR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119297"/>
              </a:xfrm>
              <a:blipFill>
                <a:blip r:embed="rId2"/>
                <a:stretch>
                  <a:fillRect l="-56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536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119297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đồ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l-GR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119297"/>
              </a:xfrm>
              <a:blipFill>
                <a:blip r:embed="rId2"/>
                <a:stretch>
                  <a:fillRect l="-124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7161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4E66440-967E-4EC8-96AE-95A8856C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5160169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B43D79-F962-4CC0-9E5D-57161C28BE24}"/>
                  </a:ext>
                </a:extLst>
              </p:cNvPr>
              <p:cNvSpPr txBox="1"/>
              <p:nvPr/>
            </p:nvSpPr>
            <p:spPr>
              <a:xfrm>
                <a:off x="5577840" y="335881"/>
                <a:ext cx="65684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B43D79-F962-4CC0-9E5D-57161C28B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40" y="335881"/>
                <a:ext cx="6568440" cy="584775"/>
              </a:xfrm>
              <a:prstGeom prst="rect">
                <a:avLst/>
              </a:prstGeom>
              <a:blipFill>
                <a:blip r:embed="rId2"/>
                <a:stretch>
                  <a:fillRect l="-204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EE950D-22A2-4A2A-A491-A42EB64C4B31}"/>
              </a:ext>
            </a:extLst>
          </p:cNvPr>
          <p:cNvCxnSpPr>
            <a:cxnSpLocks/>
          </p:cNvCxnSpPr>
          <p:nvPr/>
        </p:nvCxnSpPr>
        <p:spPr>
          <a:xfrm>
            <a:off x="4646503" y="647299"/>
            <a:ext cx="87418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6C4AEB-EA24-488E-8539-3704EA9FF614}"/>
                  </a:ext>
                </a:extLst>
              </p:cNvPr>
              <p:cNvSpPr txBox="1"/>
              <p:nvPr/>
            </p:nvSpPr>
            <p:spPr>
              <a:xfrm>
                <a:off x="5577840" y="1186493"/>
                <a:ext cx="65684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6C4AEB-EA24-488E-8539-3704EA9F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40" y="1186493"/>
                <a:ext cx="6568440" cy="584775"/>
              </a:xfrm>
              <a:prstGeom prst="rect">
                <a:avLst/>
              </a:prstGeom>
              <a:blipFill>
                <a:blip r:embed="rId3"/>
                <a:stretch>
                  <a:fillRect l="-2319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DE02CA-A9C4-4171-88D6-D3E4EAD4C8F7}"/>
              </a:ext>
            </a:extLst>
          </p:cNvPr>
          <p:cNvCxnSpPr>
            <a:cxnSpLocks/>
          </p:cNvCxnSpPr>
          <p:nvPr/>
        </p:nvCxnSpPr>
        <p:spPr>
          <a:xfrm>
            <a:off x="4646503" y="1497911"/>
            <a:ext cx="874184" cy="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8456FA08-485A-46C0-B9D7-DFB767E2CDAF}"/>
              </a:ext>
            </a:extLst>
          </p:cNvPr>
          <p:cNvSpPr/>
          <p:nvPr/>
        </p:nvSpPr>
        <p:spPr>
          <a:xfrm flipH="1">
            <a:off x="-1646027" y="-1666504"/>
            <a:ext cx="3960000" cy="3960000"/>
          </a:xfrm>
          <a:prstGeom prst="arc">
            <a:avLst>
              <a:gd name="adj1" fmla="val 5423872"/>
              <a:gd name="adj2" fmla="val 10818683"/>
            </a:avLst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41300" dirty="0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6D717A52-9F89-4AD6-A949-3474B407EA36}"/>
              </a:ext>
            </a:extLst>
          </p:cNvPr>
          <p:cNvSpPr/>
          <p:nvPr/>
        </p:nvSpPr>
        <p:spPr>
          <a:xfrm flipH="1">
            <a:off x="-3633088" y="-5627012"/>
            <a:ext cx="7920000" cy="7920000"/>
          </a:xfrm>
          <a:prstGeom prst="arc">
            <a:avLst>
              <a:gd name="adj1" fmla="val 5423872"/>
              <a:gd name="adj2" fmla="val 8598588"/>
            </a:avLst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47F24074-730E-4A4F-AC53-7F942F87D3E2}"/>
              </a:ext>
            </a:extLst>
          </p:cNvPr>
          <p:cNvSpPr/>
          <p:nvPr/>
        </p:nvSpPr>
        <p:spPr>
          <a:xfrm rot="16200000" flipH="1">
            <a:off x="-3582623" y="2301499"/>
            <a:ext cx="7920000" cy="7920000"/>
          </a:xfrm>
          <a:prstGeom prst="arc">
            <a:avLst>
              <a:gd name="adj1" fmla="val 7632509"/>
              <a:gd name="adj2" fmla="val 10818683"/>
            </a:avLst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B59B347B-D6D9-4C8C-A02F-8832F0399739}"/>
              </a:ext>
            </a:extLst>
          </p:cNvPr>
          <p:cNvSpPr/>
          <p:nvPr/>
        </p:nvSpPr>
        <p:spPr>
          <a:xfrm rot="16200000" flipH="1">
            <a:off x="-1636748" y="2306392"/>
            <a:ext cx="3960000" cy="3960000"/>
          </a:xfrm>
          <a:prstGeom prst="arc">
            <a:avLst>
              <a:gd name="adj1" fmla="val 5423872"/>
              <a:gd name="adj2" fmla="val 10818683"/>
            </a:avLst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215C09-741D-4A4F-AC5C-14460A89E0EE}"/>
              </a:ext>
            </a:extLst>
          </p:cNvPr>
          <p:cNvGrpSpPr/>
          <p:nvPr/>
        </p:nvGrpSpPr>
        <p:grpSpPr>
          <a:xfrm>
            <a:off x="323265" y="-5633078"/>
            <a:ext cx="7962847" cy="15857580"/>
            <a:chOff x="323265" y="-5633078"/>
            <a:chExt cx="7962847" cy="15857580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760D4C10-57B9-44B0-A251-6822F8B44F31}"/>
                </a:ext>
              </a:extLst>
            </p:cNvPr>
            <p:cNvSpPr/>
            <p:nvPr/>
          </p:nvSpPr>
          <p:spPr>
            <a:xfrm>
              <a:off x="2323252" y="-1667426"/>
              <a:ext cx="3960000" cy="3960000"/>
            </a:xfrm>
            <a:prstGeom prst="arc">
              <a:avLst>
                <a:gd name="adj1" fmla="val 5423872"/>
                <a:gd name="adj2" fmla="val 10818683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2A3A729-EDA9-4B17-8ED4-699678736A1D}"/>
                </a:ext>
              </a:extLst>
            </p:cNvPr>
            <p:cNvSpPr/>
            <p:nvPr/>
          </p:nvSpPr>
          <p:spPr>
            <a:xfrm>
              <a:off x="366112" y="-5633078"/>
              <a:ext cx="7920000" cy="7920000"/>
            </a:xfrm>
            <a:prstGeom prst="arc">
              <a:avLst>
                <a:gd name="adj1" fmla="val 5423872"/>
                <a:gd name="adj2" fmla="val 85985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D81E7E4-6841-460B-9B24-C58A9736AC5C}"/>
                </a:ext>
              </a:extLst>
            </p:cNvPr>
            <p:cNvSpPr/>
            <p:nvPr/>
          </p:nvSpPr>
          <p:spPr>
            <a:xfrm rot="5400000">
              <a:off x="2303265" y="2308486"/>
              <a:ext cx="3960000" cy="3960000"/>
            </a:xfrm>
            <a:prstGeom prst="arc">
              <a:avLst>
                <a:gd name="adj1" fmla="val 5423872"/>
                <a:gd name="adj2" fmla="val 10818683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9AEDC36E-DC5C-4D15-8FAF-21DC9CF6F07C}"/>
                </a:ext>
              </a:extLst>
            </p:cNvPr>
            <p:cNvSpPr/>
            <p:nvPr/>
          </p:nvSpPr>
          <p:spPr>
            <a:xfrm rot="5400000">
              <a:off x="323265" y="2304502"/>
              <a:ext cx="7920000" cy="7920000"/>
            </a:xfrm>
            <a:prstGeom prst="arc">
              <a:avLst>
                <a:gd name="adj1" fmla="val 7632509"/>
                <a:gd name="adj2" fmla="val 10818683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4A3E91B-BB4A-4C3E-9226-0F142120F2A2}"/>
                </a:ext>
              </a:extLst>
            </p:cNvPr>
            <p:cNvSpPr/>
            <p:nvPr/>
          </p:nvSpPr>
          <p:spPr>
            <a:xfrm>
              <a:off x="2315522" y="1302988"/>
              <a:ext cx="1980000" cy="198000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4C3340-AA83-40A6-B79A-2D41E6B040FC}"/>
                </a:ext>
              </a:extLst>
            </p:cNvPr>
            <p:cNvSpPr/>
            <p:nvPr/>
          </p:nvSpPr>
          <p:spPr>
            <a:xfrm>
              <a:off x="1413973" y="855189"/>
              <a:ext cx="2880000" cy="288000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5859A06-D9C0-41BF-98EA-739E18C596E0}"/>
              </a:ext>
            </a:extLst>
          </p:cNvPr>
          <p:cNvGrpSpPr/>
          <p:nvPr/>
        </p:nvGrpSpPr>
        <p:grpSpPr>
          <a:xfrm>
            <a:off x="341821" y="306001"/>
            <a:ext cx="3961431" cy="3960000"/>
            <a:chOff x="341821" y="306001"/>
            <a:chExt cx="3961431" cy="3960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C98382B-4DC5-420A-AF03-7BD7F5F0B864}"/>
                </a:ext>
              </a:extLst>
            </p:cNvPr>
            <p:cNvSpPr/>
            <p:nvPr/>
          </p:nvSpPr>
          <p:spPr>
            <a:xfrm>
              <a:off x="343252" y="306001"/>
              <a:ext cx="3960000" cy="3960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567ABCE-F3A9-4728-A063-587D285F8C08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343252" y="2286001"/>
              <a:ext cx="396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7053632-6A50-4F7B-B7A1-D77DB76B8B6C}"/>
                </a:ext>
              </a:extLst>
            </p:cNvPr>
            <p:cNvSpPr/>
            <p:nvPr/>
          </p:nvSpPr>
          <p:spPr>
            <a:xfrm>
              <a:off x="341821" y="1322232"/>
              <a:ext cx="1980000" cy="19800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D604B3A-D2A9-42FB-BA2B-B58C19E10701}"/>
                </a:ext>
              </a:extLst>
            </p:cNvPr>
            <p:cNvSpPr/>
            <p:nvPr/>
          </p:nvSpPr>
          <p:spPr>
            <a:xfrm>
              <a:off x="347810" y="858169"/>
              <a:ext cx="2880000" cy="28800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223920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4E66440-967E-4EC8-96AE-95A8856C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593" y="5160169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49E7691-6053-465B-BE67-FAB982941039}"/>
              </a:ext>
            </a:extLst>
          </p:cNvPr>
          <p:cNvGrpSpPr/>
          <p:nvPr/>
        </p:nvGrpSpPr>
        <p:grpSpPr>
          <a:xfrm>
            <a:off x="3937784" y="-5710707"/>
            <a:ext cx="7962847" cy="15843512"/>
            <a:chOff x="3937784" y="-5710707"/>
            <a:chExt cx="7962847" cy="15843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AAECF3-B8D8-48C9-8465-965D9BA0A365}"/>
                    </a:ext>
                  </a:extLst>
                </p:cNvPr>
                <p:cNvSpPr txBox="1"/>
                <p:nvPr/>
              </p:nvSpPr>
              <p:spPr>
                <a:xfrm>
                  <a:off x="7218085" y="1353436"/>
                  <a:ext cx="39399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AAECF3-B8D8-48C9-8465-965D9BA0A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8085" y="1353436"/>
                  <a:ext cx="393991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1BE9015-3942-49A1-81A2-DFD12F67968C}"/>
                    </a:ext>
                  </a:extLst>
                </p:cNvPr>
                <p:cNvSpPr txBox="1"/>
                <p:nvPr/>
              </p:nvSpPr>
              <p:spPr>
                <a:xfrm>
                  <a:off x="4169918" y="2429038"/>
                  <a:ext cx="6419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1BE9015-3942-49A1-81A2-DFD12F679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9918" y="2429038"/>
                  <a:ext cx="641924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3D1BD6-3053-4A85-A2B2-684C519FB111}"/>
                    </a:ext>
                  </a:extLst>
                </p:cNvPr>
                <p:cNvSpPr txBox="1"/>
                <p:nvPr/>
              </p:nvSpPr>
              <p:spPr>
                <a:xfrm>
                  <a:off x="5534613" y="1552426"/>
                  <a:ext cx="39399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3D1BD6-3053-4A85-A2B2-684C519FB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4613" y="1552426"/>
                  <a:ext cx="393991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4CAD13F-FBEB-44CE-A0AC-D053A1EC979F}"/>
                </a:ext>
              </a:extLst>
            </p:cNvPr>
            <p:cNvGrpSpPr/>
            <p:nvPr/>
          </p:nvGrpSpPr>
          <p:grpSpPr>
            <a:xfrm>
              <a:off x="3937784" y="-5710707"/>
              <a:ext cx="7962847" cy="15843512"/>
              <a:chOff x="323265" y="-5619010"/>
              <a:chExt cx="7962847" cy="15843512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D8C6487-6B5A-4FD8-88BE-315CA0E7F8D1}"/>
                  </a:ext>
                </a:extLst>
              </p:cNvPr>
              <p:cNvSpPr/>
              <p:nvPr/>
            </p:nvSpPr>
            <p:spPr>
              <a:xfrm>
                <a:off x="343252" y="306001"/>
                <a:ext cx="3960000" cy="3960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405C0D0-3A9E-4082-B3AC-21F43815BA3C}"/>
                  </a:ext>
                </a:extLst>
              </p:cNvPr>
              <p:cNvGrpSpPr/>
              <p:nvPr/>
            </p:nvGrpSpPr>
            <p:grpSpPr>
              <a:xfrm>
                <a:off x="323265" y="-5619010"/>
                <a:ext cx="7962847" cy="15843512"/>
                <a:chOff x="323265" y="-5619010"/>
                <a:chExt cx="7962847" cy="15843512"/>
              </a:xfrm>
            </p:grpSpPr>
            <p:sp>
              <p:nvSpPr>
                <p:cNvPr id="22" name="Arc 21">
                  <a:extLst>
                    <a:ext uri="{FF2B5EF4-FFF2-40B4-BE49-F238E27FC236}">
                      <a16:creationId xmlns:a16="http://schemas.microsoft.com/office/drawing/2014/main" id="{612449DD-F478-402D-9EAB-4D19EAB62196}"/>
                    </a:ext>
                  </a:extLst>
                </p:cNvPr>
                <p:cNvSpPr/>
                <p:nvPr/>
              </p:nvSpPr>
              <p:spPr>
                <a:xfrm>
                  <a:off x="2323252" y="-1681494"/>
                  <a:ext cx="3960000" cy="3960000"/>
                </a:xfrm>
                <a:prstGeom prst="arc">
                  <a:avLst>
                    <a:gd name="adj1" fmla="val 5423872"/>
                    <a:gd name="adj2" fmla="val 10818683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Arc 22">
                  <a:extLst>
                    <a:ext uri="{FF2B5EF4-FFF2-40B4-BE49-F238E27FC236}">
                      <a16:creationId xmlns:a16="http://schemas.microsoft.com/office/drawing/2014/main" id="{1B8EBE4A-F3AF-4D5B-BC08-9CA0165FE103}"/>
                    </a:ext>
                  </a:extLst>
                </p:cNvPr>
                <p:cNvSpPr/>
                <p:nvPr/>
              </p:nvSpPr>
              <p:spPr>
                <a:xfrm>
                  <a:off x="366112" y="-5619010"/>
                  <a:ext cx="7920000" cy="7920000"/>
                </a:xfrm>
                <a:prstGeom prst="arc">
                  <a:avLst>
                    <a:gd name="adj1" fmla="val 5423872"/>
                    <a:gd name="adj2" fmla="val 8598588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3DA5F2B4-9D0E-490D-B97F-EC585538CD4E}"/>
                    </a:ext>
                  </a:extLst>
                </p:cNvPr>
                <p:cNvSpPr/>
                <p:nvPr/>
              </p:nvSpPr>
              <p:spPr>
                <a:xfrm rot="5400000">
                  <a:off x="2303265" y="2308486"/>
                  <a:ext cx="3960000" cy="3960000"/>
                </a:xfrm>
                <a:prstGeom prst="arc">
                  <a:avLst>
                    <a:gd name="adj1" fmla="val 5423872"/>
                    <a:gd name="adj2" fmla="val 10818683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9D373ED1-17A2-49E5-AF3D-93FE1694FFAE}"/>
                    </a:ext>
                  </a:extLst>
                </p:cNvPr>
                <p:cNvSpPr/>
                <p:nvPr/>
              </p:nvSpPr>
              <p:spPr>
                <a:xfrm rot="5400000">
                  <a:off x="323265" y="2304502"/>
                  <a:ext cx="7920000" cy="7920000"/>
                </a:xfrm>
                <a:prstGeom prst="arc">
                  <a:avLst>
                    <a:gd name="adj1" fmla="val 7632509"/>
                    <a:gd name="adj2" fmla="val 10818683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ED7A23D5-ADBC-4A1B-A9CE-F8A5B8F88A68}"/>
                    </a:ext>
                  </a:extLst>
                </p:cNvPr>
                <p:cNvSpPr/>
                <p:nvPr/>
              </p:nvSpPr>
              <p:spPr>
                <a:xfrm>
                  <a:off x="2315522" y="1302988"/>
                  <a:ext cx="1980000" cy="1980000"/>
                </a:xfrm>
                <a:prstGeom prst="ellipse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EA9D2CB6-F85B-4FCF-92B7-F94B08ED4CCB}"/>
                    </a:ext>
                  </a:extLst>
                </p:cNvPr>
                <p:cNvSpPr/>
                <p:nvPr/>
              </p:nvSpPr>
              <p:spPr>
                <a:xfrm>
                  <a:off x="1413973" y="855189"/>
                  <a:ext cx="2880000" cy="2880000"/>
                </a:xfrm>
                <a:prstGeom prst="ellipse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DA51381-1E99-4BE0-9631-0F7CD55A383C}"/>
                </a:ext>
              </a:extLst>
            </p:cNvPr>
            <p:cNvCxnSpPr>
              <a:cxnSpLocks/>
              <a:stCxn id="20" idx="2"/>
              <a:endCxn id="27" idx="6"/>
            </p:cNvCxnSpPr>
            <p:nvPr/>
          </p:nvCxnSpPr>
          <p:spPr>
            <a:xfrm>
              <a:off x="3957771" y="2194304"/>
              <a:ext cx="3950721" cy="9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8EB1EF2-1B6D-407C-B7DB-6AF0722E8480}"/>
                </a:ext>
              </a:extLst>
            </p:cNvPr>
            <p:cNvSpPr/>
            <p:nvPr/>
          </p:nvSpPr>
          <p:spPr>
            <a:xfrm>
              <a:off x="5873126" y="212004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24011B4-647E-4C82-8873-A884280F271E}"/>
                </a:ext>
              </a:extLst>
            </p:cNvPr>
            <p:cNvSpPr/>
            <p:nvPr/>
          </p:nvSpPr>
          <p:spPr>
            <a:xfrm>
              <a:off x="7045377" y="1505808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0537802-4899-4C3C-B939-D69A064AF3AA}"/>
                </a:ext>
              </a:extLst>
            </p:cNvPr>
            <p:cNvSpPr/>
            <p:nvPr/>
          </p:nvSpPr>
          <p:spPr>
            <a:xfrm>
              <a:off x="4711784" y="269785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A9D84DF-F933-4935-9DD0-2286C825C84F}"/>
                </a:ext>
              </a:extLst>
            </p:cNvPr>
            <p:cNvCxnSpPr>
              <a:stCxn id="13" idx="7"/>
            </p:cNvCxnSpPr>
            <p:nvPr/>
          </p:nvCxnSpPr>
          <p:spPr>
            <a:xfrm flipV="1">
              <a:off x="5996038" y="1616932"/>
              <a:ext cx="1049339" cy="52420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5A84531-C373-4D62-95B2-4043C9778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0299" y="2216594"/>
              <a:ext cx="1049339" cy="52420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1669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914446"/>
                <a:ext cx="10753725" cy="4683270"/>
              </a:xfrm>
            </p:spPr>
            <p:txBody>
              <a:bodyPr anchor="t"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914446"/>
                <a:ext cx="10753725" cy="4683270"/>
              </a:xfrm>
              <a:blipFill>
                <a:blip r:embed="rId2"/>
                <a:stretch>
                  <a:fillRect l="-454" t="-18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3D69F7-85D0-4D27-9E06-A1B766662F37}"/>
                  </a:ext>
                </a:extLst>
              </p:cNvPr>
              <p:cNvSpPr txBox="1"/>
              <p:nvPr/>
            </p:nvSpPr>
            <p:spPr>
              <a:xfrm>
                <a:off x="4561533" y="1951720"/>
                <a:ext cx="219903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𝑗𝑏</m:t>
                      </m:r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3D69F7-85D0-4D27-9E06-A1B76666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533" y="1951720"/>
                <a:ext cx="219903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44A6FB-7F62-4E99-ACFB-7DCFF6D6B0F7}"/>
                  </a:ext>
                </a:extLst>
              </p:cNvPr>
              <p:cNvSpPr txBox="1"/>
              <p:nvPr/>
            </p:nvSpPr>
            <p:spPr>
              <a:xfrm>
                <a:off x="891441" y="2622531"/>
                <a:ext cx="1462015" cy="110113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44A6FB-7F62-4E99-ACFB-7DCFF6D6B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41" y="2622531"/>
                <a:ext cx="1462015" cy="11011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E36442D-FC36-47B1-BCBF-166E7EF502EC}"/>
              </a:ext>
            </a:extLst>
          </p:cNvPr>
          <p:cNvSpPr txBox="1"/>
          <p:nvPr/>
        </p:nvSpPr>
        <p:spPr>
          <a:xfrm>
            <a:off x="2568241" y="2880710"/>
            <a:ext cx="3637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3BE6B9-17F7-471B-AE01-B784B52FB426}"/>
                  </a:ext>
                </a:extLst>
              </p:cNvPr>
              <p:cNvSpPr txBox="1"/>
              <p:nvPr/>
            </p:nvSpPr>
            <p:spPr>
              <a:xfrm>
                <a:off x="891441" y="3915040"/>
                <a:ext cx="1462015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3BE6B9-17F7-471B-AE01-B784B52FB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41" y="3915040"/>
                <a:ext cx="1462015" cy="1097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51F0DC5-4F0E-4D3B-920D-114FFFA9CE0F}"/>
              </a:ext>
            </a:extLst>
          </p:cNvPr>
          <p:cNvSpPr txBox="1"/>
          <p:nvPr/>
        </p:nvSpPr>
        <p:spPr>
          <a:xfrm>
            <a:off x="2568240" y="4177037"/>
            <a:ext cx="3637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48B3F3-2580-4C23-9F56-8DBAFFE0DAC3}"/>
                  </a:ext>
                </a:extLst>
              </p:cNvPr>
              <p:cNvSpPr txBox="1"/>
              <p:nvPr/>
            </p:nvSpPr>
            <p:spPr>
              <a:xfrm>
                <a:off x="657224" y="5304248"/>
                <a:ext cx="10772775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48B3F3-2580-4C23-9F56-8DBAFFE0D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5304248"/>
                <a:ext cx="10772775" cy="1077218"/>
              </a:xfrm>
              <a:prstGeom prst="rect">
                <a:avLst/>
              </a:prstGeom>
              <a:blipFill>
                <a:blip r:embed="rId6"/>
                <a:stretch>
                  <a:fillRect l="-1471" t="-8475" r="-1415" b="-163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5990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941369"/>
                <a:ext cx="10772775" cy="187743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941369"/>
                <a:ext cx="10772775" cy="1877437"/>
              </a:xfrm>
              <a:prstGeom prst="rect">
                <a:avLst/>
              </a:prstGeom>
              <a:blipFill>
                <a:blip r:embed="rId2"/>
                <a:stretch>
                  <a:fillRect l="-1244" t="-4235" b="-100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383F64E-639E-43AE-A18C-774DE9EB09AE}"/>
              </a:ext>
            </a:extLst>
          </p:cNvPr>
          <p:cNvGrpSpPr/>
          <p:nvPr/>
        </p:nvGrpSpPr>
        <p:grpSpPr>
          <a:xfrm>
            <a:off x="7612157" y="1541392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B4350CF-57E1-4F33-9DFC-AA02C515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0249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080268"/>
                <a:ext cx="10772775" cy="359964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10−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40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−10+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í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nh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den>
                      </m:f>
                      <m:r>
                        <m:rPr>
                          <m:nor/>
                        </m:rPr>
                        <a:rPr lang="en-GB" sz="3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ằ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ch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ử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ụ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ng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đồ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th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ị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Smith</m:t>
                      </m:r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080268"/>
                <a:ext cx="10772775" cy="3599640"/>
              </a:xfrm>
              <a:prstGeom prst="rect">
                <a:avLst/>
              </a:prstGeom>
              <a:blipFill>
                <a:blip r:embed="rId2"/>
                <a:stretch>
                  <a:fillRect l="-1244" t="-1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B4350CF-57E1-4F33-9DFC-AA02C515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sz="5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8433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Bụng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nút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238576"/>
                <a:ext cx="10753725" cy="4359140"/>
              </a:xfrm>
            </p:spPr>
            <p:txBody>
              <a:bodyPr anchor="t">
                <a:normAutofit/>
              </a:bodyPr>
              <a:lstStyle/>
              <a:p>
                <a:pPr algn="just"/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bụng sóng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áp, trở kháng đường dây sẽ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 đại</a:t>
                </a:r>
                <a:b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 trở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giá trị chuẩn hóa là: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 sóng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áp, trở kháng đường dây sẽ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 tiểu thuần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giá trị chuẩn hóa 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/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238576"/>
                <a:ext cx="10753725" cy="4359140"/>
              </a:xfrm>
              <a:blipFill>
                <a:blip r:embed="rId2"/>
                <a:stretch>
                  <a:fillRect l="-624" t="-3636" r="-1417" b="-1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05DB26-855B-4D96-B9FF-C4601C33284D}"/>
                  </a:ext>
                </a:extLst>
              </p:cNvPr>
              <p:cNvSpPr txBox="1"/>
              <p:nvPr/>
            </p:nvSpPr>
            <p:spPr>
              <a:xfrm>
                <a:off x="4944095" y="3144025"/>
                <a:ext cx="219903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05DB26-855B-4D96-B9FF-C4601C332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095" y="3144025"/>
                <a:ext cx="219903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24D194-076D-4E8D-85E6-0E0BAAA5D179}"/>
                  </a:ext>
                </a:extLst>
              </p:cNvPr>
              <p:cNvSpPr txBox="1"/>
              <p:nvPr/>
            </p:nvSpPr>
            <p:spPr>
              <a:xfrm>
                <a:off x="4996484" y="4749926"/>
                <a:ext cx="2199031" cy="101431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24D194-076D-4E8D-85E6-0E0BAAA5D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484" y="4749926"/>
                <a:ext cx="2199031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3991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Bụng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nút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238576"/>
                <a:ext cx="10753725" cy="4359140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đồ thị Smith, khi có sóng đứng, hệ số phản xạ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az-Cyrl-AZ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 di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 trên vòng tròn đẳng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có tâm là gốc tọa độ, bán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 được xác định trên thang giá trị của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 điểm của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tròn đẳng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238576"/>
                <a:ext cx="10753725" cy="4359140"/>
              </a:xfrm>
              <a:blipFill>
                <a:blip r:embed="rId2"/>
                <a:stretch>
                  <a:fillRect l="-130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8507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5116BBB-8F10-4A04-97CF-34D17C67D617}"/>
              </a:ext>
            </a:extLst>
          </p:cNvPr>
          <p:cNvSpPr txBox="1">
            <a:spLocks/>
          </p:cNvSpPr>
          <p:nvPr/>
        </p:nvSpPr>
        <p:spPr>
          <a:xfrm>
            <a:off x="709612" y="4900762"/>
            <a:ext cx="10772775" cy="162847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Bụng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nút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1E7C8B-27D2-4075-B562-90D7BE962850}"/>
              </a:ext>
            </a:extLst>
          </p:cNvPr>
          <p:cNvGrpSpPr/>
          <p:nvPr/>
        </p:nvGrpSpPr>
        <p:grpSpPr>
          <a:xfrm>
            <a:off x="3937784" y="-5710707"/>
            <a:ext cx="7962847" cy="15843512"/>
            <a:chOff x="3937784" y="-5710707"/>
            <a:chExt cx="7962847" cy="158435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9FB874D-3485-40CD-AC0F-E6E93226D673}"/>
                </a:ext>
              </a:extLst>
            </p:cNvPr>
            <p:cNvGrpSpPr/>
            <p:nvPr/>
          </p:nvGrpSpPr>
          <p:grpSpPr>
            <a:xfrm>
              <a:off x="3937784" y="-5710707"/>
              <a:ext cx="7962847" cy="15843512"/>
              <a:chOff x="323265" y="-5619010"/>
              <a:chExt cx="7962847" cy="15843512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95CB09A-6249-4D06-A610-B6BA3562520A}"/>
                  </a:ext>
                </a:extLst>
              </p:cNvPr>
              <p:cNvSpPr/>
              <p:nvPr/>
            </p:nvSpPr>
            <p:spPr>
              <a:xfrm>
                <a:off x="343252" y="306001"/>
                <a:ext cx="3960000" cy="3960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B8AAB2A-5670-479B-876C-2836C2600D5D}"/>
                  </a:ext>
                </a:extLst>
              </p:cNvPr>
              <p:cNvGrpSpPr/>
              <p:nvPr/>
            </p:nvGrpSpPr>
            <p:grpSpPr>
              <a:xfrm>
                <a:off x="323265" y="-5619010"/>
                <a:ext cx="7962847" cy="15843512"/>
                <a:chOff x="323265" y="-5619010"/>
                <a:chExt cx="7962847" cy="15843512"/>
              </a:xfrm>
            </p:grpSpPr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33DBB9BB-B0C6-4919-88A7-C82FF6DA3A11}"/>
                    </a:ext>
                  </a:extLst>
                </p:cNvPr>
                <p:cNvSpPr/>
                <p:nvPr/>
              </p:nvSpPr>
              <p:spPr>
                <a:xfrm>
                  <a:off x="2323252" y="-1681494"/>
                  <a:ext cx="3960000" cy="3960000"/>
                </a:xfrm>
                <a:prstGeom prst="arc">
                  <a:avLst>
                    <a:gd name="adj1" fmla="val 5423872"/>
                    <a:gd name="adj2" fmla="val 10818683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A3E7C31C-DB32-4D63-9439-02273A755ACF}"/>
                    </a:ext>
                  </a:extLst>
                </p:cNvPr>
                <p:cNvSpPr/>
                <p:nvPr/>
              </p:nvSpPr>
              <p:spPr>
                <a:xfrm>
                  <a:off x="366112" y="-5619010"/>
                  <a:ext cx="7920000" cy="7920000"/>
                </a:xfrm>
                <a:prstGeom prst="arc">
                  <a:avLst>
                    <a:gd name="adj1" fmla="val 5423872"/>
                    <a:gd name="adj2" fmla="val 8598588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F9A3C982-F70C-4705-9B39-62499077D531}"/>
                    </a:ext>
                  </a:extLst>
                </p:cNvPr>
                <p:cNvSpPr/>
                <p:nvPr/>
              </p:nvSpPr>
              <p:spPr>
                <a:xfrm rot="5400000">
                  <a:off x="2303265" y="2308486"/>
                  <a:ext cx="3960000" cy="3960000"/>
                </a:xfrm>
                <a:prstGeom prst="arc">
                  <a:avLst>
                    <a:gd name="adj1" fmla="val 5423872"/>
                    <a:gd name="adj2" fmla="val 10818683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Arc 26">
                  <a:extLst>
                    <a:ext uri="{FF2B5EF4-FFF2-40B4-BE49-F238E27FC236}">
                      <a16:creationId xmlns:a16="http://schemas.microsoft.com/office/drawing/2014/main" id="{0E081AE3-6243-48AA-9C40-7AAF4FDBC507}"/>
                    </a:ext>
                  </a:extLst>
                </p:cNvPr>
                <p:cNvSpPr/>
                <p:nvPr/>
              </p:nvSpPr>
              <p:spPr>
                <a:xfrm rot="5400000">
                  <a:off x="323265" y="2304502"/>
                  <a:ext cx="7920000" cy="7920000"/>
                </a:xfrm>
                <a:prstGeom prst="arc">
                  <a:avLst>
                    <a:gd name="adj1" fmla="val 7632509"/>
                    <a:gd name="adj2" fmla="val 10818683"/>
                  </a:avLst>
                </a:prstGeom>
                <a:ln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AD4E9D6A-E9ED-4E03-99C3-B66F69248AAF}"/>
                    </a:ext>
                  </a:extLst>
                </p:cNvPr>
                <p:cNvSpPr/>
                <p:nvPr/>
              </p:nvSpPr>
              <p:spPr>
                <a:xfrm>
                  <a:off x="2315522" y="1302988"/>
                  <a:ext cx="1980000" cy="1980000"/>
                </a:xfrm>
                <a:prstGeom prst="ellipse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B8CA5E26-C916-4C53-8E94-575A123C199D}"/>
                    </a:ext>
                  </a:extLst>
                </p:cNvPr>
                <p:cNvSpPr/>
                <p:nvPr/>
              </p:nvSpPr>
              <p:spPr>
                <a:xfrm>
                  <a:off x="3030994" y="1680182"/>
                  <a:ext cx="1260000" cy="1260000"/>
                </a:xfrm>
                <a:prstGeom prst="ellipse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CD77439-0280-4180-BB10-4A6252726807}"/>
                </a:ext>
              </a:extLst>
            </p:cNvPr>
            <p:cNvCxnSpPr>
              <a:cxnSpLocks/>
              <a:stCxn id="22" idx="2"/>
              <a:endCxn id="29" idx="6"/>
            </p:cNvCxnSpPr>
            <p:nvPr/>
          </p:nvCxnSpPr>
          <p:spPr>
            <a:xfrm>
              <a:off x="3957771" y="2194304"/>
              <a:ext cx="3947742" cy="241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07B1A6F-9179-4489-A2C6-3E3030601BCF}"/>
                </a:ext>
              </a:extLst>
            </p:cNvPr>
            <p:cNvSpPr/>
            <p:nvPr/>
          </p:nvSpPr>
          <p:spPr>
            <a:xfrm>
              <a:off x="5873126" y="212004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BC97EC21-7435-4D3B-87B4-3D1A900B2190}"/>
              </a:ext>
            </a:extLst>
          </p:cNvPr>
          <p:cNvSpPr/>
          <p:nvPr/>
        </p:nvSpPr>
        <p:spPr>
          <a:xfrm>
            <a:off x="5091983" y="1355291"/>
            <a:ext cx="1692000" cy="16920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2B1F373-651E-4AD5-B924-7CAE21255E57}"/>
              </a:ext>
            </a:extLst>
          </p:cNvPr>
          <p:cNvSpPr/>
          <p:nvPr/>
        </p:nvSpPr>
        <p:spPr>
          <a:xfrm>
            <a:off x="6726269" y="211909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86F4B3-FA0A-4BE4-8531-93300686787B}"/>
                  </a:ext>
                </a:extLst>
              </p:cNvPr>
              <p:cNvSpPr txBox="1"/>
              <p:nvPr/>
            </p:nvSpPr>
            <p:spPr>
              <a:xfrm>
                <a:off x="8079617" y="247931"/>
                <a:ext cx="1574049" cy="83099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 </a:t>
                </a:r>
                <a:r>
                  <a:rPr lang="en-GB" sz="24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m:oMathPara>
                </a14:m>
                <a:endParaRPr lang="en-GB" sz="24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86F4B3-FA0A-4BE4-8531-933006867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617" y="247931"/>
                <a:ext cx="1574049" cy="830997"/>
              </a:xfrm>
              <a:prstGeom prst="rect">
                <a:avLst/>
              </a:prstGeom>
              <a:blipFill>
                <a:blip r:embed="rId2"/>
                <a:stretch>
                  <a:fillRect l="-3065" t="-5072" r="-2682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1FCEC5-97AD-4E46-883E-11AD3F892149}"/>
                  </a:ext>
                </a:extLst>
              </p:cNvPr>
              <p:cNvSpPr txBox="1"/>
              <p:nvPr/>
            </p:nvSpPr>
            <p:spPr>
              <a:xfrm>
                <a:off x="2558140" y="2838450"/>
                <a:ext cx="1371914" cy="115570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 </a:t>
                </a:r>
                <a:r>
                  <a:rPr lang="en-GB" sz="24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endParaRPr lang="en-GB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1FCEC5-97AD-4E46-883E-11AD3F892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140" y="2838450"/>
                <a:ext cx="1371914" cy="1155701"/>
              </a:xfrm>
              <a:prstGeom prst="rect">
                <a:avLst/>
              </a:prstGeom>
              <a:blipFill>
                <a:blip r:embed="rId3"/>
                <a:stretch>
                  <a:fillRect l="-3524" t="-3665" r="-3084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4576F6-DAD3-4E93-AA72-C56FDF30A662}"/>
                  </a:ext>
                </a:extLst>
              </p:cNvPr>
              <p:cNvSpPr txBox="1"/>
              <p:nvPr/>
            </p:nvSpPr>
            <p:spPr>
              <a:xfrm>
                <a:off x="1977771" y="437342"/>
                <a:ext cx="1678011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 </a:t>
                </a:r>
                <a:r>
                  <a:rPr lang="en-GB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endParaRPr lang="en-GB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2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4576F6-DAD3-4E93-AA72-C56FDF30A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771" y="437342"/>
                <a:ext cx="1678011" cy="830997"/>
              </a:xfrm>
              <a:prstGeom prst="rect">
                <a:avLst/>
              </a:prstGeom>
              <a:blipFill>
                <a:blip r:embed="rId4"/>
                <a:stretch>
                  <a:fillRect l="-719" t="-5072" r="-36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ACDDB2CE-6BD4-4712-9BEA-C68E0685CB4D}"/>
              </a:ext>
            </a:extLst>
          </p:cNvPr>
          <p:cNvSpPr txBox="1"/>
          <p:nvPr/>
        </p:nvSpPr>
        <p:spPr>
          <a:xfrm>
            <a:off x="8302029" y="3018505"/>
            <a:ext cx="1454188" cy="8309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endParaRPr lang="en-GB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631569-4E84-4F3D-8F44-785B0C314B1E}"/>
              </a:ext>
            </a:extLst>
          </p:cNvPr>
          <p:cNvCxnSpPr>
            <a:cxnSpLocks/>
            <a:stCxn id="37" idx="3"/>
            <a:endCxn id="15" idx="1"/>
          </p:cNvCxnSpPr>
          <p:nvPr/>
        </p:nvCxnSpPr>
        <p:spPr>
          <a:xfrm>
            <a:off x="3655782" y="852841"/>
            <a:ext cx="2238432" cy="1288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4840C9-5BB3-4C83-A200-53B5FD1DD21D}"/>
              </a:ext>
            </a:extLst>
          </p:cNvPr>
          <p:cNvCxnSpPr>
            <a:cxnSpLocks/>
            <a:stCxn id="36" idx="3"/>
            <a:endCxn id="31" idx="3"/>
          </p:cNvCxnSpPr>
          <p:nvPr/>
        </p:nvCxnSpPr>
        <p:spPr>
          <a:xfrm flipV="1">
            <a:off x="3930054" y="2237721"/>
            <a:ext cx="1106489" cy="11785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460CDE8-D7E2-46D2-99B7-0BE3CE12E7F9}"/>
              </a:ext>
            </a:extLst>
          </p:cNvPr>
          <p:cNvSpPr/>
          <p:nvPr/>
        </p:nvSpPr>
        <p:spPr>
          <a:xfrm>
            <a:off x="5015455" y="2114809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A8B913-E3C5-4B7E-884B-8CCF6FACFA2F}"/>
              </a:ext>
            </a:extLst>
          </p:cNvPr>
          <p:cNvCxnSpPr>
            <a:cxnSpLocks/>
            <a:stCxn id="35" idx="2"/>
            <a:endCxn id="34" idx="7"/>
          </p:cNvCxnSpPr>
          <p:nvPr/>
        </p:nvCxnSpPr>
        <p:spPr>
          <a:xfrm flipH="1">
            <a:off x="6849181" y="1078928"/>
            <a:ext cx="2017461" cy="10612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76C7E2-9533-471D-BF5B-B656D3D399A8}"/>
              </a:ext>
            </a:extLst>
          </p:cNvPr>
          <p:cNvCxnSpPr>
            <a:cxnSpLocks/>
            <a:stCxn id="38" idx="1"/>
            <a:endCxn id="32" idx="4"/>
          </p:cNvCxnSpPr>
          <p:nvPr/>
        </p:nvCxnSpPr>
        <p:spPr>
          <a:xfrm flipH="1" flipV="1">
            <a:off x="5937983" y="3047291"/>
            <a:ext cx="2364046" cy="3867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4175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618204"/>
                <a:ext cx="10772775" cy="25237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618204"/>
                <a:ext cx="10772775" cy="2523768"/>
              </a:xfrm>
              <a:prstGeom prst="rect">
                <a:avLst/>
              </a:prstGeom>
              <a:blipFill>
                <a:blip r:embed="rId2"/>
                <a:stretch>
                  <a:fillRect l="-1244" t="-2899" b="-7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383F64E-639E-43AE-A18C-774DE9EB09AE}"/>
              </a:ext>
            </a:extLst>
          </p:cNvPr>
          <p:cNvGrpSpPr/>
          <p:nvPr/>
        </p:nvGrpSpPr>
        <p:grpSpPr>
          <a:xfrm>
            <a:off x="7612157" y="2075964"/>
            <a:ext cx="4344836" cy="4344836"/>
            <a:chOff x="7612157" y="1541392"/>
            <a:chExt cx="4344836" cy="434483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81DE41-539A-4982-862C-AB84B4B930E5}"/>
                </a:ext>
              </a:extLst>
            </p:cNvPr>
            <p:cNvSpPr/>
            <p:nvPr/>
          </p:nvSpPr>
          <p:spPr>
            <a:xfrm>
              <a:off x="7612157" y="1541392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69F561-4F1A-4682-8742-8DC44D9D493D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7612157" y="3713810"/>
              <a:ext cx="43448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D93F88-9EAC-442A-B3C3-94DB42CD2EAE}"/>
                </a:ext>
              </a:extLst>
            </p:cNvPr>
            <p:cNvSpPr/>
            <p:nvPr/>
          </p:nvSpPr>
          <p:spPr>
            <a:xfrm>
              <a:off x="9712395" y="3641630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4CC61F-6703-45E6-AEB1-DE45BD8C6344}"/>
                </a:ext>
              </a:extLst>
            </p:cNvPr>
            <p:cNvSpPr/>
            <p:nvPr/>
          </p:nvSpPr>
          <p:spPr>
            <a:xfrm>
              <a:off x="10584323" y="266572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48174-5B24-4AE9-BA8F-0C241F9C2E2D}"/>
                </a:ext>
              </a:extLst>
            </p:cNvPr>
            <p:cNvSpPr txBox="1"/>
            <p:nvPr/>
          </p:nvSpPr>
          <p:spPr>
            <a:xfrm>
              <a:off x="10725375" y="222531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29187-1475-473D-B916-D9D10BBC7EE0}"/>
                </a:ext>
              </a:extLst>
            </p:cNvPr>
            <p:cNvSpPr txBox="1"/>
            <p:nvPr/>
          </p:nvSpPr>
          <p:spPr>
            <a:xfrm>
              <a:off x="9375532" y="3140026"/>
              <a:ext cx="503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A251A465-8E3C-4A85-8BEA-03653E697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Bụng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nút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</p:spTree>
    <p:extLst>
      <p:ext uri="{BB962C8B-B14F-4D97-AF65-F5344CB8AC3E}">
        <p14:creationId xmlns:p14="http://schemas.microsoft.com/office/powerpoint/2010/main" val="25096003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Bụng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nút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168237"/>
                <a:ext cx="10753725" cy="4359140"/>
              </a:xfrm>
            </p:spPr>
            <p:txBody>
              <a:bodyPr anchor="ctr">
                <a:normAutofit lnSpcReduction="10000"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Nhờ đặc tính này, ta có thể suy ra trở kháng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tại đầu cuối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bằng cách đo hệ số sóng đứng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 cách từ các điểm bụng sóng hoặc nút sóng cho 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tải.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 được giá trị của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suy ra vị trí của điểm bụng sóng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 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giao điểm bên phải (hoặc bên trái) của đường 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với trục hoành.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 đó, xoay ngược chiều kim đồng hồ (về phía tải) trên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 S một góc xoay tương ứng với khoảng cách từ điểm bụng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áp (hoặc điểm nút điện áp) đến điểm tải, ta sẽ tìm được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 ứng với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.</a:t>
                </a:r>
                <a:r>
                  <a:rPr lang="vi-VN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6C9CA98-C3E8-4AB8-9AD8-9D2F3331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168237"/>
                <a:ext cx="10753725" cy="4359140"/>
              </a:xfrm>
              <a:blipFill>
                <a:blip r:embed="rId2"/>
                <a:stretch>
                  <a:fillRect l="-1304" t="-1259" r="-1417" b="-2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9668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/>
              <p:nvPr/>
            </p:nvSpPr>
            <p:spPr>
              <a:xfrm>
                <a:off x="558747" y="1940469"/>
                <a:ext cx="11018962" cy="29073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 sử ta cần vẽ điểm trở kháng của một đường dây có điện 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hệ số tỉ lệ, giả sử là một 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dương) 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thị Smith của điện trở chuẩn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𝜞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l-GR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47" y="1940469"/>
                <a:ext cx="11018962" cy="2907399"/>
              </a:xfrm>
              <a:prstGeom prst="rect">
                <a:avLst/>
              </a:prstGeom>
              <a:blipFill>
                <a:blip r:embed="rId2"/>
                <a:stretch>
                  <a:fillRect l="-1273" t="-2306" r="-1384" b="-64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7ECD3C-35DF-4649-AAF3-C6D5D16D8A20}"/>
                  </a:ext>
                </a:extLst>
              </p:cNvPr>
              <p:cNvSpPr txBox="1"/>
              <p:nvPr/>
            </p:nvSpPr>
            <p:spPr>
              <a:xfrm>
                <a:off x="2315089" y="4318268"/>
                <a:ext cx="7561822" cy="189782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7ECD3C-35DF-4649-AAF3-C6D5D16D8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089" y="4318268"/>
                <a:ext cx="7561822" cy="18978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9340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02200-AA05-45EE-A94D-9333A88B9082}"/>
              </a:ext>
            </a:extLst>
          </p:cNvPr>
          <p:cNvSpPr txBox="1"/>
          <p:nvPr/>
        </p:nvSpPr>
        <p:spPr>
          <a:xfrm>
            <a:off x="657223" y="2103532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7ECD3C-35DF-4649-AAF3-C6D5D16D8A20}"/>
                  </a:ext>
                </a:extLst>
              </p:cNvPr>
              <p:cNvSpPr txBox="1"/>
              <p:nvPr/>
            </p:nvSpPr>
            <p:spPr>
              <a:xfrm>
                <a:off x="2315089" y="3117849"/>
                <a:ext cx="6619049" cy="173060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7ECD3C-35DF-4649-AAF3-C6D5D16D8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089" y="3117849"/>
                <a:ext cx="6619049" cy="1730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D78B90-1BA7-4193-815B-3042CCFA52AF}"/>
                  </a:ext>
                </a:extLst>
              </p:cNvPr>
              <p:cNvSpPr txBox="1"/>
              <p:nvPr/>
            </p:nvSpPr>
            <p:spPr>
              <a:xfrm>
                <a:off x="2315089" y="1918741"/>
                <a:ext cx="1927127" cy="101431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D78B90-1BA7-4193-815B-3042CCFA5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089" y="1918741"/>
                <a:ext cx="1927127" cy="101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264F57-4FFC-4166-A87F-0557FE62A14D}"/>
              </a:ext>
            </a:extLst>
          </p:cNvPr>
          <p:cNvCxnSpPr/>
          <p:nvPr/>
        </p:nvCxnSpPr>
        <p:spPr>
          <a:xfrm>
            <a:off x="958441" y="3983150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CDAFD7-DB76-49FF-B045-E570C8CB8126}"/>
              </a:ext>
            </a:extLst>
          </p:cNvPr>
          <p:cNvSpPr txBox="1"/>
          <p:nvPr/>
        </p:nvSpPr>
        <p:spPr>
          <a:xfrm>
            <a:off x="709612" y="4848451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CDE527-40A1-4565-8B76-D48CC69EFAAF}"/>
                  </a:ext>
                </a:extLst>
              </p:cNvPr>
              <p:cNvSpPr txBox="1"/>
              <p:nvPr/>
            </p:nvSpPr>
            <p:spPr>
              <a:xfrm>
                <a:off x="2315089" y="4881247"/>
                <a:ext cx="2283589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CDE527-40A1-4565-8B76-D48CC69EF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089" y="4881247"/>
                <a:ext cx="228358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760017-EB13-426A-A45D-9589BAA29166}"/>
                  </a:ext>
                </a:extLst>
              </p:cNvPr>
              <p:cNvSpPr txBox="1"/>
              <p:nvPr/>
            </p:nvSpPr>
            <p:spPr>
              <a:xfrm>
                <a:off x="2315088" y="5647997"/>
                <a:ext cx="7353568" cy="11343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760017-EB13-426A-A45D-9589BAA29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088" y="5647997"/>
                <a:ext cx="7353568" cy="1134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8323B0-5B36-4177-BBAC-2AD2E5D7A235}"/>
              </a:ext>
            </a:extLst>
          </p:cNvPr>
          <p:cNvCxnSpPr/>
          <p:nvPr/>
        </p:nvCxnSpPr>
        <p:spPr>
          <a:xfrm>
            <a:off x="958441" y="6183353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8614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02200-AA05-45EE-A94D-9333A88B9082}"/>
              </a:ext>
            </a:extLst>
          </p:cNvPr>
          <p:cNvSpPr txBox="1"/>
          <p:nvPr/>
        </p:nvSpPr>
        <p:spPr>
          <a:xfrm>
            <a:off x="657223" y="2103532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7ECD3C-35DF-4649-AAF3-C6D5D16D8A20}"/>
                  </a:ext>
                </a:extLst>
              </p:cNvPr>
              <p:cNvSpPr txBox="1"/>
              <p:nvPr/>
            </p:nvSpPr>
            <p:spPr>
              <a:xfrm>
                <a:off x="2315089" y="3117849"/>
                <a:ext cx="7548439" cy="125348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𝛤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GB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GB" sz="3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𝛤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7ECD3C-35DF-4649-AAF3-C6D5D16D8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089" y="3117849"/>
                <a:ext cx="7548439" cy="12534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D78B90-1BA7-4193-815B-3042CCFA52AF}"/>
                  </a:ext>
                </a:extLst>
              </p:cNvPr>
              <p:cNvSpPr txBox="1"/>
              <p:nvPr/>
            </p:nvSpPr>
            <p:spPr>
              <a:xfrm>
                <a:off x="1970315" y="2119930"/>
                <a:ext cx="412568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→0≤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D78B90-1BA7-4193-815B-3042CCFA5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315" y="2119930"/>
                <a:ext cx="41256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264F57-4FFC-4166-A87F-0557FE62A14D}"/>
              </a:ext>
            </a:extLst>
          </p:cNvPr>
          <p:cNvCxnSpPr/>
          <p:nvPr/>
        </p:nvCxnSpPr>
        <p:spPr>
          <a:xfrm>
            <a:off x="958441" y="3788280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C98D51-4C66-46FA-9A43-582BFE9AE41E}"/>
              </a:ext>
            </a:extLst>
          </p:cNvPr>
          <p:cNvCxnSpPr/>
          <p:nvPr/>
        </p:nvCxnSpPr>
        <p:spPr>
          <a:xfrm>
            <a:off x="6222477" y="241168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61194B-9312-448D-A69F-BE3544E96AB6}"/>
                  </a:ext>
                </a:extLst>
              </p:cNvPr>
              <p:cNvSpPr txBox="1"/>
              <p:nvPr/>
            </p:nvSpPr>
            <p:spPr>
              <a:xfrm>
                <a:off x="7483449" y="1918741"/>
                <a:ext cx="4268830" cy="112761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61194B-9312-448D-A69F-BE3544E96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449" y="1918741"/>
                <a:ext cx="4268830" cy="11276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A5C09-3600-4BC0-A647-5B8D31C0BAEB}"/>
                  </a:ext>
                </a:extLst>
              </p:cNvPr>
              <p:cNvSpPr txBox="1"/>
              <p:nvPr/>
            </p:nvSpPr>
            <p:spPr>
              <a:xfrm>
                <a:off x="314795" y="4634578"/>
                <a:ext cx="11797256" cy="113967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2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5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5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5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GB" sz="25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GB" sz="25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GB" sz="25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f>
                        <m:fPr>
                          <m:ctrlP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5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2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GB" sz="2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GB" sz="2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GB" sz="25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n-GB" sz="2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GB" sz="2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n-GB" sz="2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A5C09-3600-4BC0-A647-5B8D31C0B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95" y="4634578"/>
                <a:ext cx="11797256" cy="1139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5890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02200-AA05-45EE-A94D-9333A88B9082}"/>
              </a:ext>
            </a:extLst>
          </p:cNvPr>
          <p:cNvSpPr txBox="1"/>
          <p:nvPr/>
        </p:nvSpPr>
        <p:spPr>
          <a:xfrm>
            <a:off x="657223" y="2103532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264F57-4FFC-4166-A87F-0557FE62A14D}"/>
              </a:ext>
            </a:extLst>
          </p:cNvPr>
          <p:cNvCxnSpPr/>
          <p:nvPr/>
        </p:nvCxnSpPr>
        <p:spPr>
          <a:xfrm>
            <a:off x="87481" y="367623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61194B-9312-448D-A69F-BE3544E96AB6}"/>
                  </a:ext>
                </a:extLst>
              </p:cNvPr>
              <p:cNvSpPr txBox="1"/>
              <p:nvPr/>
            </p:nvSpPr>
            <p:spPr>
              <a:xfrm>
                <a:off x="2044603" y="1924459"/>
                <a:ext cx="3984017" cy="1178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61194B-9312-448D-A69F-BE3544E96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603" y="1924459"/>
                <a:ext cx="3984017" cy="1178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A5C09-3600-4BC0-A647-5B8D31C0BAEB}"/>
                  </a:ext>
                </a:extLst>
              </p:cNvPr>
              <p:cNvSpPr txBox="1"/>
              <p:nvPr/>
            </p:nvSpPr>
            <p:spPr>
              <a:xfrm>
                <a:off x="1351616" y="3369036"/>
                <a:ext cx="10298241" cy="6143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3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A5C09-3600-4BC0-A647-5B8D31C0B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616" y="3369036"/>
                <a:ext cx="10298241" cy="614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9330E-5167-4DD0-B770-2AC12BD50843}"/>
              </a:ext>
            </a:extLst>
          </p:cNvPr>
          <p:cNvCxnSpPr/>
          <p:nvPr/>
        </p:nvCxnSpPr>
        <p:spPr>
          <a:xfrm>
            <a:off x="87481" y="505782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6FD9F-8563-405E-9774-2B7BB782F53C}"/>
                  </a:ext>
                </a:extLst>
              </p:cNvPr>
              <p:cNvSpPr txBox="1"/>
              <p:nvPr/>
            </p:nvSpPr>
            <p:spPr>
              <a:xfrm>
                <a:off x="1351617" y="4356964"/>
                <a:ext cx="7087846" cy="13237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GB" sz="3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3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p>
                                          <m:r>
                                            <a:rPr lang="en-GB" sz="3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6FD9F-8563-405E-9774-2B7BB782F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617" y="4356964"/>
                <a:ext cx="7087846" cy="1323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66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/>
              <p:nvPr/>
            </p:nvSpPr>
            <p:spPr>
              <a:xfrm>
                <a:off x="709612" y="2308816"/>
                <a:ext cx="10772775" cy="398801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  <m:r>
                      <a:rPr lang="el-GR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l-GR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𝜞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â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GB" sz="3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í</m:t>
                      </m:r>
                      <m:r>
                        <m:rPr>
                          <m:nor/>
                        </m:rPr>
                        <a:rPr lang="en-GB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nh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</m:d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308816"/>
                <a:ext cx="10772775" cy="3988015"/>
              </a:xfrm>
              <a:prstGeom prst="rect">
                <a:avLst/>
              </a:prstGeom>
              <a:blipFill>
                <a:blip r:embed="rId3"/>
                <a:stretch>
                  <a:fillRect l="-1244" t="-1835" r="-1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4495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/>
              <p:nvPr/>
            </p:nvSpPr>
            <p:spPr>
              <a:xfrm>
                <a:off x="657223" y="2031755"/>
                <a:ext cx="10772775" cy="447237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Smith.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3" y="2031755"/>
                <a:ext cx="10772775" cy="4472378"/>
              </a:xfrm>
              <a:prstGeom prst="rect">
                <a:avLst/>
              </a:prstGeom>
              <a:blipFill>
                <a:blip r:embed="rId2"/>
                <a:stretch>
                  <a:fillRect l="-1302" t="-1362" r="-1415" b="-3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9572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/>
              <p:nvPr/>
            </p:nvSpPr>
            <p:spPr>
              <a:xfrm>
                <a:off x="657223" y="2491852"/>
                <a:ext cx="10772775" cy="35521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nhỏ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nhỏ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3" y="2491852"/>
                <a:ext cx="10772775" cy="3552191"/>
              </a:xfrm>
              <a:prstGeom prst="rect">
                <a:avLst/>
              </a:prstGeom>
              <a:blipFill>
                <a:blip r:embed="rId2"/>
                <a:stretch>
                  <a:fillRect l="-1302" t="-1890" r="-1415" b="-3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8957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/>
              <p:nvPr/>
            </p:nvSpPr>
            <p:spPr>
              <a:xfrm>
                <a:off x="657219" y="2000979"/>
                <a:ext cx="10772775" cy="35537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chính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19" y="2000979"/>
                <a:ext cx="10772775" cy="3553730"/>
              </a:xfrm>
              <a:prstGeom prst="rect">
                <a:avLst/>
              </a:prstGeom>
              <a:blipFill>
                <a:blip r:embed="rId2"/>
                <a:stretch>
                  <a:fillRect l="-1302" t="-1887" r="-1415" b="-51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543AA-F7FD-4AB9-B5B1-F3310DF3B919}"/>
                  </a:ext>
                </a:extLst>
              </p:cNvPr>
              <p:cNvSpPr txBox="1"/>
              <p:nvPr/>
            </p:nvSpPr>
            <p:spPr>
              <a:xfrm>
                <a:off x="2715971" y="5554709"/>
                <a:ext cx="6655276" cy="110068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543AA-F7FD-4AB9-B5B1-F3310DF3B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971" y="5554709"/>
                <a:ext cx="6655276" cy="11006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0ABC0B-13AB-4C04-AD30-3B771F43B7D8}"/>
                  </a:ext>
                </a:extLst>
              </p:cNvPr>
              <p:cNvSpPr txBox="1"/>
              <p:nvPr/>
            </p:nvSpPr>
            <p:spPr>
              <a:xfrm>
                <a:off x="2715970" y="4313625"/>
                <a:ext cx="6655277" cy="6298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0ABC0B-13AB-4C04-AD30-3B771F43B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970" y="4313625"/>
                <a:ext cx="6655277" cy="629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366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E4063-BBF9-44BE-84EA-488102A5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4900762"/>
            <a:ext cx="10772775" cy="1628477"/>
          </a:xfrm>
          <a:solidFill>
            <a:srgbClr val="8AE2C7"/>
          </a:solidFill>
        </p:spPr>
        <p:txBody>
          <a:bodyPr>
            <a:normAutofit/>
          </a:bodyPr>
          <a:lstStyle/>
          <a:p>
            <a:pPr lvl="0" algn="ctr"/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Đổi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US" sz="54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2FB15C-FD0D-4FC7-A5DD-C64D4EC24A1A}"/>
              </a:ext>
            </a:extLst>
          </p:cNvPr>
          <p:cNvGrpSpPr/>
          <p:nvPr/>
        </p:nvGrpSpPr>
        <p:grpSpPr>
          <a:xfrm>
            <a:off x="1383378" y="-1"/>
            <a:ext cx="9194324" cy="4624311"/>
            <a:chOff x="1383378" y="-1"/>
            <a:chExt cx="9194324" cy="46243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FEA481-8F62-441E-A9DC-0D529ECAC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6162" y="1"/>
              <a:ext cx="4947524" cy="4572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C924494-B6BD-4251-B99D-8DF74DF981C2}"/>
                    </a:ext>
                  </a:extLst>
                </p:cNvPr>
                <p:cNvSpPr txBox="1"/>
                <p:nvPr/>
              </p:nvSpPr>
              <p:spPr>
                <a:xfrm>
                  <a:off x="7620155" y="-1"/>
                  <a:ext cx="152384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l-GR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C924494-B6BD-4251-B99D-8DF74DF98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155" y="-1"/>
                  <a:ext cx="1523846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04B1EB3-F9E6-42C3-99C8-88A1D45997FB}"/>
                    </a:ext>
                  </a:extLst>
                </p:cNvPr>
                <p:cNvSpPr txBox="1"/>
                <p:nvPr/>
              </p:nvSpPr>
              <p:spPr>
                <a:xfrm>
                  <a:off x="8382077" y="1435386"/>
                  <a:ext cx="1796243" cy="6298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l-GR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04B1EB3-F9E6-42C3-99C8-88A1D4599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77" y="1435386"/>
                  <a:ext cx="1796243" cy="62985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FF66609-3F88-4325-A560-C74D71F255F9}"/>
                    </a:ext>
                  </a:extLst>
                </p:cNvPr>
                <p:cNvSpPr txBox="1"/>
                <p:nvPr/>
              </p:nvSpPr>
              <p:spPr>
                <a:xfrm>
                  <a:off x="2281082" y="1540264"/>
                  <a:ext cx="1646342" cy="62985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l-GR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FF66609-3F88-4325-A560-C74D71F25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1082" y="1540264"/>
                  <a:ext cx="1646342" cy="62985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1D11B5F-59CA-4768-A6EE-B489BB308F0F}"/>
                    </a:ext>
                  </a:extLst>
                </p:cNvPr>
                <p:cNvSpPr txBox="1"/>
                <p:nvPr/>
              </p:nvSpPr>
              <p:spPr>
                <a:xfrm>
                  <a:off x="2630774" y="4039535"/>
                  <a:ext cx="259329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=1;</m:t>
                        </m:r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1D11B5F-59CA-4768-A6EE-B489BB308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0774" y="4039535"/>
                  <a:ext cx="2593297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364B74C-249A-41A1-BA78-536DACE3917A}"/>
                    </a:ext>
                  </a:extLst>
                </p:cNvPr>
                <p:cNvSpPr txBox="1"/>
                <p:nvPr/>
              </p:nvSpPr>
              <p:spPr>
                <a:xfrm>
                  <a:off x="7984405" y="3003693"/>
                  <a:ext cx="259329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=1;</m:t>
                        </m:r>
                        <m:r>
                          <a:rPr lang="en-GB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GB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=5</m:t>
                        </m:r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364B74C-249A-41A1-BA78-536DACE39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4405" y="3003693"/>
                  <a:ext cx="2593297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8C05D8-300F-4558-A247-D4593AEB66C4}"/>
                    </a:ext>
                  </a:extLst>
                </p:cNvPr>
                <p:cNvSpPr txBox="1"/>
                <p:nvPr/>
              </p:nvSpPr>
              <p:spPr>
                <a:xfrm>
                  <a:off x="1383378" y="2841474"/>
                  <a:ext cx="2593297" cy="1017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=1;</m:t>
                        </m:r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8C05D8-300F-4558-A247-D4593AEB6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3378" y="2841474"/>
                  <a:ext cx="2593297" cy="101752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524740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rgbClr val="B9E1E9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4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Ứng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dụng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332323"/>
              </p:ext>
            </p:extLst>
          </p:nvPr>
        </p:nvGraphicFramePr>
        <p:xfrm>
          <a:off x="5288347" y="644577"/>
          <a:ext cx="6254724" cy="5487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251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0" y="1708879"/>
                <a:ext cx="10772775" cy="30469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/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/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0" y="1708879"/>
                <a:ext cx="10772775" cy="3046988"/>
              </a:xfrm>
              <a:prstGeom prst="rect">
                <a:avLst/>
              </a:prstGeom>
              <a:blipFill>
                <a:blip r:embed="rId2"/>
                <a:stretch>
                  <a:fillRect l="-1244" t="-2200" r="-1414" b="-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50CD8-C094-4C56-9D16-A0D4D2E491BC}"/>
                  </a:ext>
                </a:extLst>
              </p:cNvPr>
              <p:cNvSpPr txBox="1"/>
              <p:nvPr/>
            </p:nvSpPr>
            <p:spPr>
              <a:xfrm>
                <a:off x="4227582" y="2633491"/>
                <a:ext cx="674201" cy="64466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50CD8-C094-4C56-9D16-A0D4D2E49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82" y="2633491"/>
                <a:ext cx="674201" cy="644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B783B3-EB4D-4FA4-934A-496E7297BC88}"/>
                  </a:ext>
                </a:extLst>
              </p:cNvPr>
              <p:cNvSpPr txBox="1"/>
              <p:nvPr/>
            </p:nvSpPr>
            <p:spPr>
              <a:xfrm>
                <a:off x="6475750" y="2353500"/>
                <a:ext cx="1656373" cy="1225400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B783B3-EB4D-4FA4-934A-496E7297B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750" y="2353500"/>
                <a:ext cx="1656373" cy="1225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CE6BBA-0ABB-4DC5-AC78-22481B85473C}"/>
                  </a:ext>
                </a:extLst>
              </p:cNvPr>
              <p:cNvSpPr txBox="1"/>
              <p:nvPr/>
            </p:nvSpPr>
            <p:spPr>
              <a:xfrm>
                <a:off x="4889467" y="4793673"/>
                <a:ext cx="2413062" cy="64466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CE6BBA-0ABB-4DC5-AC78-22481B854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467" y="4793673"/>
                <a:ext cx="2413062" cy="644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174C54-FE6A-4029-966B-A991542215BF}"/>
                  </a:ext>
                </a:extLst>
              </p:cNvPr>
              <p:cNvSpPr txBox="1"/>
              <p:nvPr/>
            </p:nvSpPr>
            <p:spPr>
              <a:xfrm>
                <a:off x="4807021" y="5568385"/>
                <a:ext cx="2577954" cy="64466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174C54-FE6A-4029-966B-A99154221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21" y="5568385"/>
                <a:ext cx="2577954" cy="644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D54175B-09C0-4ECD-B573-9D3E735935B2}"/>
              </a:ext>
            </a:extLst>
          </p:cNvPr>
          <p:cNvSpPr txBox="1"/>
          <p:nvPr/>
        </p:nvSpPr>
        <p:spPr>
          <a:xfrm>
            <a:off x="4392118" y="2693380"/>
            <a:ext cx="2593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6696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07" y="1689017"/>
                <a:ext cx="10772775" cy="452431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4138" indent="-84138"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</m:acc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7" y="1689017"/>
                <a:ext cx="10772775" cy="4524315"/>
              </a:xfrm>
              <a:prstGeom prst="rect">
                <a:avLst/>
              </a:prstGeom>
              <a:blipFill>
                <a:blip r:embed="rId2"/>
                <a:stretch>
                  <a:fillRect l="-1414" t="-1348" b="-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CE6BBA-0ABB-4DC5-AC78-22481B85473C}"/>
                  </a:ext>
                </a:extLst>
              </p:cNvPr>
              <p:cNvSpPr txBox="1"/>
              <p:nvPr/>
            </p:nvSpPr>
            <p:spPr>
              <a:xfrm>
                <a:off x="3586481" y="2287909"/>
                <a:ext cx="5019031" cy="64466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CE6BBA-0ABB-4DC5-AC78-22481B854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81" y="2287909"/>
                <a:ext cx="5019031" cy="644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DA0F45-9216-426B-9539-BFFAD5EBA98A}"/>
                  </a:ext>
                </a:extLst>
              </p:cNvPr>
              <p:cNvSpPr txBox="1"/>
              <p:nvPr/>
            </p:nvSpPr>
            <p:spPr>
              <a:xfrm>
                <a:off x="3863798" y="3003496"/>
                <a:ext cx="4464395" cy="64466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DA0F45-9216-426B-9539-BFFAD5EBA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98" y="3003496"/>
                <a:ext cx="4464395" cy="644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931FEC-3F0C-479F-B9C7-CB4469DA446B}"/>
                  </a:ext>
                </a:extLst>
              </p:cNvPr>
              <p:cNvSpPr txBox="1"/>
              <p:nvPr/>
            </p:nvSpPr>
            <p:spPr>
              <a:xfrm>
                <a:off x="1518415" y="4220995"/>
                <a:ext cx="3219055" cy="122482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931FEC-3F0C-479F-B9C7-CB4469DA4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415" y="4220995"/>
                <a:ext cx="3219055" cy="1224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AB5C04-BEAE-4216-8A2E-74EA2326BE5C}"/>
                  </a:ext>
                </a:extLst>
              </p:cNvPr>
              <p:cNvSpPr txBox="1"/>
              <p:nvPr/>
            </p:nvSpPr>
            <p:spPr>
              <a:xfrm>
                <a:off x="6718665" y="4245033"/>
                <a:ext cx="3219055" cy="122482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AB5C04-BEAE-4216-8A2E-74EA2326B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665" y="4245033"/>
                <a:ext cx="3219055" cy="1224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2028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F0932-320D-4210-B601-6D150CADA81F}"/>
              </a:ext>
            </a:extLst>
          </p:cNvPr>
          <p:cNvSpPr txBox="1"/>
          <p:nvPr/>
        </p:nvSpPr>
        <p:spPr>
          <a:xfrm>
            <a:off x="709610" y="1850171"/>
            <a:ext cx="10772775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4138" indent="-84138" algn="just"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4138" indent="-84138"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138" indent="-84138"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138" indent="-84138"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138" indent="-84138" algn="just">
              <a:buClr>
                <a:schemeClr val="tx1"/>
              </a:buClr>
              <a:buFontTx/>
              <a:buChar char="-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CE6BBA-0ABB-4DC5-AC78-22481B85473C}"/>
                  </a:ext>
                </a:extLst>
              </p:cNvPr>
              <p:cNvSpPr txBox="1"/>
              <p:nvPr/>
            </p:nvSpPr>
            <p:spPr>
              <a:xfrm>
                <a:off x="3586481" y="2467789"/>
                <a:ext cx="5019031" cy="64466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CE6BBA-0ABB-4DC5-AC78-22481B854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81" y="2467789"/>
                <a:ext cx="5019031" cy="644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DA0F45-9216-426B-9539-BFFAD5EBA98A}"/>
                  </a:ext>
                </a:extLst>
              </p:cNvPr>
              <p:cNvSpPr txBox="1"/>
              <p:nvPr/>
            </p:nvSpPr>
            <p:spPr>
              <a:xfrm>
                <a:off x="3863798" y="3183376"/>
                <a:ext cx="4464395" cy="64466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DA0F45-9216-426B-9539-BFFAD5EBA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98" y="3183376"/>
                <a:ext cx="4464395" cy="644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931FEC-3F0C-479F-B9C7-CB4469DA446B}"/>
                  </a:ext>
                </a:extLst>
              </p:cNvPr>
              <p:cNvSpPr txBox="1"/>
              <p:nvPr/>
            </p:nvSpPr>
            <p:spPr>
              <a:xfrm>
                <a:off x="4486467" y="4340915"/>
                <a:ext cx="3219055" cy="122482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931FEC-3F0C-479F-B9C7-CB4469DA4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467" y="4340915"/>
                <a:ext cx="3219055" cy="1224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AB5C04-BEAE-4216-8A2E-74EA2326BE5C}"/>
                  </a:ext>
                </a:extLst>
              </p:cNvPr>
              <p:cNvSpPr txBox="1"/>
              <p:nvPr/>
            </p:nvSpPr>
            <p:spPr>
              <a:xfrm>
                <a:off x="4486466" y="5610707"/>
                <a:ext cx="3219055" cy="122482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AB5C04-BEAE-4216-8A2E-74EA2326B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466" y="5610707"/>
                <a:ext cx="3219055" cy="1224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5922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F0932-320D-4210-B601-6D150CADA81F}"/>
              </a:ext>
            </a:extLst>
          </p:cNvPr>
          <p:cNvSpPr txBox="1"/>
          <p:nvPr/>
        </p:nvSpPr>
        <p:spPr>
          <a:xfrm>
            <a:off x="709610" y="1768841"/>
            <a:ext cx="10772775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0488" indent="-90488" algn="just"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0488" indent="-90488" algn="just"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931FEC-3F0C-479F-B9C7-CB4469DA446B}"/>
                  </a:ext>
                </a:extLst>
              </p:cNvPr>
              <p:cNvSpPr txBox="1"/>
              <p:nvPr/>
            </p:nvSpPr>
            <p:spPr>
              <a:xfrm>
                <a:off x="4051754" y="4297898"/>
                <a:ext cx="6951028" cy="122482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ac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931FEC-3F0C-479F-B9C7-CB4469DA4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754" y="4297898"/>
                <a:ext cx="6951028" cy="12248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6A4D42-DB93-48D6-8488-A1F4D4A0FABC}"/>
                  </a:ext>
                </a:extLst>
              </p:cNvPr>
              <p:cNvSpPr txBox="1"/>
              <p:nvPr/>
            </p:nvSpPr>
            <p:spPr>
              <a:xfrm>
                <a:off x="2893102" y="5562685"/>
                <a:ext cx="9024078" cy="122482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</m:ac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6A4D42-DB93-48D6-8488-A1F4D4A0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102" y="5562685"/>
                <a:ext cx="9024078" cy="1224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3280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C5E5F9-B544-4C91-900D-9150493414AD}"/>
              </a:ext>
            </a:extLst>
          </p:cNvPr>
          <p:cNvSpPr txBox="1">
            <a:spLocks/>
          </p:cNvSpPr>
          <p:nvPr/>
        </p:nvSpPr>
        <p:spPr>
          <a:xfrm>
            <a:off x="709612" y="4997893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2DE4E0-A0FD-4882-BA69-B259C18B9F5F}"/>
              </a:ext>
            </a:extLst>
          </p:cNvPr>
          <p:cNvGrpSpPr/>
          <p:nvPr/>
        </p:nvGrpSpPr>
        <p:grpSpPr>
          <a:xfrm>
            <a:off x="53445" y="109754"/>
            <a:ext cx="11967356" cy="4385686"/>
            <a:chOff x="53445" y="109754"/>
            <a:chExt cx="11967356" cy="438568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1DF19D1-669D-4273-994F-B30208F46E39}"/>
                </a:ext>
              </a:extLst>
            </p:cNvPr>
            <p:cNvSpPr/>
            <p:nvPr/>
          </p:nvSpPr>
          <p:spPr>
            <a:xfrm>
              <a:off x="794381" y="123810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218D1AD-A2CB-4B71-931F-B3C4B7AE0867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794381" y="2296228"/>
              <a:ext cx="21724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9BE9B7-5C7A-48FF-8551-FEF161FA89F0}"/>
                </a:ext>
              </a:extLst>
            </p:cNvPr>
            <p:cNvCxnSpPr>
              <a:cxnSpLocks/>
              <a:stCxn id="19" idx="0"/>
              <a:endCxn id="19" idx="4"/>
            </p:cNvCxnSpPr>
            <p:nvPr/>
          </p:nvCxnSpPr>
          <p:spPr>
            <a:xfrm>
              <a:off x="2966799" y="123810"/>
              <a:ext cx="0" cy="43448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D8F643A-6746-4B97-9C77-A5FBB315D12A}"/>
                </a:ext>
              </a:extLst>
            </p:cNvPr>
            <p:cNvCxnSpPr>
              <a:cxnSpLocks/>
              <a:endCxn id="69" idx="7"/>
            </p:cNvCxnSpPr>
            <p:nvPr/>
          </p:nvCxnSpPr>
          <p:spPr>
            <a:xfrm flipV="1">
              <a:off x="2996779" y="1408903"/>
              <a:ext cx="879141" cy="9023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47FB5E8-F45A-42AF-8CC3-650555C359BC}"/>
                </a:ext>
              </a:extLst>
            </p:cNvPr>
            <p:cNvCxnSpPr>
              <a:cxnSpLocks/>
              <a:stCxn id="19" idx="2"/>
              <a:endCxn id="69" idx="7"/>
            </p:cNvCxnSpPr>
            <p:nvPr/>
          </p:nvCxnSpPr>
          <p:spPr>
            <a:xfrm flipV="1">
              <a:off x="794381" y="1408903"/>
              <a:ext cx="3081539" cy="887325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16897E0-71AA-465E-8CB2-5D6A3B62E2F0}"/>
                    </a:ext>
                  </a:extLst>
                </p:cNvPr>
                <p:cNvSpPr txBox="1"/>
                <p:nvPr/>
              </p:nvSpPr>
              <p:spPr>
                <a:xfrm>
                  <a:off x="2222940" y="2225287"/>
                  <a:ext cx="341026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GB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acc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16897E0-71AA-465E-8CB2-5D6A3B62E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2940" y="2225287"/>
                  <a:ext cx="341026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76569AC-C521-48D8-8B55-44B3E9B638C0}"/>
                    </a:ext>
                  </a:extLst>
                </p:cNvPr>
                <p:cNvSpPr txBox="1"/>
                <p:nvPr/>
              </p:nvSpPr>
              <p:spPr>
                <a:xfrm>
                  <a:off x="3538568" y="1522739"/>
                  <a:ext cx="475938" cy="644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l-G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</m:acc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76569AC-C521-48D8-8B55-44B3E9B63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568" y="1522739"/>
                  <a:ext cx="475938" cy="64466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30251EEC-14ED-46C6-AD51-2F4166AB8C31}"/>
                    </a:ext>
                  </a:extLst>
                </p:cNvPr>
                <p:cNvSpPr txBox="1"/>
                <p:nvPr/>
              </p:nvSpPr>
              <p:spPr>
                <a:xfrm>
                  <a:off x="1154202" y="840384"/>
                  <a:ext cx="655818" cy="12248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</m:acc>
                          </m:num>
                          <m:den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30251EEC-14ED-46C6-AD51-2F4166AB8C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4202" y="840384"/>
                  <a:ext cx="655818" cy="122482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712A2A5-624B-4472-8043-71A2C6358641}"/>
                </a:ext>
              </a:extLst>
            </p:cNvPr>
            <p:cNvSpPr/>
            <p:nvPr/>
          </p:nvSpPr>
          <p:spPr>
            <a:xfrm>
              <a:off x="7052783" y="123810"/>
              <a:ext cx="4344836" cy="4344836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AE92B0F-DC9B-406C-B5B3-F0F1E4FCD306}"/>
                </a:ext>
              </a:extLst>
            </p:cNvPr>
            <p:cNvCxnSpPr>
              <a:cxnSpLocks/>
              <a:stCxn id="39" idx="0"/>
              <a:endCxn id="39" idx="4"/>
            </p:cNvCxnSpPr>
            <p:nvPr/>
          </p:nvCxnSpPr>
          <p:spPr>
            <a:xfrm>
              <a:off x="9225201" y="123810"/>
              <a:ext cx="0" cy="43448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036DB27-BE6C-4CE6-8706-F004BDC63E92}"/>
                </a:ext>
              </a:extLst>
            </p:cNvPr>
            <p:cNvCxnSpPr>
              <a:cxnSpLocks/>
              <a:endCxn id="66" idx="7"/>
            </p:cNvCxnSpPr>
            <p:nvPr/>
          </p:nvCxnSpPr>
          <p:spPr>
            <a:xfrm flipV="1">
              <a:off x="9225201" y="1402407"/>
              <a:ext cx="880977" cy="8938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6AEB1C1-CA07-41B9-9B4B-913A05A063BE}"/>
                    </a:ext>
                  </a:extLst>
                </p:cNvPr>
                <p:cNvSpPr txBox="1"/>
                <p:nvPr/>
              </p:nvSpPr>
              <p:spPr>
                <a:xfrm>
                  <a:off x="8316010" y="1751553"/>
                  <a:ext cx="341026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GB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acc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6AEB1C1-CA07-41B9-9B4B-913A05A06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6010" y="1751553"/>
                  <a:ext cx="34102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A1F4A59-A5A0-4E74-AFB4-F28E856BAE55}"/>
                    </a:ext>
                  </a:extLst>
                </p:cNvPr>
                <p:cNvSpPr txBox="1"/>
                <p:nvPr/>
              </p:nvSpPr>
              <p:spPr>
                <a:xfrm>
                  <a:off x="9760230" y="1542178"/>
                  <a:ext cx="475938" cy="644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l-G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</m:acc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A1F4A59-A5A0-4E74-AFB4-F28E856BA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0230" y="1542178"/>
                  <a:ext cx="475938" cy="6446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0B5E50B-A95A-41C2-BF36-C5CAF8197C95}"/>
                    </a:ext>
                  </a:extLst>
                </p:cNvPr>
                <p:cNvSpPr txBox="1"/>
                <p:nvPr/>
              </p:nvSpPr>
              <p:spPr>
                <a:xfrm>
                  <a:off x="7713759" y="3012053"/>
                  <a:ext cx="655818" cy="1083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GB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</m:acc>
                          </m:num>
                          <m:den>
                            <m:sSub>
                              <m:sSubPr>
                                <m:ctrlPr>
                                  <a:rPr lang="en-GB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GB" sz="28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0B5E50B-A95A-41C2-BF36-C5CAF8197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3759" y="3012053"/>
                  <a:ext cx="655818" cy="10831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A6C254B-6515-4B23-987B-8BEE320552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6278" y="2286001"/>
              <a:ext cx="888922" cy="95449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292808D-9EF1-4195-B50F-E75ACA871B2D}"/>
                    </a:ext>
                  </a:extLst>
                </p:cNvPr>
                <p:cNvSpPr txBox="1"/>
                <p:nvPr/>
              </p:nvSpPr>
              <p:spPr>
                <a:xfrm>
                  <a:off x="8529940" y="2677890"/>
                  <a:ext cx="728300" cy="643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l-G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</m:acc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292808D-9EF1-4195-B50F-E75ACA871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9940" y="2677890"/>
                  <a:ext cx="728300" cy="64388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4BC7B8D-AD24-428B-B460-03FD80C644E0}"/>
                </a:ext>
              </a:extLst>
            </p:cNvPr>
            <p:cNvSpPr/>
            <p:nvPr/>
          </p:nvSpPr>
          <p:spPr>
            <a:xfrm>
              <a:off x="2891415" y="2225287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8B3F316-C7A0-4324-ABA7-C131BD301007}"/>
                </a:ext>
              </a:extLst>
            </p:cNvPr>
            <p:cNvSpPr txBox="1"/>
            <p:nvPr/>
          </p:nvSpPr>
          <p:spPr>
            <a:xfrm>
              <a:off x="2646718" y="1711453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C5D4B90-F56C-46B2-9B8E-403FA6161837}"/>
                </a:ext>
              </a:extLst>
            </p:cNvPr>
            <p:cNvCxnSpPr>
              <a:cxnSpLocks/>
              <a:endCxn id="19" idx="6"/>
            </p:cNvCxnSpPr>
            <p:nvPr/>
          </p:nvCxnSpPr>
          <p:spPr>
            <a:xfrm flipV="1">
              <a:off x="3035774" y="2296228"/>
              <a:ext cx="2103443" cy="149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7E1F820-6ECD-4F94-ABCC-59F4FC261F74}"/>
                </a:ext>
              </a:extLst>
            </p:cNvPr>
            <p:cNvSpPr/>
            <p:nvPr/>
          </p:nvSpPr>
          <p:spPr>
            <a:xfrm>
              <a:off x="7915277" y="1026683"/>
              <a:ext cx="2566800" cy="2565604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86A46E7-555F-4811-B54E-5DBDA903DCFD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>
              <a:off x="7052783" y="2296228"/>
              <a:ext cx="1283494" cy="954497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24D7597-48D1-40AC-9215-B20ED66A7498}"/>
                </a:ext>
              </a:extLst>
            </p:cNvPr>
            <p:cNvCxnSpPr>
              <a:cxnSpLocks/>
              <a:endCxn id="39" idx="6"/>
            </p:cNvCxnSpPr>
            <p:nvPr/>
          </p:nvCxnSpPr>
          <p:spPr>
            <a:xfrm>
              <a:off x="9300585" y="2296228"/>
              <a:ext cx="209703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E9F4D58-FEDF-4244-8D10-A4CDEF0EDD0F}"/>
                </a:ext>
              </a:extLst>
            </p:cNvPr>
            <p:cNvSpPr/>
            <p:nvPr/>
          </p:nvSpPr>
          <p:spPr>
            <a:xfrm>
              <a:off x="9156226" y="2228811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A04AF89-C626-44C5-A3D5-06E38873D79C}"/>
                </a:ext>
              </a:extLst>
            </p:cNvPr>
            <p:cNvSpPr txBox="1"/>
            <p:nvPr/>
          </p:nvSpPr>
          <p:spPr>
            <a:xfrm>
              <a:off x="9193687" y="2188701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6A46BA8-757F-41E0-89B2-E53825D2ACAB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>
              <a:off x="7052783" y="2296228"/>
              <a:ext cx="21724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20AFD09-0B78-4184-B2C9-9246E124E065}"/>
                </a:ext>
              </a:extLst>
            </p:cNvPr>
            <p:cNvSpPr/>
            <p:nvPr/>
          </p:nvSpPr>
          <p:spPr>
            <a:xfrm>
              <a:off x="1685019" y="1033179"/>
              <a:ext cx="2566800" cy="2565604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356972D-0F11-42CA-BA5B-8B24A31E2111}"/>
                    </a:ext>
                  </a:extLst>
                </p:cNvPr>
                <p:cNvSpPr txBox="1"/>
                <p:nvPr/>
              </p:nvSpPr>
              <p:spPr>
                <a:xfrm>
                  <a:off x="4550016" y="109754"/>
                  <a:ext cx="3156997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Vòng </a:t>
                  </a:r>
                  <a:r>
                    <a:rPr lang="en-GB" sz="3200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tròn</a:t>
                  </a:r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356972D-0F11-42CA-BA5B-8B24A31E2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0016" y="109754"/>
                  <a:ext cx="3156997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4826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7F5EAF5-D734-4E84-9FFD-06D46AD100CE}"/>
                </a:ext>
              </a:extLst>
            </p:cNvPr>
            <p:cNvCxnSpPr>
              <a:cxnSpLocks/>
              <a:stCxn id="70" idx="2"/>
              <a:endCxn id="69" idx="0"/>
            </p:cNvCxnSpPr>
            <p:nvPr/>
          </p:nvCxnSpPr>
          <p:spPr>
            <a:xfrm flipH="1">
              <a:off x="2968419" y="694529"/>
              <a:ext cx="3160096" cy="3386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949C091F-5327-4BFA-8C1D-F9095D22A966}"/>
                </a:ext>
              </a:extLst>
            </p:cNvPr>
            <p:cNvCxnSpPr>
              <a:cxnSpLocks/>
              <a:stCxn id="70" idx="2"/>
              <a:endCxn id="66" idx="1"/>
            </p:cNvCxnSpPr>
            <p:nvPr/>
          </p:nvCxnSpPr>
          <p:spPr>
            <a:xfrm>
              <a:off x="6128515" y="694529"/>
              <a:ext cx="2162661" cy="7078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F5B2004-8A7D-4E0C-9ED0-70707B325ABB}"/>
                    </a:ext>
                  </a:extLst>
                </p:cNvPr>
                <p:cNvSpPr txBox="1"/>
                <p:nvPr/>
              </p:nvSpPr>
              <p:spPr>
                <a:xfrm>
                  <a:off x="4889746" y="3418222"/>
                  <a:ext cx="1076828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en-GB" sz="3200" b="0" dirty="0">
                    <a:solidFill>
                      <a:srgbClr val="7030A0"/>
                    </a:solidFill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F5B2004-8A7D-4E0C-9ED0-70707B325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9746" y="3418222"/>
                  <a:ext cx="1076828" cy="10772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BD2564-D0B8-45B1-BE82-D6F20376C3F3}"/>
                    </a:ext>
                  </a:extLst>
                </p:cNvPr>
                <p:cNvSpPr txBox="1"/>
                <p:nvPr/>
              </p:nvSpPr>
              <p:spPr>
                <a:xfrm>
                  <a:off x="53445" y="3401655"/>
                  <a:ext cx="1076828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GB" sz="3200" b="0" dirty="0">
                    <a:solidFill>
                      <a:srgbClr val="0070C0"/>
                    </a:solidFill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6BD2564-D0B8-45B1-BE82-D6F20376C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5" y="3401655"/>
                  <a:ext cx="1076828" cy="107721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2E9D0F9-8D24-4927-BC83-6E159C563D48}"/>
                    </a:ext>
                  </a:extLst>
                </p:cNvPr>
                <p:cNvSpPr txBox="1"/>
                <p:nvPr/>
              </p:nvSpPr>
              <p:spPr>
                <a:xfrm>
                  <a:off x="10943973" y="252001"/>
                  <a:ext cx="1076828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2E9D0F9-8D24-4927-BC83-6E159C563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3973" y="252001"/>
                  <a:ext cx="1076828" cy="584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4A85800-E9AC-418F-BBB2-E7D0F52A4634}"/>
                    </a:ext>
                  </a:extLst>
                </p:cNvPr>
                <p:cNvSpPr txBox="1"/>
                <p:nvPr/>
              </p:nvSpPr>
              <p:spPr>
                <a:xfrm>
                  <a:off x="5903973" y="1365239"/>
                  <a:ext cx="1076828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4A85800-E9AC-418F-BBB2-E7D0F52A4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3973" y="1365239"/>
                  <a:ext cx="1076828" cy="584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6A61199-EA08-46F8-90B6-C56B08D14811}"/>
                </a:ext>
              </a:extLst>
            </p:cNvPr>
            <p:cNvSpPr/>
            <p:nvPr/>
          </p:nvSpPr>
          <p:spPr>
            <a:xfrm>
              <a:off x="10406669" y="2228811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7FCEBFE0-7B53-4B67-843C-E2D99B1EB5BA}"/>
                </a:ext>
              </a:extLst>
            </p:cNvPr>
            <p:cNvCxnSpPr>
              <a:cxnSpLocks/>
              <a:stCxn id="86" idx="2"/>
              <a:endCxn id="94" idx="7"/>
            </p:cNvCxnSpPr>
            <p:nvPr/>
          </p:nvCxnSpPr>
          <p:spPr>
            <a:xfrm flipH="1">
              <a:off x="10529887" y="836776"/>
              <a:ext cx="952500" cy="1413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47AB779-E2EF-4082-8C34-E8FDD9F5B314}"/>
                </a:ext>
              </a:extLst>
            </p:cNvPr>
            <p:cNvSpPr/>
            <p:nvPr/>
          </p:nvSpPr>
          <p:spPr>
            <a:xfrm>
              <a:off x="7842624" y="2233100"/>
              <a:ext cx="144359" cy="14435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F46A42B-75BC-4358-A03C-9050797B4A65}"/>
                </a:ext>
              </a:extLst>
            </p:cNvPr>
            <p:cNvCxnSpPr>
              <a:cxnSpLocks/>
              <a:stCxn id="87" idx="2"/>
              <a:endCxn id="96" idx="1"/>
            </p:cNvCxnSpPr>
            <p:nvPr/>
          </p:nvCxnSpPr>
          <p:spPr>
            <a:xfrm>
              <a:off x="6442387" y="1950014"/>
              <a:ext cx="1421378" cy="304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E7B0A71-6BEE-4E2A-8633-6D50A64CCCDD}"/>
                </a:ext>
              </a:extLst>
            </p:cNvPr>
            <p:cNvSpPr/>
            <p:nvPr/>
          </p:nvSpPr>
          <p:spPr>
            <a:xfrm>
              <a:off x="4183936" y="2233099"/>
              <a:ext cx="144359" cy="144359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5D91CB-59A0-487D-AB49-785CAB755E2F}"/>
                </a:ext>
              </a:extLst>
            </p:cNvPr>
            <p:cNvCxnSpPr>
              <a:cxnSpLocks/>
              <a:stCxn id="78" idx="1"/>
              <a:endCxn id="98" idx="5"/>
            </p:cNvCxnSpPr>
            <p:nvPr/>
          </p:nvCxnSpPr>
          <p:spPr>
            <a:xfrm flipH="1" flipV="1">
              <a:off x="4307154" y="2356317"/>
              <a:ext cx="582592" cy="16005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EB80C57-D2BE-4A15-A324-351B5870D1A3}"/>
                </a:ext>
              </a:extLst>
            </p:cNvPr>
            <p:cNvSpPr/>
            <p:nvPr/>
          </p:nvSpPr>
          <p:spPr>
            <a:xfrm>
              <a:off x="1603411" y="2231965"/>
              <a:ext cx="144359" cy="14435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E10140E-E7DF-4C30-9368-21FA52338C12}"/>
                </a:ext>
              </a:extLst>
            </p:cNvPr>
            <p:cNvCxnSpPr>
              <a:cxnSpLocks/>
              <a:stCxn id="79" idx="0"/>
              <a:endCxn id="100" idx="3"/>
            </p:cNvCxnSpPr>
            <p:nvPr/>
          </p:nvCxnSpPr>
          <p:spPr>
            <a:xfrm flipV="1">
              <a:off x="591859" y="2355183"/>
              <a:ext cx="1032693" cy="10464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86637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215834"/>
                <a:ext cx="10772775" cy="392184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điểm khảo sát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chuyển dọc theo chiều dài đường dây (</a:t>
                </a:r>
                <a:r>
                  <a:rPr lang="vi-VN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 đường dây không tổn hao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điểm hệ số phản xạ sẽ di chuyển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đường tròn đẳng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 này, các vectơ điện áp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 điện chuẩn hóa trên 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sẽ có điểm gốc cố định nhưng điểm đỉnh sẽ di chuyển 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tròn đẳng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biên độ và pha biến thiên với chu kỳ 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chu vi vòng tròn) 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215834"/>
                <a:ext cx="10772775" cy="3921843"/>
              </a:xfrm>
              <a:prstGeom prst="rect">
                <a:avLst/>
              </a:prstGeom>
              <a:blipFill>
                <a:blip r:embed="rId2"/>
                <a:stretch>
                  <a:fillRect l="-1244" t="-1553" r="-1414" b="-18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4732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111860"/>
                <a:ext cx="10772775" cy="433965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 điện áp đạt biên độ cực đại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giao điểm của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 đẳng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nửa phải của trục hoành , góc pha bằng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 dòng điện đạt biên độ cực tiểu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tại giao điểm 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tròn đẳng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nửa trái của trục hoành, góc pha bằng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 là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bụng điện áp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vi-VN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 dòng điện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đường dây, 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 đường dây là số thực có trị số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đọc trực tiếp trên thang trị số ở nửa phải của trục hoành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111860"/>
                <a:ext cx="10772775" cy="4339650"/>
              </a:xfrm>
              <a:prstGeom prst="rect">
                <a:avLst/>
              </a:prstGeom>
              <a:blipFill>
                <a:blip r:embed="rId2"/>
                <a:stretch>
                  <a:fillRect l="-1244" t="-1404" r="-1414" b="-40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9163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865639"/>
                <a:ext cx="10772775" cy="483209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 điện áp đạt biên độ cực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giao điểm của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 đẳng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nửa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trái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trục hoành , góc pha bằng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Vectơ dòng điện đạt biên độ cực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tại giao điểm 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tròn đẳng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nửa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trục hoành, góc pha bằng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 là điểm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điện áp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dòng điện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đường dây, 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 đường dây là số thực có trị số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đọc trực tiếp trên thang trị số ở nửa phải của trục hoành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65639"/>
                <a:ext cx="10772775" cy="4832092"/>
              </a:xfrm>
              <a:prstGeom prst="rect">
                <a:avLst/>
              </a:prstGeom>
              <a:blipFill>
                <a:blip r:embed="rId2"/>
                <a:stretch>
                  <a:fillRect l="-1244" t="-1261" r="-1414" b="-35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1251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143421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vectơ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áp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dòng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đồ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thị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Smith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604302"/>
                <a:ext cx="10772775" cy="33547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Nhờ phương pháp biểu diễn vectơ điện áp và dòng điện trên 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ị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Smith, ta có thể: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biên độ và góc pha của điện áp và dòng điện tại bất kỳ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nào trên đường dây, nếu các đại lượng sóng tới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đã được xác định trước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 hiện phép tổng hoặc hiệu vect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ơ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trên đồ thị Smith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604302"/>
                <a:ext cx="10772775" cy="3354765"/>
              </a:xfrm>
              <a:prstGeom prst="rect">
                <a:avLst/>
              </a:prstGeom>
              <a:blipFill>
                <a:blip r:embed="rId2"/>
                <a:stretch>
                  <a:fillRect l="-1244" t="-1996" r="-1414" b="-5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0886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04932"/>
            <a:ext cx="10772775" cy="1603948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942581"/>
                <a:ext cx="10772775" cy="467820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rên đường truyền sóng, nếu ta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 giá trị trở kháng tải 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đầu cuối đường dây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(hoặc trở kháng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điểm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xác định trước), ta luôn có thể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 ra giá 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số sóng đứng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số phản 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  <m:d>
                      <m:dPr>
                        <m:ctrlPr>
                          <a:rPr lang="el-GR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 đường dây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 hóa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tại điểm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bất kỳ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trên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dây, với vị trí của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xác định tương đối so với điểm 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(hoặc so với điểm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 trước)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 cả các tính toán trên đều có thể thực hiện trực tiếp trên 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Smith mà không cần phương tiện trung gian nào 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942581"/>
                <a:ext cx="10772775" cy="4678204"/>
              </a:xfrm>
              <a:prstGeom prst="rect">
                <a:avLst/>
              </a:prstGeom>
              <a:blipFill>
                <a:blip r:embed="rId2"/>
                <a:stretch>
                  <a:fillRect l="-1244" t="-1434" r="-1414" b="-3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91363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/>
              <p:nvPr/>
            </p:nvSpPr>
            <p:spPr>
              <a:xfrm>
                <a:off x="709612" y="1803472"/>
                <a:ext cx="10772775" cy="475284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457200" indent="-457200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trở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=1+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</m:t>
                    </m:r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𝑐𝑚</m:t>
                    </m:r>
                  </m:oMath>
                </a14:m>
                <a:endParaRPr lang="en-GB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tx1"/>
                  </a:buClr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Clr>
                    <a:schemeClr val="tx1"/>
                  </a:buClr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Clr>
                    <a:schemeClr val="tx1"/>
                  </a:buClr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=1,25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03472"/>
                <a:ext cx="10772775" cy="4752840"/>
              </a:xfrm>
              <a:prstGeom prst="rect">
                <a:avLst/>
              </a:prstGeom>
              <a:blipFill>
                <a:blip r:embed="rId2"/>
                <a:stretch>
                  <a:fillRect l="-1414" t="-1282" r="-1414" b="-1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A119497-75A8-431F-AF8F-F1FC0A3D9516}"/>
              </a:ext>
            </a:extLst>
          </p:cNvPr>
          <p:cNvSpPr txBox="1">
            <a:spLocks/>
          </p:cNvSpPr>
          <p:nvPr/>
        </p:nvSpPr>
        <p:spPr>
          <a:xfrm>
            <a:off x="709612" y="104932"/>
            <a:ext cx="10772775" cy="1603948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35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5E694A-D369-4DC4-AE15-8F8191B2C845}"/>
              </a:ext>
            </a:extLst>
          </p:cNvPr>
          <p:cNvGrpSpPr/>
          <p:nvPr/>
        </p:nvGrpSpPr>
        <p:grpSpPr>
          <a:xfrm>
            <a:off x="1058231" y="141932"/>
            <a:ext cx="10075536" cy="4430069"/>
            <a:chOff x="2143145" y="32208"/>
            <a:chExt cx="10075536" cy="44300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F24C154-E1F0-4689-BDD8-E5B8BF97CAC2}"/>
                    </a:ext>
                  </a:extLst>
                </p:cNvPr>
                <p:cNvSpPr txBox="1"/>
                <p:nvPr/>
              </p:nvSpPr>
              <p:spPr>
                <a:xfrm>
                  <a:off x="2164381" y="341286"/>
                  <a:ext cx="505918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F24C154-E1F0-4689-BDD8-E5B8BF9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381" y="341286"/>
                  <a:ext cx="505918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47CE437-C8AD-4E08-8E5C-C261875FB939}"/>
                    </a:ext>
                  </a:extLst>
                </p:cNvPr>
                <p:cNvSpPr txBox="1"/>
                <p:nvPr/>
              </p:nvSpPr>
              <p:spPr>
                <a:xfrm>
                  <a:off x="2143145" y="1250612"/>
                  <a:ext cx="505918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47CE437-C8AD-4E08-8E5C-C261875FB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3145" y="1250612"/>
                  <a:ext cx="505918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7478AD8-EF78-4A19-A6D2-2BBF8F060765}"/>
                </a:ext>
              </a:extLst>
            </p:cNvPr>
            <p:cNvGrpSpPr/>
            <p:nvPr/>
          </p:nvGrpSpPr>
          <p:grpSpPr>
            <a:xfrm>
              <a:off x="2670299" y="32208"/>
              <a:ext cx="9548382" cy="4430069"/>
              <a:chOff x="2670299" y="32208"/>
              <a:chExt cx="9548382" cy="443006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22A95DF-66D3-4AD3-B788-3491B9F71B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0299" y="32208"/>
                <a:ext cx="7601286" cy="4200354"/>
              </a:xfrm>
              <a:prstGeom prst="rect">
                <a:avLst/>
              </a:prstGeom>
            </p:spPr>
          </p:pic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C5E6142-053C-4808-A804-D0805557CA9D}"/>
                  </a:ext>
                </a:extLst>
              </p:cNvPr>
              <p:cNvSpPr/>
              <p:nvPr/>
            </p:nvSpPr>
            <p:spPr>
              <a:xfrm>
                <a:off x="3785989" y="123931"/>
                <a:ext cx="127415" cy="12741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26B9649-4CAB-413F-B1F7-590193BF0B61}"/>
                  </a:ext>
                </a:extLst>
              </p:cNvPr>
              <p:cNvSpPr/>
              <p:nvPr/>
            </p:nvSpPr>
            <p:spPr>
              <a:xfrm>
                <a:off x="3790707" y="2121628"/>
                <a:ext cx="127415" cy="12741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3B992DD-02B7-4902-B8F4-2C8CED42E2F2}"/>
                      </a:ext>
                    </a:extLst>
                  </p:cNvPr>
                  <p:cNvSpPr txBox="1"/>
                  <p:nvPr/>
                </p:nvSpPr>
                <p:spPr>
                  <a:xfrm>
                    <a:off x="4848498" y="958224"/>
                    <a:ext cx="505918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3B992DD-02B7-4902-B8F4-2C8CED42E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8498" y="958224"/>
                    <a:ext cx="505918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4E7CCB4-A81A-430C-AE66-AD722B1BB3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5141" y="4277532"/>
                <a:ext cx="1798820" cy="0"/>
              </a:xfrm>
              <a:prstGeom prst="straightConnector1">
                <a:avLst/>
              </a:prstGeom>
              <a:ln w="254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A8E46B2-8B48-4868-AC73-0F7A8898F8A2}"/>
                  </a:ext>
                </a:extLst>
              </p:cNvPr>
              <p:cNvSpPr/>
              <p:nvPr/>
            </p:nvSpPr>
            <p:spPr>
              <a:xfrm>
                <a:off x="9170233" y="123931"/>
                <a:ext cx="127415" cy="12741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482BEB7-3891-4AEC-B01E-58E8628C6F7F}"/>
                  </a:ext>
                </a:extLst>
              </p:cNvPr>
              <p:cNvSpPr/>
              <p:nvPr/>
            </p:nvSpPr>
            <p:spPr>
              <a:xfrm>
                <a:off x="9144971" y="2121628"/>
                <a:ext cx="127415" cy="12741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F69D822A-D1AA-47B8-B74E-AD9D0E62A0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15969" y="341286"/>
                <a:ext cx="5417972" cy="0"/>
              </a:xfrm>
              <a:prstGeom prst="straightConnector1">
                <a:avLst/>
              </a:prstGeom>
              <a:ln w="254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60342984-8712-4F3D-B6E2-42896A8F3CF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8855" y="926061"/>
                    <a:ext cx="2169826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60342984-8712-4F3D-B6E2-42896A8F3C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8855" y="926061"/>
                    <a:ext cx="2169826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6A38B008-29C7-4786-88A1-349C8C74C98E}"/>
                      </a:ext>
                    </a:extLst>
                  </p:cNvPr>
                  <p:cNvSpPr txBox="1"/>
                  <p:nvPr/>
                </p:nvSpPr>
                <p:spPr>
                  <a:xfrm>
                    <a:off x="6470941" y="3737727"/>
                    <a:ext cx="93419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6A38B008-29C7-4786-88A1-349C8C74C9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0941" y="3737727"/>
                    <a:ext cx="934199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68C6A53B-37B2-4C3C-8B95-75BEE029BC49}"/>
                      </a:ext>
                    </a:extLst>
                  </p:cNvPr>
                  <p:cNvSpPr txBox="1"/>
                  <p:nvPr/>
                </p:nvSpPr>
                <p:spPr>
                  <a:xfrm>
                    <a:off x="8273880" y="2119805"/>
                    <a:ext cx="1023768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68C6A53B-37B2-4C3C-8B95-75BEE029BC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3880" y="2119805"/>
                    <a:ext cx="1023768" cy="58477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77E8E8DA-5890-4289-82B7-95C52B81983A}"/>
                      </a:ext>
                    </a:extLst>
                  </p:cNvPr>
                  <p:cNvSpPr txBox="1"/>
                  <p:nvPr/>
                </p:nvSpPr>
                <p:spPr>
                  <a:xfrm>
                    <a:off x="9246153" y="2934295"/>
                    <a:ext cx="1711655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77E8E8DA-5890-4289-82B7-95C52B8198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46153" y="2934295"/>
                    <a:ext cx="1711655" cy="58477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2EEAE11F-3DA4-4086-894E-DAFCC84619CA}"/>
                      </a:ext>
                    </a:extLst>
                  </p:cNvPr>
                  <p:cNvSpPr txBox="1"/>
                  <p:nvPr/>
                </p:nvSpPr>
                <p:spPr>
                  <a:xfrm>
                    <a:off x="9144971" y="3877502"/>
                    <a:ext cx="1711655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GB" sz="32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2EEAE11F-3DA4-4086-894E-DAFCC84619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4971" y="3877502"/>
                    <a:ext cx="1711655" cy="58477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DCC54856-778C-4124-A340-DE5922F1F818}"/>
                      </a:ext>
                    </a:extLst>
                  </p:cNvPr>
                  <p:cNvSpPr txBox="1"/>
                  <p:nvPr/>
                </p:nvSpPr>
                <p:spPr>
                  <a:xfrm>
                    <a:off x="6327708" y="341285"/>
                    <a:ext cx="394494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DCC54856-778C-4124-A340-DE5922F1F8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7708" y="341285"/>
                    <a:ext cx="394494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1526360E-D649-44C2-81BB-FAF2F0B60455}"/>
              </a:ext>
            </a:extLst>
          </p:cNvPr>
          <p:cNvSpPr txBox="1">
            <a:spLocks/>
          </p:cNvSpPr>
          <p:nvPr/>
        </p:nvSpPr>
        <p:spPr>
          <a:xfrm>
            <a:off x="709612" y="4930433"/>
            <a:ext cx="10772775" cy="1603948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5937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3B3CEA-CE5A-4988-8208-327D1A793C0E}"/>
                  </a:ext>
                </a:extLst>
              </p:cNvPr>
              <p:cNvSpPr txBox="1"/>
              <p:nvPr/>
            </p:nvSpPr>
            <p:spPr>
              <a:xfrm>
                <a:off x="31078" y="1599531"/>
                <a:ext cx="329034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3B3CEA-CE5A-4988-8208-327D1A793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8" y="1599531"/>
                <a:ext cx="3290341" cy="584775"/>
              </a:xfrm>
              <a:prstGeom prst="rect">
                <a:avLst/>
              </a:prstGeom>
              <a:blipFill>
                <a:blip r:embed="rId9"/>
                <a:stretch>
                  <a:fillRect l="-4630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/>
              <p:nvPr/>
            </p:nvSpPr>
            <p:spPr>
              <a:xfrm>
                <a:off x="3971134" y="1496151"/>
                <a:ext cx="3736783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134" y="1496151"/>
                <a:ext cx="3736783" cy="584775"/>
              </a:xfrm>
              <a:prstGeom prst="rect">
                <a:avLst/>
              </a:prstGeom>
              <a:blipFill>
                <a:blip r:embed="rId10"/>
                <a:stretch>
                  <a:fillRect l="-4078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9CAAD57-AEFE-4FEE-80F3-C09477127893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3938195" y="2080926"/>
            <a:ext cx="1901331" cy="7821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2B2F29-161C-4856-AF4B-F06D389D2529}"/>
              </a:ext>
            </a:extLst>
          </p:cNvPr>
          <p:cNvCxnSpPr>
            <a:cxnSpLocks/>
            <a:stCxn id="29" idx="2"/>
            <a:endCxn id="43" idx="1"/>
          </p:cNvCxnSpPr>
          <p:nvPr/>
        </p:nvCxnSpPr>
        <p:spPr>
          <a:xfrm>
            <a:off x="1676249" y="2184306"/>
            <a:ext cx="2443861" cy="13699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786465-5A56-4810-B0E2-B6145246BC3F}"/>
              </a:ext>
            </a:extLst>
          </p:cNvPr>
          <p:cNvGrpSpPr/>
          <p:nvPr/>
        </p:nvGrpSpPr>
        <p:grpSpPr>
          <a:xfrm>
            <a:off x="1626269" y="-4841"/>
            <a:ext cx="6487818" cy="6523049"/>
            <a:chOff x="1626269" y="-4841"/>
            <a:chExt cx="6487818" cy="6523049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2FFB1EB-7CD8-4A51-8376-42FAA5374C1E}"/>
                </a:ext>
              </a:extLst>
            </p:cNvPr>
            <p:cNvSpPr/>
            <p:nvPr/>
          </p:nvSpPr>
          <p:spPr>
            <a:xfrm rot="10800000">
              <a:off x="3794087" y="-4841"/>
              <a:ext cx="4320000" cy="4320000"/>
            </a:xfrm>
            <a:prstGeom prst="arc">
              <a:avLst>
                <a:gd name="adj1" fmla="val 16200000"/>
                <a:gd name="adj2" fmla="val 21433128"/>
              </a:avLst>
            </a:prstGeom>
            <a:ln w="3810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8E1E89F-27DF-4983-ACC8-C26816626A6E}"/>
                </a:ext>
              </a:extLst>
            </p:cNvPr>
            <p:cNvGrpSpPr/>
            <p:nvPr/>
          </p:nvGrpSpPr>
          <p:grpSpPr>
            <a:xfrm>
              <a:off x="1626269" y="2198208"/>
              <a:ext cx="4337516" cy="4320000"/>
              <a:chOff x="1614306" y="1955343"/>
              <a:chExt cx="4337516" cy="4320000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E5F1EAC-74B1-468F-AA6E-F5A7DFB6377D}"/>
                  </a:ext>
                </a:extLst>
              </p:cNvPr>
              <p:cNvSpPr/>
              <p:nvPr/>
            </p:nvSpPr>
            <p:spPr>
              <a:xfrm>
                <a:off x="1614306" y="1955343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9A1A7256-836A-49AD-92C1-47F4527F129E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646" y="2903365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D17BA9A-C8F1-4BC3-BA27-1E1497ED60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646" y="2903365"/>
                    <a:ext cx="728300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53A5FDF-9C17-4E77-A438-8730EC904C10}"/>
                  </a:ext>
                </a:extLst>
              </p:cNvPr>
              <p:cNvCxnSpPr>
                <a:cxnSpLocks/>
                <a:stCxn id="37" idx="2"/>
                <a:endCxn id="43" idx="6"/>
              </p:cNvCxnSpPr>
              <p:nvPr/>
            </p:nvCxnSpPr>
            <p:spPr>
              <a:xfrm flipV="1">
                <a:off x="1614306" y="4075088"/>
                <a:ext cx="4337516" cy="402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C5D3810-B35E-4C5E-A8B1-DF7E853FCEFD}"/>
                  </a:ext>
                </a:extLst>
              </p:cNvPr>
              <p:cNvCxnSpPr>
                <a:cxnSpLocks/>
                <a:stCxn id="37" idx="0"/>
                <a:endCxn id="37" idx="4"/>
              </p:cNvCxnSpPr>
              <p:nvPr/>
            </p:nvCxnSpPr>
            <p:spPr>
              <a:xfrm>
                <a:off x="3774306" y="1955343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B71A196-C6D0-4E17-89D6-B060CCD3BACB}"/>
                  </a:ext>
                </a:extLst>
              </p:cNvPr>
              <p:cNvSpPr/>
              <p:nvPr/>
            </p:nvSpPr>
            <p:spPr>
              <a:xfrm>
                <a:off x="3791822" y="2995088"/>
                <a:ext cx="2160000" cy="21600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3A0BEC0-4B6A-49D5-9A06-3DF7E351E6B8}"/>
                  </a:ext>
                </a:extLst>
              </p:cNvPr>
              <p:cNvSpPr/>
              <p:nvPr/>
            </p:nvSpPr>
            <p:spPr>
              <a:xfrm>
                <a:off x="3714061" y="4035853"/>
                <a:ext cx="144359" cy="14435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50F7F41-E881-4E49-BA7A-DA6342885749}"/>
                  </a:ext>
                </a:extLst>
              </p:cNvPr>
              <p:cNvSpPr/>
              <p:nvPr/>
            </p:nvSpPr>
            <p:spPr>
              <a:xfrm>
                <a:off x="4141469" y="314431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605544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cắt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toward generator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0,162</m:t>
                    </m:r>
                    <m:r>
                      <a:rPr lang="el-GR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B3CEA-CE5A-4988-8208-327D1A793C0E}"/>
              </a:ext>
            </a:extLst>
          </p:cNvPr>
          <p:cNvSpPr txBox="1"/>
          <p:nvPr/>
        </p:nvSpPr>
        <p:spPr>
          <a:xfrm>
            <a:off x="48467" y="1325730"/>
            <a:ext cx="2112133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 toward generator</a:t>
            </a:r>
            <a:endParaRPr lang="en-GB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/>
              <p:nvPr/>
            </p:nvSpPr>
            <p:spPr>
              <a:xfrm>
                <a:off x="6045920" y="1369254"/>
                <a:ext cx="129926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0,162</m:t>
                      </m:r>
                      <m:r>
                        <a:rPr lang="el-GR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20" y="1369254"/>
                <a:ext cx="129926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9CAAD57-AEFE-4FEE-80F3-C09477127893}"/>
              </a:ext>
            </a:extLst>
          </p:cNvPr>
          <p:cNvCxnSpPr>
            <a:cxnSpLocks/>
            <a:stCxn id="30" idx="1"/>
            <a:endCxn id="28" idx="6"/>
          </p:cNvCxnSpPr>
          <p:nvPr/>
        </p:nvCxnSpPr>
        <p:spPr>
          <a:xfrm flipH="1">
            <a:off x="4919216" y="1661642"/>
            <a:ext cx="1126704" cy="6118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2B2F29-161C-4856-AF4B-F06D389D2529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104534" y="2895390"/>
            <a:ext cx="543196" cy="3534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0B0DD3-9016-4A92-A552-86E491B9FB8C}"/>
              </a:ext>
            </a:extLst>
          </p:cNvPr>
          <p:cNvGrpSpPr/>
          <p:nvPr/>
        </p:nvGrpSpPr>
        <p:grpSpPr>
          <a:xfrm>
            <a:off x="1416000" y="-4841"/>
            <a:ext cx="6684019" cy="6668249"/>
            <a:chOff x="1416000" y="-4841"/>
            <a:chExt cx="6684019" cy="6668249"/>
          </a:xfrm>
        </p:grpSpPr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E2E0D3F7-DD89-46D4-B989-5221A4AB0533}"/>
                </a:ext>
              </a:extLst>
            </p:cNvPr>
            <p:cNvSpPr/>
            <p:nvPr/>
          </p:nvSpPr>
          <p:spPr>
            <a:xfrm rot="10800000">
              <a:off x="3780019" y="-4841"/>
              <a:ext cx="4320000" cy="4320000"/>
            </a:xfrm>
            <a:prstGeom prst="arc">
              <a:avLst>
                <a:gd name="adj1" fmla="val 16200000"/>
                <a:gd name="adj2" fmla="val 21433128"/>
              </a:avLst>
            </a:prstGeom>
            <a:ln w="3810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50EB8A6-7BE2-42D9-8EC1-E263DD7F986A}"/>
                </a:ext>
              </a:extLst>
            </p:cNvPr>
            <p:cNvSpPr/>
            <p:nvPr/>
          </p:nvSpPr>
          <p:spPr>
            <a:xfrm>
              <a:off x="1416000" y="1983408"/>
              <a:ext cx="4680000" cy="468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D29236A-A2DE-4E5C-BD10-FC3140A974D3}"/>
                </a:ext>
              </a:extLst>
            </p:cNvPr>
            <p:cNvGrpSpPr/>
            <p:nvPr/>
          </p:nvGrpSpPr>
          <p:grpSpPr>
            <a:xfrm>
              <a:off x="1416000" y="1766367"/>
              <a:ext cx="4680000" cy="4751841"/>
              <a:chOff x="1404037" y="1523502"/>
              <a:chExt cx="4680000" cy="475184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AC14CC5-C43A-482C-815B-AD3E5B24D30B}"/>
                  </a:ext>
                </a:extLst>
              </p:cNvPr>
              <p:cNvSpPr/>
              <p:nvPr/>
            </p:nvSpPr>
            <p:spPr>
              <a:xfrm>
                <a:off x="1614306" y="1955343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D17BA9A-C8F1-4BC3-BA27-1E1497ED60CB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646" y="2903365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D17BA9A-C8F1-4BC3-BA27-1E1497ED60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646" y="2903365"/>
                    <a:ext cx="728300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09B5FBF-4DC0-4308-AD49-190C8D97D164}"/>
                  </a:ext>
                </a:extLst>
              </p:cNvPr>
              <p:cNvCxnSpPr>
                <a:cxnSpLocks/>
                <a:stCxn id="8" idx="2"/>
                <a:endCxn id="8" idx="6"/>
              </p:cNvCxnSpPr>
              <p:nvPr/>
            </p:nvCxnSpPr>
            <p:spPr>
              <a:xfrm>
                <a:off x="1404037" y="4080543"/>
                <a:ext cx="468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33ABC4B4-ED9B-409F-A701-D80CC00A5543}"/>
                  </a:ext>
                </a:extLst>
              </p:cNvPr>
              <p:cNvCxnSpPr>
                <a:cxnSpLocks/>
                <a:stCxn id="6" idx="0"/>
                <a:endCxn id="6" idx="4"/>
              </p:cNvCxnSpPr>
              <p:nvPr/>
            </p:nvCxnSpPr>
            <p:spPr>
              <a:xfrm>
                <a:off x="3774306" y="1955343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6B0BE38-3DAB-44B3-BBA4-854CEFCB4F4B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V="1">
                <a:off x="3791822" y="1523502"/>
                <a:ext cx="1326724" cy="25515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5A60768-581A-42F4-B888-CF0CD622FD33}"/>
                  </a:ext>
                </a:extLst>
              </p:cNvPr>
              <p:cNvSpPr/>
              <p:nvPr/>
            </p:nvSpPr>
            <p:spPr>
              <a:xfrm>
                <a:off x="4762894" y="1958491"/>
                <a:ext cx="144359" cy="144359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28553F8-B19C-4C74-88CF-B9B9DE713C3E}"/>
                  </a:ext>
                </a:extLst>
              </p:cNvPr>
              <p:cNvSpPr/>
              <p:nvPr/>
            </p:nvSpPr>
            <p:spPr>
              <a:xfrm>
                <a:off x="3791822" y="2995088"/>
                <a:ext cx="2160000" cy="21600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92C8F1D-0EFA-4E82-9100-9098E0C423C9}"/>
                  </a:ext>
                </a:extLst>
              </p:cNvPr>
              <p:cNvSpPr/>
              <p:nvPr/>
            </p:nvSpPr>
            <p:spPr>
              <a:xfrm>
                <a:off x="3714061" y="4021785"/>
                <a:ext cx="144359" cy="14435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1A37C99-2A90-4202-99D8-D35834464E62}"/>
                  </a:ext>
                </a:extLst>
              </p:cNvPr>
              <p:cNvSpPr/>
              <p:nvPr/>
            </p:nvSpPr>
            <p:spPr>
              <a:xfrm>
                <a:off x="4141469" y="314431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222738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SWR)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=2,6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=2,6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3B3CEA-CE5A-4988-8208-327D1A793C0E}"/>
                  </a:ext>
                </a:extLst>
              </p:cNvPr>
              <p:cNvSpPr txBox="1"/>
              <p:nvPr/>
            </p:nvSpPr>
            <p:spPr>
              <a:xfrm>
                <a:off x="92412" y="1449915"/>
                <a:ext cx="2647175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3B3CEA-CE5A-4988-8208-327D1A793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2" y="1449915"/>
                <a:ext cx="2647175" cy="584775"/>
              </a:xfrm>
              <a:prstGeom prst="rect">
                <a:avLst/>
              </a:prstGeom>
              <a:blipFill>
                <a:blip r:embed="rId4"/>
                <a:stretch>
                  <a:fillRect l="-368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/>
              <p:nvPr/>
            </p:nvSpPr>
            <p:spPr>
              <a:xfrm>
                <a:off x="5962415" y="1742303"/>
                <a:ext cx="129926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0,162</m:t>
                      </m:r>
                      <m:r>
                        <a:rPr lang="el-GR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415" y="1742303"/>
                <a:ext cx="129926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69AFB39C-EA3A-406D-A5FF-8E1D0D01EB96}"/>
              </a:ext>
            </a:extLst>
          </p:cNvPr>
          <p:cNvGrpSpPr/>
          <p:nvPr/>
        </p:nvGrpSpPr>
        <p:grpSpPr>
          <a:xfrm>
            <a:off x="1416000" y="1766367"/>
            <a:ext cx="4680000" cy="4897041"/>
            <a:chOff x="1416000" y="1766367"/>
            <a:chExt cx="4680000" cy="489704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15A101C-2A62-411F-AC59-CB4284B6A1ED}"/>
                </a:ext>
              </a:extLst>
            </p:cNvPr>
            <p:cNvSpPr/>
            <p:nvPr/>
          </p:nvSpPr>
          <p:spPr>
            <a:xfrm>
              <a:off x="1416000" y="1983408"/>
              <a:ext cx="4680000" cy="468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054EB44-04B3-4563-85AD-400338507D65}"/>
                </a:ext>
              </a:extLst>
            </p:cNvPr>
            <p:cNvGrpSpPr/>
            <p:nvPr/>
          </p:nvGrpSpPr>
          <p:grpSpPr>
            <a:xfrm>
              <a:off x="1416000" y="1766367"/>
              <a:ext cx="4680000" cy="4751841"/>
              <a:chOff x="1404037" y="1523502"/>
              <a:chExt cx="4680000" cy="4751841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2F90AEB-732B-4FE4-994C-0849828928CD}"/>
                  </a:ext>
                </a:extLst>
              </p:cNvPr>
              <p:cNvSpPr/>
              <p:nvPr/>
            </p:nvSpPr>
            <p:spPr>
              <a:xfrm>
                <a:off x="1614306" y="1955343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6143B615-E2ED-4936-B039-8A43F9F464CC}"/>
                      </a:ext>
                    </a:extLst>
                  </p:cNvPr>
                  <p:cNvSpPr txBox="1"/>
                  <p:nvPr/>
                </p:nvSpPr>
                <p:spPr>
                  <a:xfrm>
                    <a:off x="4237714" y="2861161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6143B615-E2ED-4936-B039-8A43F9F464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7714" y="2861161"/>
                    <a:ext cx="728300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CEF22D0-D533-4600-88DC-1357D7E99F3A}"/>
                  </a:ext>
                </a:extLst>
              </p:cNvPr>
              <p:cNvCxnSpPr>
                <a:cxnSpLocks/>
                <a:stCxn id="25" idx="2"/>
                <a:endCxn id="25" idx="6"/>
              </p:cNvCxnSpPr>
              <p:nvPr/>
            </p:nvCxnSpPr>
            <p:spPr>
              <a:xfrm>
                <a:off x="1404037" y="4080543"/>
                <a:ext cx="468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67A6B4E-9D9C-4E4E-A318-0785E62482AB}"/>
                  </a:ext>
                </a:extLst>
              </p:cNvPr>
              <p:cNvCxnSpPr>
                <a:cxnSpLocks/>
                <a:stCxn id="27" idx="0"/>
                <a:endCxn id="27" idx="4"/>
              </p:cNvCxnSpPr>
              <p:nvPr/>
            </p:nvCxnSpPr>
            <p:spPr>
              <a:xfrm>
                <a:off x="3774306" y="1955343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9705C1C-B705-4430-BF2E-96DAAC3A3A9A}"/>
                  </a:ext>
                </a:extLst>
              </p:cNvPr>
              <p:cNvCxnSpPr>
                <a:cxnSpLocks/>
                <a:stCxn id="38" idx="7"/>
              </p:cNvCxnSpPr>
              <p:nvPr/>
            </p:nvCxnSpPr>
            <p:spPr>
              <a:xfrm flipV="1">
                <a:off x="3795075" y="1523502"/>
                <a:ext cx="1295335" cy="25194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50531C6-9185-4BF3-8DA6-4D22C5552A47}"/>
                  </a:ext>
                </a:extLst>
              </p:cNvPr>
              <p:cNvSpPr/>
              <p:nvPr/>
            </p:nvSpPr>
            <p:spPr>
              <a:xfrm>
                <a:off x="4762894" y="1958491"/>
                <a:ext cx="144359" cy="144359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0B98161-8830-452A-B3FA-C57250EB89B1}"/>
                  </a:ext>
                </a:extLst>
              </p:cNvPr>
              <p:cNvSpPr/>
              <p:nvPr/>
            </p:nvSpPr>
            <p:spPr>
              <a:xfrm>
                <a:off x="2759033" y="3082846"/>
                <a:ext cx="1980000" cy="1980000"/>
              </a:xfrm>
              <a:prstGeom prst="ellipse">
                <a:avLst/>
              </a:prstGeom>
              <a:noFill/>
              <a:ln w="38100">
                <a:solidFill>
                  <a:srgbClr val="7030A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D949646-47B0-42CD-8E9A-EE51B85B4F8E}"/>
                  </a:ext>
                </a:extLst>
              </p:cNvPr>
              <p:cNvSpPr/>
              <p:nvPr/>
            </p:nvSpPr>
            <p:spPr>
              <a:xfrm>
                <a:off x="3671857" y="4021785"/>
                <a:ext cx="144359" cy="14435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5C857C5-1D0B-40E0-81AB-D7E9B0C56E0B}"/>
                  </a:ext>
                </a:extLst>
              </p:cNvPr>
              <p:cNvSpPr/>
              <p:nvPr/>
            </p:nvSpPr>
            <p:spPr>
              <a:xfrm>
                <a:off x="4141469" y="314431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377ED62-8F81-44C5-A1C0-F413A4D7AEF9}"/>
              </a:ext>
            </a:extLst>
          </p:cNvPr>
          <p:cNvCxnSpPr>
            <a:cxnSpLocks/>
            <a:stCxn id="30" idx="1"/>
            <a:endCxn id="36" idx="6"/>
          </p:cNvCxnSpPr>
          <p:nvPr/>
        </p:nvCxnSpPr>
        <p:spPr>
          <a:xfrm flipH="1">
            <a:off x="4919216" y="2034691"/>
            <a:ext cx="1043199" cy="238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2B2F29-161C-4856-AF4B-F06D389D2529}"/>
              </a:ext>
            </a:extLst>
          </p:cNvPr>
          <p:cNvCxnSpPr>
            <a:cxnSpLocks/>
            <a:stCxn id="29" idx="2"/>
            <a:endCxn id="37" idx="1"/>
          </p:cNvCxnSpPr>
          <p:nvPr/>
        </p:nvCxnSpPr>
        <p:spPr>
          <a:xfrm>
            <a:off x="1416000" y="2034690"/>
            <a:ext cx="1644960" cy="15809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41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B3CEA-CE5A-4988-8208-327D1A793C0E}"/>
              </a:ext>
            </a:extLst>
          </p:cNvPr>
          <p:cNvSpPr txBox="1"/>
          <p:nvPr/>
        </p:nvSpPr>
        <p:spPr>
          <a:xfrm>
            <a:off x="5429160" y="5647302"/>
            <a:ext cx="2112133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endParaRPr lang="en-GB" sz="3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/>
              <p:nvPr/>
            </p:nvSpPr>
            <p:spPr>
              <a:xfrm>
                <a:off x="6058584" y="1518075"/>
                <a:ext cx="129926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0,162</m:t>
                      </m:r>
                      <m: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77BCF8-5096-428A-8108-97F7B53F9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584" y="1518075"/>
                <a:ext cx="129926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9CAAD57-AEFE-4FEE-80F3-C09477127893}"/>
              </a:ext>
            </a:extLst>
          </p:cNvPr>
          <p:cNvCxnSpPr>
            <a:cxnSpLocks/>
            <a:stCxn id="30" idx="1"/>
            <a:endCxn id="45" idx="6"/>
          </p:cNvCxnSpPr>
          <p:nvPr/>
        </p:nvCxnSpPr>
        <p:spPr>
          <a:xfrm flipH="1">
            <a:off x="4919216" y="1810463"/>
            <a:ext cx="1139368" cy="4630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5D8DD44-B0C3-46AC-B785-CA7791550EB1}"/>
              </a:ext>
            </a:extLst>
          </p:cNvPr>
          <p:cNvSpPr txBox="1"/>
          <p:nvPr/>
        </p:nvSpPr>
        <p:spPr>
          <a:xfrm>
            <a:off x="80288" y="1446348"/>
            <a:ext cx="2112133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endParaRPr lang="en-GB" sz="3200" dirty="0">
              <a:solidFill>
                <a:srgbClr val="00B05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0BF78CF-24B4-4FF9-9843-51674FDC35E7}"/>
              </a:ext>
            </a:extLst>
          </p:cNvPr>
          <p:cNvGrpSpPr/>
          <p:nvPr/>
        </p:nvGrpSpPr>
        <p:grpSpPr>
          <a:xfrm>
            <a:off x="1416000" y="1766367"/>
            <a:ext cx="4680000" cy="4897041"/>
            <a:chOff x="1416000" y="1766367"/>
            <a:chExt cx="4680000" cy="489704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A5E012D-2027-41C7-A0CF-1132CC62D8A6}"/>
                </a:ext>
              </a:extLst>
            </p:cNvPr>
            <p:cNvSpPr/>
            <p:nvPr/>
          </p:nvSpPr>
          <p:spPr>
            <a:xfrm>
              <a:off x="1416000" y="1983408"/>
              <a:ext cx="4680000" cy="468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8211A11-06B2-4AD1-8027-B0A33EEBF23A}"/>
                </a:ext>
              </a:extLst>
            </p:cNvPr>
            <p:cNvGrpSpPr/>
            <p:nvPr/>
          </p:nvGrpSpPr>
          <p:grpSpPr>
            <a:xfrm>
              <a:off x="1416000" y="1766367"/>
              <a:ext cx="4680000" cy="4751841"/>
              <a:chOff x="1404037" y="1523502"/>
              <a:chExt cx="4680000" cy="4751841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B5C2423-281A-4B25-8629-38086838AE35}"/>
                  </a:ext>
                </a:extLst>
              </p:cNvPr>
              <p:cNvSpPr/>
              <p:nvPr/>
            </p:nvSpPr>
            <p:spPr>
              <a:xfrm>
                <a:off x="1614306" y="1955343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8FB974DB-1AE6-40A9-8279-D9DCFE03D65C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646" y="2804889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8FB974DB-1AE6-40A9-8279-D9DCFE03D6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646" y="2804889"/>
                    <a:ext cx="728300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7449F00-AAAF-4F82-9063-E5C4D6AB29C1}"/>
                  </a:ext>
                </a:extLst>
              </p:cNvPr>
              <p:cNvCxnSpPr>
                <a:cxnSpLocks/>
                <a:stCxn id="28" idx="2"/>
                <a:endCxn id="28" idx="6"/>
              </p:cNvCxnSpPr>
              <p:nvPr/>
            </p:nvCxnSpPr>
            <p:spPr>
              <a:xfrm>
                <a:off x="1404037" y="4080543"/>
                <a:ext cx="468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33A9700-81B4-4CA6-AD80-F668A81A9763}"/>
                  </a:ext>
                </a:extLst>
              </p:cNvPr>
              <p:cNvCxnSpPr>
                <a:cxnSpLocks/>
                <a:stCxn id="40" idx="0"/>
                <a:endCxn id="40" idx="4"/>
              </p:cNvCxnSpPr>
              <p:nvPr/>
            </p:nvCxnSpPr>
            <p:spPr>
              <a:xfrm>
                <a:off x="3774306" y="1955343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2B7FD04-7D6C-465A-B1CE-7D4C5C2EAA3F}"/>
                  </a:ext>
                </a:extLst>
              </p:cNvPr>
              <p:cNvCxnSpPr>
                <a:cxnSpLocks/>
                <a:stCxn id="47" idx="7"/>
              </p:cNvCxnSpPr>
              <p:nvPr/>
            </p:nvCxnSpPr>
            <p:spPr>
              <a:xfrm flipV="1">
                <a:off x="3795075" y="1523502"/>
                <a:ext cx="1295335" cy="25194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432CDFA-8AB2-4EC6-9EF1-22E690F01078}"/>
                  </a:ext>
                </a:extLst>
              </p:cNvPr>
              <p:cNvSpPr/>
              <p:nvPr/>
            </p:nvSpPr>
            <p:spPr>
              <a:xfrm>
                <a:off x="4762894" y="1958491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18D116D-4E6B-475A-AA36-FB902D8D6912}"/>
                  </a:ext>
                </a:extLst>
              </p:cNvPr>
              <p:cNvSpPr/>
              <p:nvPr/>
            </p:nvSpPr>
            <p:spPr>
              <a:xfrm>
                <a:off x="2759033" y="3082846"/>
                <a:ext cx="1980000" cy="1980000"/>
              </a:xfrm>
              <a:prstGeom prst="ellipse">
                <a:avLst/>
              </a:prstGeom>
              <a:noFill/>
              <a:ln w="38100">
                <a:solidFill>
                  <a:srgbClr val="7030A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B3B9071-B521-48F5-99BA-CE302CE91140}"/>
                  </a:ext>
                </a:extLst>
              </p:cNvPr>
              <p:cNvSpPr/>
              <p:nvPr/>
            </p:nvSpPr>
            <p:spPr>
              <a:xfrm>
                <a:off x="3671857" y="4021785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4B28FE0-0436-4BA9-8855-19F6D29A4BCD}"/>
                  </a:ext>
                </a:extLst>
              </p:cNvPr>
              <p:cNvSpPr/>
              <p:nvPr/>
            </p:nvSpPr>
            <p:spPr>
              <a:xfrm>
                <a:off x="4141469" y="314431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F1A34E42-7A14-4622-959C-9CDFE32A1974}"/>
              </a:ext>
            </a:extLst>
          </p:cNvPr>
          <p:cNvSpPr/>
          <p:nvPr/>
        </p:nvSpPr>
        <p:spPr>
          <a:xfrm>
            <a:off x="2699934" y="4243531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5F1FF61-9A74-4A20-BDBE-920360BBFCAB}"/>
              </a:ext>
            </a:extLst>
          </p:cNvPr>
          <p:cNvSpPr/>
          <p:nvPr/>
        </p:nvSpPr>
        <p:spPr>
          <a:xfrm>
            <a:off x="4678818" y="4243531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03CFA6B-C0CE-4AE7-B560-7F3CED631FCD}"/>
                  </a:ext>
                </a:extLst>
              </p:cNvPr>
              <p:cNvSpPr txBox="1"/>
              <p:nvPr/>
            </p:nvSpPr>
            <p:spPr>
              <a:xfrm>
                <a:off x="4697211" y="3724452"/>
                <a:ext cx="89570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03CFA6B-C0CE-4AE7-B560-7F3CED631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211" y="3724452"/>
                <a:ext cx="89570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F019F9-6882-4E57-9989-C3F9D391D192}"/>
                  </a:ext>
                </a:extLst>
              </p:cNvPr>
              <p:cNvSpPr txBox="1"/>
              <p:nvPr/>
            </p:nvSpPr>
            <p:spPr>
              <a:xfrm>
                <a:off x="1922690" y="4268447"/>
                <a:ext cx="895701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F019F9-6882-4E57-9989-C3F9D391D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690" y="4268447"/>
                <a:ext cx="89570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2B2F29-161C-4856-AF4B-F06D389D2529}"/>
              </a:ext>
            </a:extLst>
          </p:cNvPr>
          <p:cNvCxnSpPr>
            <a:cxnSpLocks/>
            <a:stCxn id="29" idx="0"/>
            <a:endCxn id="50" idx="5"/>
          </p:cNvCxnSpPr>
          <p:nvPr/>
        </p:nvCxnSpPr>
        <p:spPr>
          <a:xfrm flipH="1" flipV="1">
            <a:off x="4802036" y="4366749"/>
            <a:ext cx="1683191" cy="12805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925CDF-B508-4206-B031-EE45E5A21164}"/>
              </a:ext>
            </a:extLst>
          </p:cNvPr>
          <p:cNvCxnSpPr>
            <a:cxnSpLocks/>
            <a:stCxn id="23" idx="2"/>
            <a:endCxn id="49" idx="2"/>
          </p:cNvCxnSpPr>
          <p:nvPr/>
        </p:nvCxnSpPr>
        <p:spPr>
          <a:xfrm>
            <a:off x="1136355" y="2523566"/>
            <a:ext cx="1563579" cy="17921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23B5BE-0CD3-4E41-9434-1CB75CCF7C98}"/>
                  </a:ext>
                </a:extLst>
              </p:cNvPr>
              <p:cNvSpPr txBox="1"/>
              <p:nvPr/>
            </p:nvSpPr>
            <p:spPr>
              <a:xfrm>
                <a:off x="-103986" y="6295012"/>
                <a:ext cx="268205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F23B5BE-0CD3-4E41-9434-1CB75CCF7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986" y="6295012"/>
                <a:ext cx="2682056" cy="584775"/>
              </a:xfrm>
              <a:prstGeom prst="rect">
                <a:avLst/>
              </a:prstGeom>
              <a:blipFill>
                <a:blip r:embed="rId8"/>
                <a:stretch>
                  <a:fillRect l="-3182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4B9FC1E-D64C-43C8-951B-288E203C059D}"/>
              </a:ext>
            </a:extLst>
          </p:cNvPr>
          <p:cNvCxnSpPr>
            <a:cxnSpLocks/>
            <a:stCxn id="31" idx="0"/>
            <a:endCxn id="46" idx="3"/>
          </p:cNvCxnSpPr>
          <p:nvPr/>
        </p:nvCxnSpPr>
        <p:spPr>
          <a:xfrm flipV="1">
            <a:off x="1237042" y="5015747"/>
            <a:ext cx="1823918" cy="1279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1608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cắt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toward generator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cắt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 toward generator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777" r="-3516" b="-13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3B3CEA-CE5A-4988-8208-327D1A793C0E}"/>
                  </a:ext>
                </a:extLst>
              </p:cNvPr>
              <p:cNvSpPr txBox="1"/>
              <p:nvPr/>
            </p:nvSpPr>
            <p:spPr>
              <a:xfrm>
                <a:off x="6464932" y="5960094"/>
                <a:ext cx="104441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  <m:r>
                        <a:rPr lang="el-GR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63B3CEA-CE5A-4988-8208-327D1A793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932" y="5960094"/>
                <a:ext cx="104441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2B2F29-161C-4856-AF4B-F06D389D2529}"/>
              </a:ext>
            </a:extLst>
          </p:cNvPr>
          <p:cNvCxnSpPr>
            <a:cxnSpLocks/>
            <a:stCxn id="29" idx="0"/>
            <a:endCxn id="50" idx="5"/>
          </p:cNvCxnSpPr>
          <p:nvPr/>
        </p:nvCxnSpPr>
        <p:spPr>
          <a:xfrm flipH="1" flipV="1">
            <a:off x="6165431" y="4360265"/>
            <a:ext cx="821709" cy="15998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D8DD44-B0C3-46AC-B785-CA7791550EB1}"/>
                  </a:ext>
                </a:extLst>
              </p:cNvPr>
              <p:cNvSpPr txBox="1"/>
              <p:nvPr/>
            </p:nvSpPr>
            <p:spPr>
              <a:xfrm>
                <a:off x="237604" y="5808721"/>
                <a:ext cx="98737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l-GR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D8DD44-B0C3-46AC-B785-CA7791550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04" y="5808721"/>
                <a:ext cx="98737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925CDF-B508-4206-B031-EE45E5A21164}"/>
              </a:ext>
            </a:extLst>
          </p:cNvPr>
          <p:cNvCxnSpPr>
            <a:cxnSpLocks/>
            <a:stCxn id="23" idx="0"/>
            <a:endCxn id="51" idx="3"/>
          </p:cNvCxnSpPr>
          <p:nvPr/>
        </p:nvCxnSpPr>
        <p:spPr>
          <a:xfrm flipV="1">
            <a:off x="731290" y="4360265"/>
            <a:ext cx="612993" cy="14484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B5C00AB-F095-42AC-B602-DD9AF5361E26}"/>
                  </a:ext>
                </a:extLst>
              </p:cNvPr>
              <p:cNvSpPr txBox="1"/>
              <p:nvPr/>
            </p:nvSpPr>
            <p:spPr>
              <a:xfrm>
                <a:off x="5780631" y="1425096"/>
                <a:ext cx="129926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0,162</m:t>
                      </m:r>
                      <m:r>
                        <a:rPr lang="el-GR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B5C00AB-F095-42AC-B602-DD9AF5361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631" y="1425096"/>
                <a:ext cx="129926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1C8E152-4DF0-417B-A2BB-08F17D2053DE}"/>
              </a:ext>
            </a:extLst>
          </p:cNvPr>
          <p:cNvCxnSpPr>
            <a:cxnSpLocks/>
            <a:stCxn id="70" idx="1"/>
            <a:endCxn id="39" idx="6"/>
          </p:cNvCxnSpPr>
          <p:nvPr/>
        </p:nvCxnSpPr>
        <p:spPr>
          <a:xfrm flipH="1">
            <a:off x="4919216" y="1717484"/>
            <a:ext cx="861415" cy="556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D5664F-2677-45ED-A669-CE99DB4E791E}"/>
              </a:ext>
            </a:extLst>
          </p:cNvPr>
          <p:cNvGrpSpPr/>
          <p:nvPr/>
        </p:nvGrpSpPr>
        <p:grpSpPr>
          <a:xfrm>
            <a:off x="1416000" y="1766367"/>
            <a:ext cx="4680000" cy="4897041"/>
            <a:chOff x="1416000" y="1766367"/>
            <a:chExt cx="4680000" cy="48970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3B4AAFD-61A7-48EE-9569-BDDB1720CB49}"/>
                </a:ext>
              </a:extLst>
            </p:cNvPr>
            <p:cNvSpPr/>
            <p:nvPr/>
          </p:nvSpPr>
          <p:spPr>
            <a:xfrm>
              <a:off x="1416000" y="1983408"/>
              <a:ext cx="4680000" cy="468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131E080-144D-44A0-9F0E-533A34C353CD}"/>
                </a:ext>
              </a:extLst>
            </p:cNvPr>
            <p:cNvGrpSpPr/>
            <p:nvPr/>
          </p:nvGrpSpPr>
          <p:grpSpPr>
            <a:xfrm>
              <a:off x="1626269" y="1766367"/>
              <a:ext cx="4469731" cy="4751841"/>
              <a:chOff x="1614306" y="1523502"/>
              <a:chExt cx="4469731" cy="4751841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D205F73-CA1D-40AD-91BD-57F0E925D7C6}"/>
                  </a:ext>
                </a:extLst>
              </p:cNvPr>
              <p:cNvSpPr/>
              <p:nvPr/>
            </p:nvSpPr>
            <p:spPr>
              <a:xfrm>
                <a:off x="1614306" y="1955343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45029BB6-9DF8-43A8-84B8-E83259001D0E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646" y="2818957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45029BB6-9DF8-43A8-84B8-E83259001D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646" y="2818957"/>
                    <a:ext cx="728300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E8DF3EA-F44D-40B8-BA96-55F23306BDC8}"/>
                  </a:ext>
                </a:extLst>
              </p:cNvPr>
              <p:cNvCxnSpPr>
                <a:cxnSpLocks/>
                <a:stCxn id="41" idx="6"/>
                <a:endCxn id="31" idx="6"/>
              </p:cNvCxnSpPr>
              <p:nvPr/>
            </p:nvCxnSpPr>
            <p:spPr>
              <a:xfrm flipV="1">
                <a:off x="3816216" y="4080543"/>
                <a:ext cx="2267821" cy="13422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A54928C-34B4-479F-8FF4-F14FC5ED9BA3}"/>
                  </a:ext>
                </a:extLst>
              </p:cNvPr>
              <p:cNvCxnSpPr>
                <a:cxnSpLocks/>
                <a:stCxn id="33" idx="0"/>
                <a:endCxn id="33" idx="4"/>
              </p:cNvCxnSpPr>
              <p:nvPr/>
            </p:nvCxnSpPr>
            <p:spPr>
              <a:xfrm>
                <a:off x="3774306" y="1955343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6543303-067D-4A9A-B8AA-C0B6798FC0AE}"/>
                  </a:ext>
                </a:extLst>
              </p:cNvPr>
              <p:cNvCxnSpPr>
                <a:cxnSpLocks/>
                <a:stCxn id="41" idx="7"/>
              </p:cNvCxnSpPr>
              <p:nvPr/>
            </p:nvCxnSpPr>
            <p:spPr>
              <a:xfrm flipV="1">
                <a:off x="3795075" y="1523502"/>
                <a:ext cx="1295335" cy="25194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96EA927-B0DB-4FDD-87A4-8E70408EEAFF}"/>
                  </a:ext>
                </a:extLst>
              </p:cNvPr>
              <p:cNvSpPr/>
              <p:nvPr/>
            </p:nvSpPr>
            <p:spPr>
              <a:xfrm>
                <a:off x="4762894" y="1958491"/>
                <a:ext cx="144359" cy="14435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AAB9291-E4C0-4789-99AA-76374DEA4CA3}"/>
                  </a:ext>
                </a:extLst>
              </p:cNvPr>
              <p:cNvSpPr/>
              <p:nvPr/>
            </p:nvSpPr>
            <p:spPr>
              <a:xfrm>
                <a:off x="2759033" y="3082846"/>
                <a:ext cx="1980000" cy="19800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17C5BB1-493C-4CE4-ADE8-58D641C832C7}"/>
                  </a:ext>
                </a:extLst>
              </p:cNvPr>
              <p:cNvSpPr/>
              <p:nvPr/>
            </p:nvSpPr>
            <p:spPr>
              <a:xfrm>
                <a:off x="3671857" y="4021785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A3C18C7-6E02-4122-A9A1-A2F337051B90}"/>
                  </a:ext>
                </a:extLst>
              </p:cNvPr>
              <p:cNvSpPr/>
              <p:nvPr/>
            </p:nvSpPr>
            <p:spPr>
              <a:xfrm>
                <a:off x="4141469" y="314431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EDF254D3-737E-40F9-BA0E-035DF919E160}"/>
              </a:ext>
            </a:extLst>
          </p:cNvPr>
          <p:cNvSpPr/>
          <p:nvPr/>
        </p:nvSpPr>
        <p:spPr>
          <a:xfrm>
            <a:off x="4678818" y="4243531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88159C7-1C8B-4912-9466-B745A3CBE731}"/>
                  </a:ext>
                </a:extLst>
              </p:cNvPr>
              <p:cNvSpPr txBox="1"/>
              <p:nvPr/>
            </p:nvSpPr>
            <p:spPr>
              <a:xfrm>
                <a:off x="4823823" y="3682248"/>
                <a:ext cx="89570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88159C7-1C8B-4912-9466-B745A3CBE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23" y="3682248"/>
                <a:ext cx="895701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D10478-0EED-4DEB-9839-BE552DD849A9}"/>
                  </a:ext>
                </a:extLst>
              </p:cNvPr>
              <p:cNvSpPr txBox="1"/>
              <p:nvPr/>
            </p:nvSpPr>
            <p:spPr>
              <a:xfrm>
                <a:off x="1948592" y="4310302"/>
                <a:ext cx="89570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D10478-0EED-4DEB-9839-BE552DD84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592" y="4310302"/>
                <a:ext cx="895701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72C0F2E-9B96-4687-BB8B-47AAD61A7836}"/>
              </a:ext>
            </a:extLst>
          </p:cNvPr>
          <p:cNvCxnSpPr>
            <a:cxnSpLocks/>
            <a:stCxn id="31" idx="2"/>
            <a:endCxn id="41" idx="2"/>
          </p:cNvCxnSpPr>
          <p:nvPr/>
        </p:nvCxnSpPr>
        <p:spPr>
          <a:xfrm>
            <a:off x="1416000" y="4323408"/>
            <a:ext cx="2267820" cy="1342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0C8FB91C-3FD0-431B-B010-5189E6EEE516}"/>
              </a:ext>
            </a:extLst>
          </p:cNvPr>
          <p:cNvSpPr/>
          <p:nvPr/>
        </p:nvSpPr>
        <p:spPr>
          <a:xfrm>
            <a:off x="6042213" y="4237047"/>
            <a:ext cx="144359" cy="14435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EC0F9C2-D956-4B3E-B4E6-DDDD08FDEC42}"/>
              </a:ext>
            </a:extLst>
          </p:cNvPr>
          <p:cNvSpPr/>
          <p:nvPr/>
        </p:nvSpPr>
        <p:spPr>
          <a:xfrm>
            <a:off x="1323142" y="4237047"/>
            <a:ext cx="144359" cy="14435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9233E58-A56B-45AC-839E-C716821DB0B0}"/>
              </a:ext>
            </a:extLst>
          </p:cNvPr>
          <p:cNvSpPr/>
          <p:nvPr/>
        </p:nvSpPr>
        <p:spPr>
          <a:xfrm>
            <a:off x="2699934" y="4243531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84050F-DEE6-4B6D-B2BA-EA2ED4F6FFB1}"/>
              </a:ext>
            </a:extLst>
          </p:cNvPr>
          <p:cNvSpPr txBox="1"/>
          <p:nvPr/>
        </p:nvSpPr>
        <p:spPr>
          <a:xfrm>
            <a:off x="121884" y="1344094"/>
            <a:ext cx="2112133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 toward generator</a:t>
            </a:r>
            <a:endParaRPr lang="en-GB" sz="3200" dirty="0">
              <a:solidFill>
                <a:srgbClr val="FF0000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C2BDEEE-907C-4873-9B52-A490F710A62D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1177951" y="2913754"/>
            <a:ext cx="448318" cy="3514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8196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GB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0,162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=0,088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=0,44 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𝑐𝑚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d>
                        <m:d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3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GB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0,162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33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69</m:t>
                      </m:r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cm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C7433A9-5F41-4BEE-86FF-1146A1827354}"/>
                  </a:ext>
                </a:extLst>
              </p:cNvPr>
              <p:cNvSpPr txBox="1"/>
              <p:nvPr/>
            </p:nvSpPr>
            <p:spPr>
              <a:xfrm>
                <a:off x="6464932" y="5960094"/>
                <a:ext cx="104441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  <m:r>
                        <a:rPr lang="el-GR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C7433A9-5F41-4BEE-86FF-1146A1827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932" y="5960094"/>
                <a:ext cx="104441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35EC0B6-6FBF-49D1-987A-7F11F78EDD43}"/>
              </a:ext>
            </a:extLst>
          </p:cNvPr>
          <p:cNvCxnSpPr>
            <a:cxnSpLocks/>
            <a:stCxn id="80" idx="0"/>
            <a:endCxn id="102" idx="5"/>
          </p:cNvCxnSpPr>
          <p:nvPr/>
        </p:nvCxnSpPr>
        <p:spPr>
          <a:xfrm flipH="1" flipV="1">
            <a:off x="6165431" y="4360265"/>
            <a:ext cx="821709" cy="15998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05EFD65-1A9A-43CD-B2D0-CD37B7495F86}"/>
                  </a:ext>
                </a:extLst>
              </p:cNvPr>
              <p:cNvSpPr txBox="1"/>
              <p:nvPr/>
            </p:nvSpPr>
            <p:spPr>
              <a:xfrm>
                <a:off x="92058" y="1518075"/>
                <a:ext cx="98737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l-GR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05EFD65-1A9A-43CD-B2D0-CD37B7495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8" y="1518075"/>
                <a:ext cx="98737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CBFC486-0021-454D-ADC9-0EA98D145227}"/>
              </a:ext>
            </a:extLst>
          </p:cNvPr>
          <p:cNvCxnSpPr>
            <a:cxnSpLocks/>
            <a:stCxn id="82" idx="2"/>
            <a:endCxn id="103" idx="1"/>
          </p:cNvCxnSpPr>
          <p:nvPr/>
        </p:nvCxnSpPr>
        <p:spPr>
          <a:xfrm>
            <a:off x="585744" y="2102850"/>
            <a:ext cx="758539" cy="21553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73F5320-CB33-4CE0-8776-37840C3E8568}"/>
                  </a:ext>
                </a:extLst>
              </p:cNvPr>
              <p:cNvSpPr txBox="1"/>
              <p:nvPr/>
            </p:nvSpPr>
            <p:spPr>
              <a:xfrm>
                <a:off x="5780631" y="1425096"/>
                <a:ext cx="129926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0,162</m:t>
                      </m:r>
                      <m:r>
                        <a:rPr lang="el-GR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73F5320-CB33-4CE0-8776-37840C3E8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631" y="1425096"/>
                <a:ext cx="129926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0A24A7A-E0C9-4EF2-A0D7-906E9ADEE9B9}"/>
              </a:ext>
            </a:extLst>
          </p:cNvPr>
          <p:cNvCxnSpPr>
            <a:cxnSpLocks/>
            <a:stCxn id="84" idx="1"/>
            <a:endCxn id="94" idx="6"/>
          </p:cNvCxnSpPr>
          <p:nvPr/>
        </p:nvCxnSpPr>
        <p:spPr>
          <a:xfrm flipH="1">
            <a:off x="4919216" y="1717484"/>
            <a:ext cx="861415" cy="556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7491548-F003-4430-A060-F4E099EBF8F5}"/>
              </a:ext>
            </a:extLst>
          </p:cNvPr>
          <p:cNvGrpSpPr/>
          <p:nvPr/>
        </p:nvGrpSpPr>
        <p:grpSpPr>
          <a:xfrm>
            <a:off x="1416000" y="1766367"/>
            <a:ext cx="4680000" cy="4897041"/>
            <a:chOff x="1416000" y="1766367"/>
            <a:chExt cx="4680000" cy="4897041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45BEEFA-77A9-414A-808D-B10557A82F3D}"/>
                </a:ext>
              </a:extLst>
            </p:cNvPr>
            <p:cNvSpPr/>
            <p:nvPr/>
          </p:nvSpPr>
          <p:spPr>
            <a:xfrm>
              <a:off x="1416000" y="1983408"/>
              <a:ext cx="4680000" cy="468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ABF0BFC-124F-4090-840F-F582D95019B8}"/>
                </a:ext>
              </a:extLst>
            </p:cNvPr>
            <p:cNvGrpSpPr/>
            <p:nvPr/>
          </p:nvGrpSpPr>
          <p:grpSpPr>
            <a:xfrm>
              <a:off x="1626269" y="1766367"/>
              <a:ext cx="4469731" cy="4751841"/>
              <a:chOff x="1614306" y="1523502"/>
              <a:chExt cx="4469731" cy="4751841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587F0146-91AE-4718-8AE5-9DFD159E063E}"/>
                  </a:ext>
                </a:extLst>
              </p:cNvPr>
              <p:cNvSpPr/>
              <p:nvPr/>
            </p:nvSpPr>
            <p:spPr>
              <a:xfrm>
                <a:off x="1614306" y="1955343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3D757FF3-A010-4E14-B1A1-7E7A859B6F94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646" y="2833025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3D757FF3-A010-4E14-B1A1-7E7A859B6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646" y="2833025"/>
                    <a:ext cx="728300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D72DFB0-57EF-4CC5-9232-3D327B744B2E}"/>
                  </a:ext>
                </a:extLst>
              </p:cNvPr>
              <p:cNvCxnSpPr>
                <a:cxnSpLocks/>
                <a:stCxn id="96" idx="6"/>
                <a:endCxn id="87" idx="6"/>
              </p:cNvCxnSpPr>
              <p:nvPr/>
            </p:nvCxnSpPr>
            <p:spPr>
              <a:xfrm flipV="1">
                <a:off x="3816216" y="4080543"/>
                <a:ext cx="2267821" cy="13422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F3A97326-EF13-442C-B85E-67700AEE3170}"/>
                  </a:ext>
                </a:extLst>
              </p:cNvPr>
              <p:cNvCxnSpPr>
                <a:cxnSpLocks/>
                <a:stCxn id="89" idx="0"/>
                <a:endCxn id="89" idx="4"/>
              </p:cNvCxnSpPr>
              <p:nvPr/>
            </p:nvCxnSpPr>
            <p:spPr>
              <a:xfrm>
                <a:off x="3774306" y="1955343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BBF8122D-AF07-4E56-9CCB-8453190DFB0D}"/>
                  </a:ext>
                </a:extLst>
              </p:cNvPr>
              <p:cNvCxnSpPr>
                <a:cxnSpLocks/>
                <a:stCxn id="96" idx="7"/>
              </p:cNvCxnSpPr>
              <p:nvPr/>
            </p:nvCxnSpPr>
            <p:spPr>
              <a:xfrm flipV="1">
                <a:off x="3795075" y="1523502"/>
                <a:ext cx="1295335" cy="25194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BAFEA337-33F0-4C3E-9BAC-F5AD4A323C4C}"/>
                  </a:ext>
                </a:extLst>
              </p:cNvPr>
              <p:cNvSpPr/>
              <p:nvPr/>
            </p:nvSpPr>
            <p:spPr>
              <a:xfrm>
                <a:off x="4762894" y="1958491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F10C30C1-D356-470B-8D3F-F5249A859D54}"/>
                  </a:ext>
                </a:extLst>
              </p:cNvPr>
              <p:cNvSpPr/>
              <p:nvPr/>
            </p:nvSpPr>
            <p:spPr>
              <a:xfrm>
                <a:off x="2759033" y="3082846"/>
                <a:ext cx="1980000" cy="19800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641F80C8-82CB-420D-8887-100872429B62}"/>
                  </a:ext>
                </a:extLst>
              </p:cNvPr>
              <p:cNvSpPr/>
              <p:nvPr/>
            </p:nvSpPr>
            <p:spPr>
              <a:xfrm>
                <a:off x="3671857" y="4021785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8292832-CDB6-418B-83BF-0EAE6373B13F}"/>
                  </a:ext>
                </a:extLst>
              </p:cNvPr>
              <p:cNvSpPr/>
              <p:nvPr/>
            </p:nvSpPr>
            <p:spPr>
              <a:xfrm>
                <a:off x="4141469" y="314431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98" name="Oval 97">
            <a:extLst>
              <a:ext uri="{FF2B5EF4-FFF2-40B4-BE49-F238E27FC236}">
                <a16:creationId xmlns:a16="http://schemas.microsoft.com/office/drawing/2014/main" id="{821AD981-D921-499E-BC9F-180FE2EF91DF}"/>
              </a:ext>
            </a:extLst>
          </p:cNvPr>
          <p:cNvSpPr/>
          <p:nvPr/>
        </p:nvSpPr>
        <p:spPr>
          <a:xfrm>
            <a:off x="4678818" y="4243531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5B322D9-2582-4592-9C90-D076D31A4214}"/>
                  </a:ext>
                </a:extLst>
              </p:cNvPr>
              <p:cNvSpPr txBox="1"/>
              <p:nvPr/>
            </p:nvSpPr>
            <p:spPr>
              <a:xfrm>
                <a:off x="4697211" y="3724452"/>
                <a:ext cx="89570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5B322D9-2582-4592-9C90-D076D31A4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211" y="3724452"/>
                <a:ext cx="895701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28183B5-A59A-4EC0-BFAC-AD3188D22557}"/>
                  </a:ext>
                </a:extLst>
              </p:cNvPr>
              <p:cNvSpPr txBox="1"/>
              <p:nvPr/>
            </p:nvSpPr>
            <p:spPr>
              <a:xfrm>
                <a:off x="1948592" y="4310302"/>
                <a:ext cx="89570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28183B5-A59A-4EC0-BFAC-AD3188D22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592" y="4310302"/>
                <a:ext cx="895701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238B338-68B7-4C90-80CF-E9F850F05CB4}"/>
              </a:ext>
            </a:extLst>
          </p:cNvPr>
          <p:cNvCxnSpPr>
            <a:cxnSpLocks/>
            <a:stCxn id="87" idx="2"/>
            <a:endCxn id="96" idx="2"/>
          </p:cNvCxnSpPr>
          <p:nvPr/>
        </p:nvCxnSpPr>
        <p:spPr>
          <a:xfrm>
            <a:off x="1416000" y="4323408"/>
            <a:ext cx="2267820" cy="1342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9B653EC1-430C-4592-9D81-6C16A41D14DA}"/>
              </a:ext>
            </a:extLst>
          </p:cNvPr>
          <p:cNvSpPr/>
          <p:nvPr/>
        </p:nvSpPr>
        <p:spPr>
          <a:xfrm>
            <a:off x="6042213" y="4237047"/>
            <a:ext cx="144359" cy="14435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AC621633-FE4B-446B-A64D-D19EF292646E}"/>
              </a:ext>
            </a:extLst>
          </p:cNvPr>
          <p:cNvSpPr/>
          <p:nvPr/>
        </p:nvSpPr>
        <p:spPr>
          <a:xfrm>
            <a:off x="1323142" y="4237047"/>
            <a:ext cx="144359" cy="14435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A8A40C3-6257-4524-850E-AC041C557001}"/>
              </a:ext>
            </a:extLst>
          </p:cNvPr>
          <p:cNvSpPr/>
          <p:nvPr/>
        </p:nvSpPr>
        <p:spPr>
          <a:xfrm>
            <a:off x="2699934" y="4243531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139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l-GR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=720°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720°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=180°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180°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516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7964133-5C68-4D69-85A8-188F20136086}"/>
                  </a:ext>
                </a:extLst>
              </p:cNvPr>
              <p:cNvSpPr txBox="1"/>
              <p:nvPr/>
            </p:nvSpPr>
            <p:spPr>
              <a:xfrm>
                <a:off x="4734079" y="4894123"/>
                <a:ext cx="98737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180°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7964133-5C68-4D69-85A8-188F20136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079" y="4894123"/>
                <a:ext cx="98737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61B7310F-2951-4318-9F55-5060F85B6D89}"/>
              </a:ext>
            </a:extLst>
          </p:cNvPr>
          <p:cNvSpPr/>
          <p:nvPr/>
        </p:nvSpPr>
        <p:spPr>
          <a:xfrm>
            <a:off x="1626269" y="2198208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BEBBC1-E5F4-490C-884E-60751F13B20D}"/>
                  </a:ext>
                </a:extLst>
              </p:cNvPr>
              <p:cNvSpPr txBox="1"/>
              <p:nvPr/>
            </p:nvSpPr>
            <p:spPr>
              <a:xfrm>
                <a:off x="4220619" y="3071280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BEBBC1-E5F4-490C-884E-60751F13B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19" y="3071280"/>
                <a:ext cx="7283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647FD37-C5A8-453E-8990-CAF910D4D81E}"/>
              </a:ext>
            </a:extLst>
          </p:cNvPr>
          <p:cNvCxnSpPr>
            <a:cxnSpLocks/>
            <a:stCxn id="35" idx="0"/>
            <a:endCxn id="35" idx="4"/>
          </p:cNvCxnSpPr>
          <p:nvPr/>
        </p:nvCxnSpPr>
        <p:spPr>
          <a:xfrm>
            <a:off x="3786269" y="2198208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254D56-721F-4BC5-B623-76E81F92136F}"/>
              </a:ext>
            </a:extLst>
          </p:cNvPr>
          <p:cNvCxnSpPr>
            <a:cxnSpLocks/>
            <a:endCxn id="46" idx="3"/>
          </p:cNvCxnSpPr>
          <p:nvPr/>
        </p:nvCxnSpPr>
        <p:spPr>
          <a:xfrm flipV="1">
            <a:off x="3343579" y="3510395"/>
            <a:ext cx="845984" cy="16744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36DC7E4-B17B-445E-AE18-3DBDB132075A}"/>
              </a:ext>
            </a:extLst>
          </p:cNvPr>
          <p:cNvSpPr/>
          <p:nvPr/>
        </p:nvSpPr>
        <p:spPr>
          <a:xfrm>
            <a:off x="2770996" y="3325711"/>
            <a:ext cx="1980000" cy="1980000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A520CD-F108-499C-BBFA-0B3F230DA40F}"/>
              </a:ext>
            </a:extLst>
          </p:cNvPr>
          <p:cNvSpPr/>
          <p:nvPr/>
        </p:nvSpPr>
        <p:spPr>
          <a:xfrm>
            <a:off x="4168422" y="3387177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422078-3FF7-4013-8A94-87AC7A949278}"/>
              </a:ext>
            </a:extLst>
          </p:cNvPr>
          <p:cNvCxnSpPr>
            <a:cxnSpLocks/>
            <a:stCxn id="35" idx="2"/>
            <a:endCxn id="35" idx="6"/>
          </p:cNvCxnSpPr>
          <p:nvPr/>
        </p:nvCxnSpPr>
        <p:spPr>
          <a:xfrm>
            <a:off x="1626269" y="4358208"/>
            <a:ext cx="4320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0F35DD9-DAE2-4E1E-A7AE-3F875536CBAA}"/>
              </a:ext>
            </a:extLst>
          </p:cNvPr>
          <p:cNvSpPr/>
          <p:nvPr/>
        </p:nvSpPr>
        <p:spPr>
          <a:xfrm>
            <a:off x="3683820" y="4294630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5AD4039-5D21-4B78-8E80-7012C0C22CD7}"/>
              </a:ext>
            </a:extLst>
          </p:cNvPr>
          <p:cNvSpPr/>
          <p:nvPr/>
        </p:nvSpPr>
        <p:spPr>
          <a:xfrm>
            <a:off x="3253170" y="514152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EAF8695-E650-4A65-BC34-0284CD376C92}"/>
              </a:ext>
            </a:extLst>
          </p:cNvPr>
          <p:cNvSpPr/>
          <p:nvPr/>
        </p:nvSpPr>
        <p:spPr>
          <a:xfrm rot="1858096" flipV="1">
            <a:off x="3430272" y="3923438"/>
            <a:ext cx="952120" cy="952120"/>
          </a:xfrm>
          <a:prstGeom prst="arc">
            <a:avLst>
              <a:gd name="adj1" fmla="val 16200000"/>
              <a:gd name="adj2" fmla="val 6045900"/>
            </a:avLst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851DD2-E677-470D-9408-72FAE5D6BAC6}"/>
                  </a:ext>
                </a:extLst>
              </p:cNvPr>
              <p:cNvSpPr txBox="1"/>
              <p:nvPr/>
            </p:nvSpPr>
            <p:spPr>
              <a:xfrm>
                <a:off x="2911633" y="522649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851DD2-E677-470D-9408-72FAE5D6B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633" y="5226491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8FEC3F-CBC8-413A-8ACC-8D11D5D9745F}"/>
                  </a:ext>
                </a:extLst>
              </p:cNvPr>
              <p:cNvSpPr txBox="1"/>
              <p:nvPr/>
            </p:nvSpPr>
            <p:spPr>
              <a:xfrm>
                <a:off x="-103986" y="6295012"/>
                <a:ext cx="268205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8FEC3F-CBC8-413A-8ACC-8D11D5D97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986" y="6295012"/>
                <a:ext cx="2682056" cy="584775"/>
              </a:xfrm>
              <a:prstGeom prst="rect">
                <a:avLst/>
              </a:prstGeom>
              <a:blipFill>
                <a:blip r:embed="rId7"/>
                <a:stretch>
                  <a:fillRect l="-3182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7EEC7D-195E-4683-809A-32D392701FBF}"/>
              </a:ext>
            </a:extLst>
          </p:cNvPr>
          <p:cNvCxnSpPr>
            <a:cxnSpLocks/>
            <a:stCxn id="21" idx="0"/>
            <a:endCxn id="44" idx="3"/>
          </p:cNvCxnSpPr>
          <p:nvPr/>
        </p:nvCxnSpPr>
        <p:spPr>
          <a:xfrm flipV="1">
            <a:off x="1237042" y="5015747"/>
            <a:ext cx="1823918" cy="1279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1C3CA5-6E8D-466C-8297-03D0FA644098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4261924" y="4694038"/>
            <a:ext cx="472155" cy="4924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6486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=0,5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−0,5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0,5−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0,5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89940"/>
            <a:ext cx="7092690" cy="12421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8ED442-D7FF-4130-9567-72CAF753E4DF}"/>
                  </a:ext>
                </a:extLst>
              </p:cNvPr>
              <p:cNvSpPr txBox="1"/>
              <p:nvPr/>
            </p:nvSpPr>
            <p:spPr>
              <a:xfrm>
                <a:off x="3784421" y="1391194"/>
                <a:ext cx="361964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=0,5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8ED442-D7FF-4130-9567-72CAF753E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421" y="1391194"/>
                <a:ext cx="3619646" cy="584775"/>
              </a:xfrm>
              <a:prstGeom prst="rect">
                <a:avLst/>
              </a:prstGeom>
              <a:blipFill>
                <a:blip r:embed="rId4"/>
                <a:stretch>
                  <a:fillRect l="-437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830720-345F-413B-A50A-A0C6EF3E29DB}"/>
                  </a:ext>
                </a:extLst>
              </p:cNvPr>
              <p:cNvSpPr txBox="1"/>
              <p:nvPr/>
            </p:nvSpPr>
            <p:spPr>
              <a:xfrm>
                <a:off x="5374117" y="5690842"/>
                <a:ext cx="2749452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=−0,5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830720-345F-413B-A50A-A0C6EF3E2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117" y="5690842"/>
                <a:ext cx="2749452" cy="1077218"/>
              </a:xfrm>
              <a:prstGeom prst="rect">
                <a:avLst/>
              </a:prstGeom>
              <a:blipFill>
                <a:blip r:embed="rId5"/>
                <a:stretch>
                  <a:fillRect l="-5765" t="-79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C4CBAEC3-5B46-4139-B2AB-6D1ABD3BE801}"/>
              </a:ext>
            </a:extLst>
          </p:cNvPr>
          <p:cNvSpPr/>
          <p:nvPr/>
        </p:nvSpPr>
        <p:spPr>
          <a:xfrm>
            <a:off x="1626269" y="2198208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DEED2B-5C1D-430D-AB26-05F26EA0BE65}"/>
                  </a:ext>
                </a:extLst>
              </p:cNvPr>
              <p:cNvSpPr txBox="1"/>
              <p:nvPr/>
            </p:nvSpPr>
            <p:spPr>
              <a:xfrm>
                <a:off x="4220619" y="3071280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DEED2B-5C1D-430D-AB26-05F26EA0B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19" y="3071280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7EEE80-1A3B-4B67-869D-6CE545A45A1C}"/>
              </a:ext>
            </a:extLst>
          </p:cNvPr>
          <p:cNvCxnSpPr>
            <a:cxnSpLocks/>
          </p:cNvCxnSpPr>
          <p:nvPr/>
        </p:nvCxnSpPr>
        <p:spPr>
          <a:xfrm>
            <a:off x="3756289" y="2198208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A588A86-6E47-4AC4-9C16-6F4CF6831B4E}"/>
              </a:ext>
            </a:extLst>
          </p:cNvPr>
          <p:cNvSpPr/>
          <p:nvPr/>
        </p:nvSpPr>
        <p:spPr>
          <a:xfrm>
            <a:off x="2770996" y="3325711"/>
            <a:ext cx="1980000" cy="198000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566967-BD69-4447-A52C-2061C354975F}"/>
              </a:ext>
            </a:extLst>
          </p:cNvPr>
          <p:cNvSpPr/>
          <p:nvPr/>
        </p:nvSpPr>
        <p:spPr>
          <a:xfrm>
            <a:off x="4168422" y="3387177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936828-2502-451B-AD0E-8E4DFA75403F}"/>
              </a:ext>
            </a:extLst>
          </p:cNvPr>
          <p:cNvCxnSpPr>
            <a:cxnSpLocks/>
            <a:stCxn id="27" idx="2"/>
            <a:endCxn id="27" idx="6"/>
          </p:cNvCxnSpPr>
          <p:nvPr/>
        </p:nvCxnSpPr>
        <p:spPr>
          <a:xfrm>
            <a:off x="1626269" y="4358208"/>
            <a:ext cx="4320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303B678-0C13-4D8D-AEDD-FD87AA033052}"/>
              </a:ext>
            </a:extLst>
          </p:cNvPr>
          <p:cNvSpPr/>
          <p:nvPr/>
        </p:nvSpPr>
        <p:spPr>
          <a:xfrm>
            <a:off x="3683820" y="4294630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6DFA408-176F-4A1E-A3D9-F44D0F7751AD}"/>
              </a:ext>
            </a:extLst>
          </p:cNvPr>
          <p:cNvSpPr/>
          <p:nvPr/>
        </p:nvSpPr>
        <p:spPr>
          <a:xfrm>
            <a:off x="3027645" y="2890111"/>
            <a:ext cx="2923200" cy="2923200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59041CF9-6A15-4220-9A1B-F25E51602280}"/>
              </a:ext>
            </a:extLst>
          </p:cNvPr>
          <p:cNvSpPr/>
          <p:nvPr/>
        </p:nvSpPr>
        <p:spPr>
          <a:xfrm>
            <a:off x="1296249" y="4381799"/>
            <a:ext cx="9288000" cy="9288000"/>
          </a:xfrm>
          <a:prstGeom prst="arc">
            <a:avLst>
              <a:gd name="adj1" fmla="val 13220142"/>
              <a:gd name="adj2" fmla="val 16216839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31A58AC-DA98-42E7-8E04-678589509F00}"/>
              </a:ext>
            </a:extLst>
          </p:cNvPr>
          <p:cNvSpPr/>
          <p:nvPr/>
        </p:nvSpPr>
        <p:spPr>
          <a:xfrm>
            <a:off x="3238180" y="512653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6D39A84-ABA0-4A85-9A54-6B5D82A94FFC}"/>
              </a:ext>
            </a:extLst>
          </p:cNvPr>
          <p:cNvCxnSpPr>
            <a:cxnSpLocks/>
            <a:stCxn id="22" idx="2"/>
            <a:endCxn id="50" idx="0"/>
          </p:cNvCxnSpPr>
          <p:nvPr/>
        </p:nvCxnSpPr>
        <p:spPr>
          <a:xfrm flipH="1">
            <a:off x="4489245" y="1975969"/>
            <a:ext cx="1104999" cy="9141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64C5931-84FE-4580-A95E-5EE0EC6E5D65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4238061" y="4691923"/>
            <a:ext cx="1136056" cy="15375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D784DB-DE73-4C6E-ADF1-B08CD18D9841}"/>
                  </a:ext>
                </a:extLst>
              </p:cNvPr>
              <p:cNvSpPr txBox="1"/>
              <p:nvPr/>
            </p:nvSpPr>
            <p:spPr>
              <a:xfrm>
                <a:off x="2911633" y="522649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D784DB-DE73-4C6E-ADF1-B08CD18D9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633" y="5226491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03212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/>
              <p:nvPr/>
            </p:nvSpPr>
            <p:spPr>
              <a:xfrm>
                <a:off x="709612" y="1856179"/>
                <a:ext cx="10772775" cy="46474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=75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=…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biết </a:t>
                </a:r>
                <a14:m>
                  <m:oMath xmlns:m="http://schemas.openxmlformats.org/officeDocument/2006/math">
                    <m:r>
                      <a:rPr lang="el-GR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=…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02200-AA05-45EE-A94D-9333A88B9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56179"/>
                <a:ext cx="10772775" cy="4647426"/>
              </a:xfrm>
              <a:prstGeom prst="rect">
                <a:avLst/>
              </a:prstGeom>
              <a:blipFill>
                <a:blip r:embed="rId2"/>
                <a:stretch>
                  <a:fillRect l="-1244" t="-1311" r="-1414" b="-36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BA0BD417-76CF-4CE1-88D9-CC64D66F97B2}"/>
              </a:ext>
            </a:extLst>
          </p:cNvPr>
          <p:cNvSpPr txBox="1">
            <a:spLocks/>
          </p:cNvSpPr>
          <p:nvPr/>
        </p:nvSpPr>
        <p:spPr>
          <a:xfrm>
            <a:off x="709612" y="104932"/>
            <a:ext cx="10772775" cy="1603948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4.2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sz="5400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5400" kern="12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US" sz="54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7344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274664"/>
            <a:ext cx="10772775" cy="75965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088248"/>
                <a:ext cx="10772775" cy="566308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 phức hợp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phạm vi môn học này được hiểu 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bao gồm nhiều phần tử thụ động tuyến tính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trở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</m:oMath>
                </a14:m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điện dung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và điện cảm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ghép với nhau.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 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 số định trước, trở kháng hoặc dẫn nạp của 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 có thể được xác định bằng các công thức tính toán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 Ohm.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 toán trên có thể được thực hiện trực tiếp trên đồ 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Smith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 bằng cách vẽ và đo mà không cần dùng công thức 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 nhiên, điều này đòi hỏi người thực hiện phải sử 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thạo đồ thị Smith, nhất là phép biến đổi trở kháng dẫn 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thị Smith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088248"/>
                <a:ext cx="10772775" cy="5663089"/>
              </a:xfrm>
              <a:prstGeom prst="rect">
                <a:avLst/>
              </a:prstGeom>
              <a:blipFill>
                <a:blip r:embed="rId2"/>
                <a:stretch>
                  <a:fillRect l="-1414" t="-1076" r="-1414" b="-2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72085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𝑝𝐹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=12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𝑝𝐹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=22,5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𝑛𝐻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p>
                    </m:sSup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𝑟𝑎𝑑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GB" sz="3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516" r="-3516" b="-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3D1CD-A827-4785-885F-B9B9B3DC1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78" y="2343071"/>
            <a:ext cx="5846377" cy="36380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30226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=1−</m:t>
                    </m:r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2621" r="-3516" b="-43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104044" y="1727602"/>
                <a:ext cx="329034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44" y="1727602"/>
                <a:ext cx="3290341" cy="584775"/>
              </a:xfrm>
              <a:prstGeom prst="rect">
                <a:avLst/>
              </a:prstGeom>
              <a:blipFill>
                <a:blip r:embed="rId4"/>
                <a:stretch>
                  <a:fillRect l="-4630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3783568" y="1742922"/>
                <a:ext cx="3718439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568" y="1742922"/>
                <a:ext cx="3718439" cy="584775"/>
              </a:xfrm>
              <a:prstGeom prst="rect">
                <a:avLst/>
              </a:prstGeom>
              <a:blipFill>
                <a:blip r:embed="rId5"/>
                <a:stretch>
                  <a:fillRect l="-4262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76F82395-242D-4494-B8DB-0B0B4BF7ED3A}"/>
              </a:ext>
            </a:extLst>
          </p:cNvPr>
          <p:cNvSpPr/>
          <p:nvPr/>
        </p:nvSpPr>
        <p:spPr>
          <a:xfrm>
            <a:off x="4691712" y="4481374"/>
            <a:ext cx="2160000" cy="2160000"/>
          </a:xfrm>
          <a:prstGeom prst="arc">
            <a:avLst>
              <a:gd name="adj1" fmla="val 8748287"/>
              <a:gd name="adj2" fmla="val 16083227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663A0B-73FD-4DD3-BE2F-9A15A0192AFC}"/>
              </a:ext>
            </a:extLst>
          </p:cNvPr>
          <p:cNvGrpSpPr/>
          <p:nvPr/>
        </p:nvGrpSpPr>
        <p:grpSpPr>
          <a:xfrm>
            <a:off x="1416558" y="2312377"/>
            <a:ext cx="4328170" cy="4320000"/>
            <a:chOff x="1416558" y="2312377"/>
            <a:chExt cx="432817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4695459" y="5470729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5459" y="5470729"/>
                  <a:ext cx="728300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1DE03B-86E7-4B72-B08F-7586C20C9F63}"/>
                </a:ext>
              </a:extLst>
            </p:cNvPr>
            <p:cNvSpPr/>
            <p:nvPr/>
          </p:nvSpPr>
          <p:spPr>
            <a:xfrm>
              <a:off x="3584728" y="3408568"/>
              <a:ext cx="2160000" cy="216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513313" y="4412615"/>
              <a:ext cx="144359" cy="14435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7750745-FF91-4360-9BAC-2D80A3627250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5005292" y="2327697"/>
              <a:ext cx="637496" cy="24998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11AA66C-C053-4073-997D-30E9354F5D84}"/>
                </a:ext>
              </a:extLst>
            </p:cNvPr>
            <p:cNvCxnSpPr>
              <a:cxnSpLocks/>
              <a:stCxn id="16" idx="2"/>
              <a:endCxn id="9" idx="1"/>
            </p:cNvCxnSpPr>
            <p:nvPr/>
          </p:nvCxnSpPr>
          <p:spPr>
            <a:xfrm>
              <a:off x="1749215" y="2312377"/>
              <a:ext cx="2151838" cy="14125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D4BCEFF-8E4E-469F-ADA7-2902FDE39F7C}"/>
                </a:ext>
              </a:extLst>
            </p:cNvPr>
            <p:cNvSpPr/>
            <p:nvPr/>
          </p:nvSpPr>
          <p:spPr>
            <a:xfrm>
              <a:off x="4619533" y="5518282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018983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0,4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=0,2+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942" r="-3516" b="-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-17672" y="1713759"/>
                <a:ext cx="3654203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672" y="1713759"/>
                <a:ext cx="3654203" cy="584775"/>
              </a:xfrm>
              <a:prstGeom prst="rect">
                <a:avLst/>
              </a:prstGeom>
              <a:blipFill>
                <a:blip r:embed="rId4"/>
                <a:stretch>
                  <a:fillRect l="-416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3760547" y="1743414"/>
                <a:ext cx="3947363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=+0,4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547" y="1743414"/>
                <a:ext cx="3947363" cy="584775"/>
              </a:xfrm>
              <a:prstGeom prst="rect">
                <a:avLst/>
              </a:prstGeom>
              <a:blipFill>
                <a:blip r:embed="rId5"/>
                <a:stretch>
                  <a:fillRect l="-4019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5E77E058-45F3-4C1A-BD22-A5812CB990CE}"/>
              </a:ext>
            </a:extLst>
          </p:cNvPr>
          <p:cNvGrpSpPr/>
          <p:nvPr/>
        </p:nvGrpSpPr>
        <p:grpSpPr>
          <a:xfrm>
            <a:off x="1416558" y="2312377"/>
            <a:ext cx="4339710" cy="4320000"/>
            <a:chOff x="1416558" y="2312377"/>
            <a:chExt cx="4339710" cy="4320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32A489F-FAEA-4AE4-9E95-A9D2971F38F2}"/>
                </a:ext>
              </a:extLst>
            </p:cNvPr>
            <p:cNvSpPr/>
            <p:nvPr/>
          </p:nvSpPr>
          <p:spPr>
            <a:xfrm>
              <a:off x="1416558" y="2312377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2A52486-02D7-4492-9B48-DD323A1F900B}"/>
                </a:ext>
              </a:extLst>
            </p:cNvPr>
            <p:cNvSpPr/>
            <p:nvPr/>
          </p:nvSpPr>
          <p:spPr>
            <a:xfrm>
              <a:off x="2091468" y="2650568"/>
              <a:ext cx="3664800" cy="36648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D569511-E789-47B7-A030-F16C072B1B85}"/>
                </a:ext>
              </a:extLst>
            </p:cNvPr>
            <p:cNvCxnSpPr>
              <a:cxnSpLocks/>
              <a:stCxn id="26" idx="2"/>
              <a:endCxn id="2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96F1CD8-30F6-4403-AC24-C2C7AC5E6C14}"/>
                </a:ext>
              </a:extLst>
            </p:cNvPr>
            <p:cNvCxnSpPr>
              <a:cxnSpLocks/>
              <a:stCxn id="26" idx="0"/>
              <a:endCxn id="2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87CF1C-22C9-4D13-92B9-478AD9DCCBC9}"/>
                </a:ext>
              </a:extLst>
            </p:cNvPr>
            <p:cNvSpPr/>
            <p:nvPr/>
          </p:nvSpPr>
          <p:spPr>
            <a:xfrm>
              <a:off x="3513313" y="4412615"/>
              <a:ext cx="144359" cy="14435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C218219-BF97-421A-9B08-3C57DE431292}"/>
                </a:ext>
              </a:extLst>
            </p:cNvPr>
            <p:cNvSpPr/>
            <p:nvPr/>
          </p:nvSpPr>
          <p:spPr>
            <a:xfrm>
              <a:off x="4619533" y="5518282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067EA0-32BA-4CAB-9D2B-D16B8C253475}"/>
              </a:ext>
            </a:extLst>
          </p:cNvPr>
          <p:cNvCxnSpPr>
            <a:cxnSpLocks/>
            <a:stCxn id="37" idx="5"/>
            <a:endCxn id="44" idx="1"/>
          </p:cNvCxnSpPr>
          <p:nvPr/>
        </p:nvCxnSpPr>
        <p:spPr>
          <a:xfrm>
            <a:off x="3636531" y="4535833"/>
            <a:ext cx="1004143" cy="10035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D229A31-A9BF-4F52-B883-C51B2F480250}"/>
              </a:ext>
            </a:extLst>
          </p:cNvPr>
          <p:cNvCxnSpPr>
            <a:cxnSpLocks/>
          </p:cNvCxnSpPr>
          <p:nvPr/>
        </p:nvCxnSpPr>
        <p:spPr>
          <a:xfrm>
            <a:off x="2544752" y="3429061"/>
            <a:ext cx="1004143" cy="10035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242B301-3480-49B3-BB0B-E8683147D59D}"/>
                  </a:ext>
                </a:extLst>
              </p:cNvPr>
              <p:cNvSpPr txBox="1"/>
              <p:nvPr/>
            </p:nvSpPr>
            <p:spPr>
              <a:xfrm>
                <a:off x="2169244" y="3555183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242B301-3480-49B3-BB0B-E8683147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244" y="3555183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c 49">
            <a:extLst>
              <a:ext uri="{FF2B5EF4-FFF2-40B4-BE49-F238E27FC236}">
                <a16:creationId xmlns:a16="http://schemas.microsoft.com/office/drawing/2014/main" id="{07A3F0D6-C003-493B-B30F-BE03BB01204C}"/>
              </a:ext>
            </a:extLst>
          </p:cNvPr>
          <p:cNvSpPr/>
          <p:nvPr/>
        </p:nvSpPr>
        <p:spPr>
          <a:xfrm>
            <a:off x="467602" y="-6158276"/>
            <a:ext cx="10620000" cy="10620000"/>
          </a:xfrm>
          <a:prstGeom prst="arc">
            <a:avLst>
              <a:gd name="adj1" fmla="val 5440412"/>
              <a:gd name="adj2" fmla="val 8068987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0AD2344-E961-4DF0-894F-B4DC305E2012}"/>
              </a:ext>
            </a:extLst>
          </p:cNvPr>
          <p:cNvSpPr/>
          <p:nvPr/>
        </p:nvSpPr>
        <p:spPr>
          <a:xfrm>
            <a:off x="2434070" y="3304007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197247" y="2328189"/>
            <a:ext cx="1536982" cy="18642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95C417-09A6-4102-8532-002228C3B948}"/>
              </a:ext>
            </a:extLst>
          </p:cNvPr>
          <p:cNvCxnSpPr>
            <a:cxnSpLocks/>
            <a:stCxn id="16" idx="2"/>
            <a:endCxn id="33" idx="1"/>
          </p:cNvCxnSpPr>
          <p:nvPr/>
        </p:nvCxnSpPr>
        <p:spPr>
          <a:xfrm>
            <a:off x="1809430" y="2298534"/>
            <a:ext cx="818736" cy="8887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238D907-BFEE-4B7F-9512-757F97EDA766}"/>
                  </a:ext>
                </a:extLst>
              </p:cNvPr>
              <p:cNvSpPr txBox="1"/>
              <p:nvPr/>
            </p:nvSpPr>
            <p:spPr>
              <a:xfrm>
                <a:off x="4558562" y="5379508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238D907-BFEE-4B7F-9512-757F97EDA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562" y="5379508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2062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0,6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7D3CFB-45BA-40DF-8C10-D60E79C3DE82}"/>
              </a:ext>
            </a:extLst>
          </p:cNvPr>
          <p:cNvGrpSpPr/>
          <p:nvPr/>
        </p:nvGrpSpPr>
        <p:grpSpPr>
          <a:xfrm>
            <a:off x="467602" y="-6158276"/>
            <a:ext cx="10620000" cy="12790653"/>
            <a:chOff x="467602" y="-6158276"/>
            <a:chExt cx="10620000" cy="12790653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0D5FD0BA-CE7C-4B4C-B841-358897ED2D1C}"/>
                </a:ext>
              </a:extLst>
            </p:cNvPr>
            <p:cNvSpPr/>
            <p:nvPr/>
          </p:nvSpPr>
          <p:spPr>
            <a:xfrm>
              <a:off x="467602" y="-6158276"/>
              <a:ext cx="10620000" cy="10620000"/>
            </a:xfrm>
            <a:prstGeom prst="arc">
              <a:avLst>
                <a:gd name="adj1" fmla="val 5440412"/>
                <a:gd name="adj2" fmla="val 8068987"/>
              </a:avLst>
            </a:prstGeom>
            <a:ln w="3810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5E2A030-28BE-472D-82EB-E3072DCC264E}"/>
                </a:ext>
              </a:extLst>
            </p:cNvPr>
            <p:cNvGrpSpPr/>
            <p:nvPr/>
          </p:nvGrpSpPr>
          <p:grpSpPr>
            <a:xfrm>
              <a:off x="1416558" y="2312377"/>
              <a:ext cx="4339710" cy="4320000"/>
              <a:chOff x="1416558" y="2312377"/>
              <a:chExt cx="4339710" cy="43200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B118E2B-FD0C-4271-8D73-A667975AF483}"/>
                  </a:ext>
                </a:extLst>
              </p:cNvPr>
              <p:cNvGrpSpPr/>
              <p:nvPr/>
            </p:nvGrpSpPr>
            <p:grpSpPr>
              <a:xfrm>
                <a:off x="1416558" y="2312377"/>
                <a:ext cx="4339710" cy="4320000"/>
                <a:chOff x="1416558" y="2312377"/>
                <a:chExt cx="4339710" cy="4320000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D390A0E-9407-4BCE-A183-F5B33CE14797}"/>
                    </a:ext>
                  </a:extLst>
                </p:cNvPr>
                <p:cNvSpPr/>
                <p:nvPr/>
              </p:nvSpPr>
              <p:spPr>
                <a:xfrm>
                  <a:off x="1416558" y="2312377"/>
                  <a:ext cx="4320000" cy="43200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71526F34-02B6-48DF-B5DC-FA12983F278E}"/>
                    </a:ext>
                  </a:extLst>
                </p:cNvPr>
                <p:cNvSpPr/>
                <p:nvPr/>
              </p:nvSpPr>
              <p:spPr>
                <a:xfrm>
                  <a:off x="2091468" y="2650568"/>
                  <a:ext cx="3664800" cy="36648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8C9D72B-6FA5-4AC6-BE07-6B0720FC9DA2}"/>
                    </a:ext>
                  </a:extLst>
                </p:cNvPr>
                <p:cNvCxnSpPr>
                  <a:cxnSpLocks/>
                  <a:stCxn id="21" idx="2"/>
                  <a:endCxn id="21" idx="6"/>
                </p:cNvCxnSpPr>
                <p:nvPr/>
              </p:nvCxnSpPr>
              <p:spPr>
                <a:xfrm>
                  <a:off x="1416558" y="4472377"/>
                  <a:ext cx="432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B09BCF2-AC5B-41DF-820A-3AFE8FF3E7F5}"/>
                    </a:ext>
                  </a:extLst>
                </p:cNvPr>
                <p:cNvCxnSpPr>
                  <a:cxnSpLocks/>
                  <a:stCxn id="21" idx="0"/>
                  <a:endCxn id="21" idx="4"/>
                </p:cNvCxnSpPr>
                <p:nvPr/>
              </p:nvCxnSpPr>
              <p:spPr>
                <a:xfrm>
                  <a:off x="3576558" y="2312377"/>
                  <a:ext cx="0" cy="43200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5356DF3-D0C4-41C8-BF0F-BF8D356D318F}"/>
                    </a:ext>
                  </a:extLst>
                </p:cNvPr>
                <p:cNvSpPr/>
                <p:nvPr/>
              </p:nvSpPr>
              <p:spPr>
                <a:xfrm>
                  <a:off x="3513313" y="4412615"/>
                  <a:ext cx="144359" cy="144359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1D63B2AD-765A-4884-A67C-029BF5BCA04C}"/>
                    </a:ext>
                  </a:extLst>
                </p:cNvPr>
                <p:cNvSpPr/>
                <p:nvPr/>
              </p:nvSpPr>
              <p:spPr>
                <a:xfrm>
                  <a:off x="4619533" y="5518282"/>
                  <a:ext cx="144359" cy="1443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68643B3-067E-4300-B2AC-C1DE51E2B3A6}"/>
                  </a:ext>
                </a:extLst>
              </p:cNvPr>
              <p:cNvCxnSpPr>
                <a:cxnSpLocks/>
                <a:stCxn id="32" idx="5"/>
                <a:endCxn id="33" idx="1"/>
              </p:cNvCxnSpPr>
              <p:nvPr/>
            </p:nvCxnSpPr>
            <p:spPr>
              <a:xfrm>
                <a:off x="3636531" y="4535833"/>
                <a:ext cx="1004143" cy="10035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9F44706-3EC1-4E59-B4BB-DDCD20FA85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4752" y="3429061"/>
                <a:ext cx="1004143" cy="10035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4DA4000F-51CC-4062-815A-DF4C0A728BFC}"/>
                      </a:ext>
                    </a:extLst>
                  </p:cNvPr>
                  <p:cNvSpPr txBox="1"/>
                  <p:nvPr/>
                </p:nvSpPr>
                <p:spPr>
                  <a:xfrm>
                    <a:off x="2169244" y="3555183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4DA4000F-51CC-4062-815A-DF4C0A728B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244" y="3555183"/>
                    <a:ext cx="728300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81D6804-7D91-4811-AAC1-9BEE3672EF2D}"/>
                  </a:ext>
                </a:extLst>
              </p:cNvPr>
              <p:cNvSpPr/>
              <p:nvPr/>
            </p:nvSpPr>
            <p:spPr>
              <a:xfrm>
                <a:off x="2434070" y="3304007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86D9C1F-F86A-41FC-BF67-3CE7CDBB4E02}"/>
                  </a:ext>
                </a:extLst>
              </p:cNvPr>
              <p:cNvSpPr txBox="1"/>
              <p:nvPr/>
            </p:nvSpPr>
            <p:spPr>
              <a:xfrm>
                <a:off x="4560921" y="5342620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86D9C1F-F86A-41FC-BF67-3CE7CDBB4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921" y="5342620"/>
                <a:ext cx="7283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7351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0,6 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điểm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0,6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=0,2+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-13304" y="1688189"/>
                <a:ext cx="3654203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04" y="1688189"/>
                <a:ext cx="3654203" cy="584775"/>
              </a:xfrm>
              <a:prstGeom prst="rect">
                <a:avLst/>
              </a:prstGeom>
              <a:blipFill>
                <a:blip r:embed="rId4"/>
                <a:stretch>
                  <a:fillRect l="-4341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3781209" y="1677348"/>
                <a:ext cx="3947087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=+0,4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209" y="1677348"/>
                <a:ext cx="3947087" cy="584775"/>
              </a:xfrm>
              <a:prstGeom prst="rect">
                <a:avLst/>
              </a:prstGeom>
              <a:blipFill>
                <a:blip r:embed="rId5"/>
                <a:stretch>
                  <a:fillRect l="-3858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1418F1-FBD3-49F4-AEFD-15C3E1735976}"/>
                  </a:ext>
                </a:extLst>
              </p:cNvPr>
              <p:cNvSpPr txBox="1"/>
              <p:nvPr/>
            </p:nvSpPr>
            <p:spPr>
              <a:xfrm>
                <a:off x="5303968" y="2688393"/>
                <a:ext cx="2424328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1418F1-FBD3-49F4-AEFD-15C3E1735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68" y="2688393"/>
                <a:ext cx="2424328" cy="1077218"/>
              </a:xfrm>
              <a:prstGeom prst="rect">
                <a:avLst/>
              </a:prstGeom>
              <a:blipFill>
                <a:blip r:embed="rId6"/>
                <a:stretch>
                  <a:fillRect l="-2261" t="-7345" r="-2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BC51DC6B-31CA-490A-8984-ACB9F675031B}"/>
              </a:ext>
            </a:extLst>
          </p:cNvPr>
          <p:cNvGrpSpPr/>
          <p:nvPr/>
        </p:nvGrpSpPr>
        <p:grpSpPr>
          <a:xfrm>
            <a:off x="467602" y="-6158276"/>
            <a:ext cx="10620000" cy="12790653"/>
            <a:chOff x="467602" y="-6158276"/>
            <a:chExt cx="10620000" cy="12790653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3841065-C133-4704-BBB9-CE4B5989EFE6}"/>
                </a:ext>
              </a:extLst>
            </p:cNvPr>
            <p:cNvSpPr/>
            <p:nvPr/>
          </p:nvSpPr>
          <p:spPr>
            <a:xfrm>
              <a:off x="467602" y="-6158276"/>
              <a:ext cx="10620000" cy="10620000"/>
            </a:xfrm>
            <a:prstGeom prst="arc">
              <a:avLst>
                <a:gd name="adj1" fmla="val 5440412"/>
                <a:gd name="adj2" fmla="val 8068987"/>
              </a:avLst>
            </a:prstGeom>
            <a:ln w="3810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E00E242-7FBB-494F-B79F-F7A0660AB658}"/>
                </a:ext>
              </a:extLst>
            </p:cNvPr>
            <p:cNvGrpSpPr/>
            <p:nvPr/>
          </p:nvGrpSpPr>
          <p:grpSpPr>
            <a:xfrm>
              <a:off x="1416558" y="2312377"/>
              <a:ext cx="4339710" cy="4320000"/>
              <a:chOff x="1416558" y="2312377"/>
              <a:chExt cx="4339710" cy="43200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1B704CC-E09F-4DC1-A4CF-7EA26889DA4B}"/>
                  </a:ext>
                </a:extLst>
              </p:cNvPr>
              <p:cNvGrpSpPr/>
              <p:nvPr/>
            </p:nvGrpSpPr>
            <p:grpSpPr>
              <a:xfrm>
                <a:off x="1416558" y="2312377"/>
                <a:ext cx="4339710" cy="4320000"/>
                <a:chOff x="1416558" y="2312377"/>
                <a:chExt cx="4339710" cy="4320000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17F23E0-B818-4AC6-A7C2-4EF9E5BE9D6C}"/>
                    </a:ext>
                  </a:extLst>
                </p:cNvPr>
                <p:cNvSpPr/>
                <p:nvPr/>
              </p:nvSpPr>
              <p:spPr>
                <a:xfrm>
                  <a:off x="1416558" y="2312377"/>
                  <a:ext cx="4320000" cy="43200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6527C74-54D2-4000-BE77-74FF5C5B286C}"/>
                    </a:ext>
                  </a:extLst>
                </p:cNvPr>
                <p:cNvSpPr/>
                <p:nvPr/>
              </p:nvSpPr>
              <p:spPr>
                <a:xfrm>
                  <a:off x="2091468" y="2650568"/>
                  <a:ext cx="3664800" cy="36648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4B1A1CC-83A6-431F-AA1A-E2C256BF52FF}"/>
                    </a:ext>
                  </a:extLst>
                </p:cNvPr>
                <p:cNvCxnSpPr>
                  <a:cxnSpLocks/>
                  <a:stCxn id="48" idx="2"/>
                  <a:endCxn id="48" idx="6"/>
                </p:cNvCxnSpPr>
                <p:nvPr/>
              </p:nvCxnSpPr>
              <p:spPr>
                <a:xfrm>
                  <a:off x="1416558" y="4472377"/>
                  <a:ext cx="432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C8BE76F1-824E-4BEA-A3BF-F077F2EB4057}"/>
                    </a:ext>
                  </a:extLst>
                </p:cNvPr>
                <p:cNvCxnSpPr>
                  <a:cxnSpLocks/>
                  <a:stCxn id="48" idx="0"/>
                  <a:endCxn id="48" idx="4"/>
                </p:cNvCxnSpPr>
                <p:nvPr/>
              </p:nvCxnSpPr>
              <p:spPr>
                <a:xfrm>
                  <a:off x="3576558" y="2312377"/>
                  <a:ext cx="0" cy="43200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7C20CC8-7333-4B8A-9E3E-6E4C7FDE4654}"/>
                    </a:ext>
                  </a:extLst>
                </p:cNvPr>
                <p:cNvSpPr/>
                <p:nvPr/>
              </p:nvSpPr>
              <p:spPr>
                <a:xfrm>
                  <a:off x="3513313" y="4412615"/>
                  <a:ext cx="144359" cy="144359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68C8B3B5-7510-4699-B248-79CF2BA5C55E}"/>
                    </a:ext>
                  </a:extLst>
                </p:cNvPr>
                <p:cNvSpPr/>
                <p:nvPr/>
              </p:nvSpPr>
              <p:spPr>
                <a:xfrm>
                  <a:off x="4619533" y="5518282"/>
                  <a:ext cx="144359" cy="14435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EAD0CA6-4AB2-4389-A0E0-DFE6C4EAAE9B}"/>
                  </a:ext>
                </a:extLst>
              </p:cNvPr>
              <p:cNvCxnSpPr>
                <a:cxnSpLocks/>
                <a:stCxn id="53" idx="5"/>
                <a:endCxn id="54" idx="1"/>
              </p:cNvCxnSpPr>
              <p:nvPr/>
            </p:nvCxnSpPr>
            <p:spPr>
              <a:xfrm>
                <a:off x="3636531" y="4535833"/>
                <a:ext cx="1004143" cy="10035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231B55F-A887-4BB9-A3C1-056D59DE36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4752" y="3429061"/>
                <a:ext cx="1004143" cy="10035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EEDB7259-A79F-47E9-846D-F29A78B9AF58}"/>
                      </a:ext>
                    </a:extLst>
                  </p:cNvPr>
                  <p:cNvSpPr txBox="1"/>
                  <p:nvPr/>
                </p:nvSpPr>
                <p:spPr>
                  <a:xfrm>
                    <a:off x="2169244" y="3555183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EEDB7259-A79F-47E9-846D-F29A78B9AF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244" y="3555183"/>
                    <a:ext cx="728300" cy="58477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26475A2-C869-4439-8912-2556C98BC3C7}"/>
                  </a:ext>
                </a:extLst>
              </p:cNvPr>
              <p:cNvSpPr/>
              <p:nvPr/>
            </p:nvSpPr>
            <p:spPr>
              <a:xfrm>
                <a:off x="2434070" y="3304007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5" name="Arc 54">
            <a:extLst>
              <a:ext uri="{FF2B5EF4-FFF2-40B4-BE49-F238E27FC236}">
                <a16:creationId xmlns:a16="http://schemas.microsoft.com/office/drawing/2014/main" id="{093A1063-3F9B-47E2-9F8B-BE68320CC7A1}"/>
              </a:ext>
            </a:extLst>
          </p:cNvPr>
          <p:cNvSpPr/>
          <p:nvPr/>
        </p:nvSpPr>
        <p:spPr>
          <a:xfrm>
            <a:off x="3605115" y="154097"/>
            <a:ext cx="4320000" cy="4320000"/>
          </a:xfrm>
          <a:prstGeom prst="arc">
            <a:avLst>
              <a:gd name="adj1" fmla="val 5424411"/>
              <a:gd name="adj2" fmla="val 10791198"/>
            </a:avLst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/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0231F2AC-1AE5-4353-A9C0-87F646197C2B}"/>
              </a:ext>
            </a:extLst>
          </p:cNvPr>
          <p:cNvSpPr/>
          <p:nvPr/>
        </p:nvSpPr>
        <p:spPr>
          <a:xfrm>
            <a:off x="3566783" y="2620544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95C417-09A6-4102-8532-002228C3B94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813798" y="2272964"/>
            <a:ext cx="311047" cy="18080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030815" y="2262123"/>
            <a:ext cx="1723938" cy="19302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15BE9B-788C-415E-84CC-2B25246C70B0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719485" y="3765611"/>
            <a:ext cx="1796647" cy="3994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Arc 57">
            <a:extLst>
              <a:ext uri="{FF2B5EF4-FFF2-40B4-BE49-F238E27FC236}">
                <a16:creationId xmlns:a16="http://schemas.microsoft.com/office/drawing/2014/main" id="{AE9A937C-9EF2-4399-BE03-3AA04AFB601F}"/>
              </a:ext>
            </a:extLst>
          </p:cNvPr>
          <p:cNvSpPr/>
          <p:nvPr/>
        </p:nvSpPr>
        <p:spPr>
          <a:xfrm>
            <a:off x="2101823" y="2641723"/>
            <a:ext cx="3664800" cy="3664800"/>
          </a:xfrm>
          <a:prstGeom prst="arc">
            <a:avLst>
              <a:gd name="adj1" fmla="val 13124972"/>
              <a:gd name="adj2" fmla="val 15582563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B438F20-0B50-4132-8954-AA80C44ED490}"/>
                  </a:ext>
                </a:extLst>
              </p:cNvPr>
              <p:cNvSpPr txBox="1"/>
              <p:nvPr/>
            </p:nvSpPr>
            <p:spPr>
              <a:xfrm>
                <a:off x="4528634" y="530745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B438F20-0B50-4132-8954-AA80C44ED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634" y="5307451"/>
                <a:ext cx="728300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7640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6B351A-A397-4863-AB13-03A2F7AE9B4E}"/>
              </a:ext>
            </a:extLst>
          </p:cNvPr>
          <p:cNvCxnSpPr>
            <a:cxnSpLocks/>
            <a:stCxn id="57" idx="4"/>
          </p:cNvCxnSpPr>
          <p:nvPr/>
        </p:nvCxnSpPr>
        <p:spPr>
          <a:xfrm flipH="1">
            <a:off x="3513313" y="2764903"/>
            <a:ext cx="125650" cy="355046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E00E242-7FBB-494F-B79F-F7A0660AB658}"/>
              </a:ext>
            </a:extLst>
          </p:cNvPr>
          <p:cNvGrpSpPr/>
          <p:nvPr/>
        </p:nvGrpSpPr>
        <p:grpSpPr>
          <a:xfrm>
            <a:off x="1416558" y="2312377"/>
            <a:ext cx="4339710" cy="4320000"/>
            <a:chOff x="1416558" y="2312377"/>
            <a:chExt cx="4339710" cy="4320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1B704CC-E09F-4DC1-A4CF-7EA26889DA4B}"/>
                </a:ext>
              </a:extLst>
            </p:cNvPr>
            <p:cNvGrpSpPr/>
            <p:nvPr/>
          </p:nvGrpSpPr>
          <p:grpSpPr>
            <a:xfrm>
              <a:off x="1416558" y="2312377"/>
              <a:ext cx="4339710" cy="4320000"/>
              <a:chOff x="1416558" y="2312377"/>
              <a:chExt cx="4339710" cy="43200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17F23E0-B818-4AC6-A7C2-4EF9E5BE9D6C}"/>
                  </a:ext>
                </a:extLst>
              </p:cNvPr>
              <p:cNvSpPr/>
              <p:nvPr/>
            </p:nvSpPr>
            <p:spPr>
              <a:xfrm>
                <a:off x="1416558" y="2312377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D0F331E-2F6B-48EE-B8CE-CAEF2B928532}"/>
                      </a:ext>
                    </a:extLst>
                  </p:cNvPr>
                  <p:cNvSpPr txBox="1"/>
                  <p:nvPr/>
                </p:nvSpPr>
                <p:spPr>
                  <a:xfrm>
                    <a:off x="4552581" y="5382201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D0F331E-2F6B-48EE-B8CE-CAEF2B9285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52581" y="5382201"/>
                    <a:ext cx="728300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6527C74-54D2-4000-BE77-74FF5C5B286C}"/>
                  </a:ext>
                </a:extLst>
              </p:cNvPr>
              <p:cNvSpPr/>
              <p:nvPr/>
            </p:nvSpPr>
            <p:spPr>
              <a:xfrm>
                <a:off x="2091468" y="2650568"/>
                <a:ext cx="3664800" cy="36648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4B1A1CC-83A6-431F-AA1A-E2C256BF52FF}"/>
                  </a:ext>
                </a:extLst>
              </p:cNvPr>
              <p:cNvCxnSpPr>
                <a:cxnSpLocks/>
                <a:stCxn id="48" idx="2"/>
                <a:endCxn id="48" idx="6"/>
              </p:cNvCxnSpPr>
              <p:nvPr/>
            </p:nvCxnSpPr>
            <p:spPr>
              <a:xfrm>
                <a:off x="1416558" y="4472377"/>
                <a:ext cx="432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8BE76F1-824E-4BEA-A3BF-F077F2EB4057}"/>
                  </a:ext>
                </a:extLst>
              </p:cNvPr>
              <p:cNvCxnSpPr>
                <a:cxnSpLocks/>
                <a:stCxn id="48" idx="0"/>
                <a:endCxn id="48" idx="4"/>
              </p:cNvCxnSpPr>
              <p:nvPr/>
            </p:nvCxnSpPr>
            <p:spPr>
              <a:xfrm>
                <a:off x="3576558" y="2312377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7C20CC8-7333-4B8A-9E3E-6E4C7FDE4654}"/>
                  </a:ext>
                </a:extLst>
              </p:cNvPr>
              <p:cNvSpPr/>
              <p:nvPr/>
            </p:nvSpPr>
            <p:spPr>
              <a:xfrm>
                <a:off x="3513313" y="4412615"/>
                <a:ext cx="144359" cy="14435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8C8B3B5-7510-4699-B248-79CF2BA5C55E}"/>
                  </a:ext>
                </a:extLst>
              </p:cNvPr>
              <p:cNvSpPr/>
              <p:nvPr/>
            </p:nvSpPr>
            <p:spPr>
              <a:xfrm>
                <a:off x="4619533" y="551828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AD0CA6-4AB2-4389-A0E0-DFE6C4EAAE9B}"/>
                </a:ext>
              </a:extLst>
            </p:cNvPr>
            <p:cNvCxnSpPr>
              <a:cxnSpLocks/>
              <a:stCxn id="53" idx="5"/>
              <a:endCxn id="54" idx="1"/>
            </p:cNvCxnSpPr>
            <p:nvPr/>
          </p:nvCxnSpPr>
          <p:spPr>
            <a:xfrm>
              <a:off x="3636531" y="4535833"/>
              <a:ext cx="1004143" cy="10035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231B55F-A887-4BB9-A3C1-056D59DE367F}"/>
                </a:ext>
              </a:extLst>
            </p:cNvPr>
            <p:cNvCxnSpPr>
              <a:cxnSpLocks/>
            </p:cNvCxnSpPr>
            <p:nvPr/>
          </p:nvCxnSpPr>
          <p:spPr>
            <a:xfrm>
              <a:off x="2544752" y="3429061"/>
              <a:ext cx="1004143" cy="10035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EDB7259-A79F-47E9-846D-F29A78B9AF58}"/>
                    </a:ext>
                  </a:extLst>
                </p:cNvPr>
                <p:cNvSpPr txBox="1"/>
                <p:nvPr/>
              </p:nvSpPr>
              <p:spPr>
                <a:xfrm>
                  <a:off x="2169244" y="3555183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EDB7259-A79F-47E9-846D-F29A78B9A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244" y="3555183"/>
                  <a:ext cx="728300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26475A2-C869-4439-8912-2556C98BC3C7}"/>
                </a:ext>
              </a:extLst>
            </p:cNvPr>
            <p:cNvSpPr/>
            <p:nvPr/>
          </p:nvSpPr>
          <p:spPr>
            <a:xfrm>
              <a:off x="2434070" y="3304007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Vì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Đối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6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/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0231F2AC-1AE5-4353-A9C0-87F646197C2B}"/>
              </a:ext>
            </a:extLst>
          </p:cNvPr>
          <p:cNvSpPr/>
          <p:nvPr/>
        </p:nvSpPr>
        <p:spPr>
          <a:xfrm>
            <a:off x="3566783" y="2620544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AE9A937C-9EF2-4399-BE03-3AA04AFB601F}"/>
              </a:ext>
            </a:extLst>
          </p:cNvPr>
          <p:cNvSpPr/>
          <p:nvPr/>
        </p:nvSpPr>
        <p:spPr>
          <a:xfrm>
            <a:off x="2101823" y="2641723"/>
            <a:ext cx="3664800" cy="3664800"/>
          </a:xfrm>
          <a:prstGeom prst="arc">
            <a:avLst>
              <a:gd name="adj1" fmla="val 13124972"/>
              <a:gd name="adj2" fmla="val 15582563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/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3C9E84C3-BE71-4E7C-A3AA-2856E542BFB4}"/>
              </a:ext>
            </a:extLst>
          </p:cNvPr>
          <p:cNvSpPr/>
          <p:nvPr/>
        </p:nvSpPr>
        <p:spPr>
          <a:xfrm>
            <a:off x="3434217" y="6190068"/>
            <a:ext cx="144359" cy="14435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656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6B351A-A397-4863-AB13-03A2F7AE9B4E}"/>
              </a:ext>
            </a:extLst>
          </p:cNvPr>
          <p:cNvCxnSpPr>
            <a:cxnSpLocks/>
            <a:stCxn id="57" idx="4"/>
          </p:cNvCxnSpPr>
          <p:nvPr/>
        </p:nvCxnSpPr>
        <p:spPr>
          <a:xfrm flipH="1">
            <a:off x="3513313" y="2764903"/>
            <a:ext cx="125650" cy="35504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=−0,95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0,95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17F23E0-B818-4AC6-A7C2-4EF9E5BE9D6C}"/>
              </a:ext>
            </a:extLst>
          </p:cNvPr>
          <p:cNvSpPr/>
          <p:nvPr/>
        </p:nvSpPr>
        <p:spPr>
          <a:xfrm>
            <a:off x="1416558" y="2312377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D0F331E-2F6B-48EE-B8CE-CAEF2B928532}"/>
                  </a:ext>
                </a:extLst>
              </p:cNvPr>
              <p:cNvSpPr txBox="1"/>
              <p:nvPr/>
            </p:nvSpPr>
            <p:spPr>
              <a:xfrm>
                <a:off x="4552581" y="538220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D0F331E-2F6B-48EE-B8CE-CAEF2B92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581" y="5382201"/>
                <a:ext cx="7283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F6527C74-54D2-4000-BE77-74FF5C5B286C}"/>
              </a:ext>
            </a:extLst>
          </p:cNvPr>
          <p:cNvSpPr/>
          <p:nvPr/>
        </p:nvSpPr>
        <p:spPr>
          <a:xfrm>
            <a:off x="2091468" y="2650568"/>
            <a:ext cx="3664800" cy="3664800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4B1A1CC-83A6-431F-AA1A-E2C256BF52FF}"/>
              </a:ext>
            </a:extLst>
          </p:cNvPr>
          <p:cNvCxnSpPr>
            <a:cxnSpLocks/>
            <a:stCxn id="48" idx="2"/>
            <a:endCxn id="48" idx="6"/>
          </p:cNvCxnSpPr>
          <p:nvPr/>
        </p:nvCxnSpPr>
        <p:spPr>
          <a:xfrm>
            <a:off x="1416558" y="4472377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BE76F1-824E-4BEA-A3BF-F077F2EB4057}"/>
              </a:ext>
            </a:extLst>
          </p:cNvPr>
          <p:cNvCxnSpPr>
            <a:cxnSpLocks/>
            <a:stCxn id="48" idx="0"/>
            <a:endCxn id="48" idx="4"/>
          </p:cNvCxnSpPr>
          <p:nvPr/>
        </p:nvCxnSpPr>
        <p:spPr>
          <a:xfrm>
            <a:off x="3576558" y="2312377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B7C20CC8-7333-4B8A-9E3E-6E4C7FDE4654}"/>
              </a:ext>
            </a:extLst>
          </p:cNvPr>
          <p:cNvSpPr/>
          <p:nvPr/>
        </p:nvSpPr>
        <p:spPr>
          <a:xfrm>
            <a:off x="3513313" y="4412615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8C8B3B5-7510-4699-B248-79CF2BA5C55E}"/>
              </a:ext>
            </a:extLst>
          </p:cNvPr>
          <p:cNvSpPr/>
          <p:nvPr/>
        </p:nvSpPr>
        <p:spPr>
          <a:xfrm>
            <a:off x="4619533" y="5518282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AD0CA6-4AB2-4389-A0E0-DFE6C4EAAE9B}"/>
              </a:ext>
            </a:extLst>
          </p:cNvPr>
          <p:cNvCxnSpPr>
            <a:cxnSpLocks/>
            <a:stCxn id="53" idx="5"/>
            <a:endCxn id="54" idx="1"/>
          </p:cNvCxnSpPr>
          <p:nvPr/>
        </p:nvCxnSpPr>
        <p:spPr>
          <a:xfrm>
            <a:off x="3636531" y="4535833"/>
            <a:ext cx="1004143" cy="10035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231B55F-A887-4BB9-A3C1-056D59DE367F}"/>
              </a:ext>
            </a:extLst>
          </p:cNvPr>
          <p:cNvCxnSpPr>
            <a:cxnSpLocks/>
          </p:cNvCxnSpPr>
          <p:nvPr/>
        </p:nvCxnSpPr>
        <p:spPr>
          <a:xfrm>
            <a:off x="2544752" y="3429061"/>
            <a:ext cx="1004143" cy="10035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EDB7259-A79F-47E9-846D-F29A78B9AF58}"/>
                  </a:ext>
                </a:extLst>
              </p:cNvPr>
              <p:cNvSpPr txBox="1"/>
              <p:nvPr/>
            </p:nvSpPr>
            <p:spPr>
              <a:xfrm>
                <a:off x="2169244" y="3555183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EDB7259-A79F-47E9-846D-F29A78B9A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244" y="3555183"/>
                <a:ext cx="7283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226475A2-C869-4439-8912-2556C98BC3C7}"/>
              </a:ext>
            </a:extLst>
          </p:cNvPr>
          <p:cNvSpPr/>
          <p:nvPr/>
        </p:nvSpPr>
        <p:spPr>
          <a:xfrm>
            <a:off x="2434070" y="3304007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/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0231F2AC-1AE5-4353-A9C0-87F646197C2B}"/>
              </a:ext>
            </a:extLst>
          </p:cNvPr>
          <p:cNvSpPr/>
          <p:nvPr/>
        </p:nvSpPr>
        <p:spPr>
          <a:xfrm>
            <a:off x="3566783" y="2620544"/>
            <a:ext cx="144359" cy="14435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AE9A937C-9EF2-4399-BE03-3AA04AFB601F}"/>
              </a:ext>
            </a:extLst>
          </p:cNvPr>
          <p:cNvSpPr/>
          <p:nvPr/>
        </p:nvSpPr>
        <p:spPr>
          <a:xfrm>
            <a:off x="2101823" y="2641723"/>
            <a:ext cx="3664800" cy="3664800"/>
          </a:xfrm>
          <a:prstGeom prst="arc">
            <a:avLst>
              <a:gd name="adj1" fmla="val 13124972"/>
              <a:gd name="adj2" fmla="val 15582563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/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3C9E84C3-BE71-4E7C-A3AA-2856E542BFB4}"/>
              </a:ext>
            </a:extLst>
          </p:cNvPr>
          <p:cNvSpPr/>
          <p:nvPr/>
        </p:nvSpPr>
        <p:spPr>
          <a:xfrm>
            <a:off x="3434217" y="6190068"/>
            <a:ext cx="144359" cy="14435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C05C52F2-B6AA-4C8F-9D09-C56495EABCA3}"/>
              </a:ext>
            </a:extLst>
          </p:cNvPr>
          <p:cNvSpPr/>
          <p:nvPr/>
        </p:nvSpPr>
        <p:spPr>
          <a:xfrm rot="16200000">
            <a:off x="3461532" y="4499707"/>
            <a:ext cx="4636008" cy="4636008"/>
          </a:xfrm>
          <a:prstGeom prst="arc">
            <a:avLst>
              <a:gd name="adj1" fmla="val 16467969"/>
              <a:gd name="adj2" fmla="val 0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4DE839-99DF-4C3D-9A9B-931D4AE2DE06}"/>
                  </a:ext>
                </a:extLst>
              </p:cNvPr>
              <p:cNvSpPr txBox="1"/>
              <p:nvPr/>
            </p:nvSpPr>
            <p:spPr>
              <a:xfrm>
                <a:off x="-78473" y="1728816"/>
                <a:ext cx="3654203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4DE839-99DF-4C3D-9A9B-931D4AE2D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473" y="1728816"/>
                <a:ext cx="3654203" cy="584775"/>
              </a:xfrm>
              <a:prstGeom prst="rect">
                <a:avLst/>
              </a:prstGeom>
              <a:blipFill>
                <a:blip r:embed="rId8"/>
                <a:stretch>
                  <a:fillRect l="-416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A76021-134A-4D4F-B3AF-CFC15E45D5D8}"/>
                  </a:ext>
                </a:extLst>
              </p:cNvPr>
              <p:cNvSpPr txBox="1"/>
              <p:nvPr/>
            </p:nvSpPr>
            <p:spPr>
              <a:xfrm>
                <a:off x="3425951" y="1631953"/>
                <a:ext cx="416562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=−0,95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A76021-134A-4D4F-B3AF-CFC15E45D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951" y="1631953"/>
                <a:ext cx="4165622" cy="584775"/>
              </a:xfrm>
              <a:prstGeom prst="rect">
                <a:avLst/>
              </a:prstGeom>
              <a:blipFill>
                <a:blip r:embed="rId9"/>
                <a:stretch>
                  <a:fillRect l="-3660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D62F8F-FB52-4D5E-B69B-540A9D5B4FC3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713217" y="2216728"/>
            <a:ext cx="795545" cy="25577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F611DA2-5919-41EC-91DB-4FF5F2E41EA8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748629" y="2313591"/>
            <a:ext cx="393598" cy="17337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6856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6B351A-A397-4863-AB13-03A2F7AE9B4E}"/>
              </a:ext>
            </a:extLst>
          </p:cNvPr>
          <p:cNvCxnSpPr>
            <a:cxnSpLocks/>
            <a:stCxn id="57" idx="4"/>
          </p:cNvCxnSpPr>
          <p:nvPr/>
        </p:nvCxnSpPr>
        <p:spPr>
          <a:xfrm flipH="1">
            <a:off x="3513313" y="2764903"/>
            <a:ext cx="125650" cy="35504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0,45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E00E242-7FBB-494F-B79F-F7A0660AB658}"/>
              </a:ext>
            </a:extLst>
          </p:cNvPr>
          <p:cNvGrpSpPr/>
          <p:nvPr/>
        </p:nvGrpSpPr>
        <p:grpSpPr>
          <a:xfrm>
            <a:off x="1416558" y="2312377"/>
            <a:ext cx="4339710" cy="4320000"/>
            <a:chOff x="1416558" y="2312377"/>
            <a:chExt cx="4339710" cy="4320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1B704CC-E09F-4DC1-A4CF-7EA26889DA4B}"/>
                </a:ext>
              </a:extLst>
            </p:cNvPr>
            <p:cNvGrpSpPr/>
            <p:nvPr/>
          </p:nvGrpSpPr>
          <p:grpSpPr>
            <a:xfrm>
              <a:off x="1416558" y="2312377"/>
              <a:ext cx="4339710" cy="4320000"/>
              <a:chOff x="1416558" y="2312377"/>
              <a:chExt cx="4339710" cy="43200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17F23E0-B818-4AC6-A7C2-4EF9E5BE9D6C}"/>
                  </a:ext>
                </a:extLst>
              </p:cNvPr>
              <p:cNvSpPr/>
              <p:nvPr/>
            </p:nvSpPr>
            <p:spPr>
              <a:xfrm>
                <a:off x="1416558" y="2312377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D0F331E-2F6B-48EE-B8CE-CAEF2B928532}"/>
                      </a:ext>
                    </a:extLst>
                  </p:cNvPr>
                  <p:cNvSpPr txBox="1"/>
                  <p:nvPr/>
                </p:nvSpPr>
                <p:spPr>
                  <a:xfrm>
                    <a:off x="4552581" y="5382201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D0F331E-2F6B-48EE-B8CE-CAEF2B9285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52581" y="5382201"/>
                    <a:ext cx="728300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6527C74-54D2-4000-BE77-74FF5C5B286C}"/>
                  </a:ext>
                </a:extLst>
              </p:cNvPr>
              <p:cNvSpPr/>
              <p:nvPr/>
            </p:nvSpPr>
            <p:spPr>
              <a:xfrm>
                <a:off x="2091468" y="2650568"/>
                <a:ext cx="3664800" cy="36648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4B1A1CC-83A6-431F-AA1A-E2C256BF52FF}"/>
                  </a:ext>
                </a:extLst>
              </p:cNvPr>
              <p:cNvCxnSpPr>
                <a:cxnSpLocks/>
                <a:stCxn id="48" idx="2"/>
                <a:endCxn id="48" idx="6"/>
              </p:cNvCxnSpPr>
              <p:nvPr/>
            </p:nvCxnSpPr>
            <p:spPr>
              <a:xfrm>
                <a:off x="1416558" y="4472377"/>
                <a:ext cx="432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8BE76F1-824E-4BEA-A3BF-F077F2EB4057}"/>
                  </a:ext>
                </a:extLst>
              </p:cNvPr>
              <p:cNvCxnSpPr>
                <a:cxnSpLocks/>
                <a:stCxn id="48" idx="0"/>
                <a:endCxn id="48" idx="4"/>
              </p:cNvCxnSpPr>
              <p:nvPr/>
            </p:nvCxnSpPr>
            <p:spPr>
              <a:xfrm>
                <a:off x="3576558" y="2312377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7C20CC8-7333-4B8A-9E3E-6E4C7FDE4654}"/>
                  </a:ext>
                </a:extLst>
              </p:cNvPr>
              <p:cNvSpPr/>
              <p:nvPr/>
            </p:nvSpPr>
            <p:spPr>
              <a:xfrm>
                <a:off x="3513313" y="4412615"/>
                <a:ext cx="144359" cy="14435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8C8B3B5-7510-4699-B248-79CF2BA5C55E}"/>
                  </a:ext>
                </a:extLst>
              </p:cNvPr>
              <p:cNvSpPr/>
              <p:nvPr/>
            </p:nvSpPr>
            <p:spPr>
              <a:xfrm>
                <a:off x="4619533" y="551828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AD0CA6-4AB2-4389-A0E0-DFE6C4EAAE9B}"/>
                </a:ext>
              </a:extLst>
            </p:cNvPr>
            <p:cNvCxnSpPr>
              <a:cxnSpLocks/>
              <a:stCxn id="53" idx="5"/>
              <a:endCxn id="54" idx="1"/>
            </p:cNvCxnSpPr>
            <p:nvPr/>
          </p:nvCxnSpPr>
          <p:spPr>
            <a:xfrm>
              <a:off x="3636531" y="4535833"/>
              <a:ext cx="1004143" cy="10035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231B55F-A887-4BB9-A3C1-056D59DE367F}"/>
                </a:ext>
              </a:extLst>
            </p:cNvPr>
            <p:cNvCxnSpPr>
              <a:cxnSpLocks/>
            </p:cNvCxnSpPr>
            <p:nvPr/>
          </p:nvCxnSpPr>
          <p:spPr>
            <a:xfrm>
              <a:off x="2544752" y="3429061"/>
              <a:ext cx="1004143" cy="10035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EDB7259-A79F-47E9-846D-F29A78B9AF58}"/>
                    </a:ext>
                  </a:extLst>
                </p:cNvPr>
                <p:cNvSpPr txBox="1"/>
                <p:nvPr/>
              </p:nvSpPr>
              <p:spPr>
                <a:xfrm>
                  <a:off x="2169244" y="3555183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EDB7259-A79F-47E9-846D-F29A78B9A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244" y="3555183"/>
                  <a:ext cx="728300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26475A2-C869-4439-8912-2556C98BC3C7}"/>
                </a:ext>
              </a:extLst>
            </p:cNvPr>
            <p:cNvSpPr/>
            <p:nvPr/>
          </p:nvSpPr>
          <p:spPr>
            <a:xfrm>
              <a:off x="2434070" y="3304007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/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0231F2AC-1AE5-4353-A9C0-87F646197C2B}"/>
              </a:ext>
            </a:extLst>
          </p:cNvPr>
          <p:cNvSpPr/>
          <p:nvPr/>
        </p:nvSpPr>
        <p:spPr>
          <a:xfrm>
            <a:off x="3566783" y="2620544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AE9A937C-9EF2-4399-BE03-3AA04AFB601F}"/>
              </a:ext>
            </a:extLst>
          </p:cNvPr>
          <p:cNvSpPr/>
          <p:nvPr/>
        </p:nvSpPr>
        <p:spPr>
          <a:xfrm>
            <a:off x="2101823" y="2641723"/>
            <a:ext cx="3664800" cy="3664800"/>
          </a:xfrm>
          <a:prstGeom prst="arc">
            <a:avLst>
              <a:gd name="adj1" fmla="val 13124972"/>
              <a:gd name="adj2" fmla="val 15582563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/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3C9E84C3-BE71-4E7C-A3AA-2856E542BFB4}"/>
              </a:ext>
            </a:extLst>
          </p:cNvPr>
          <p:cNvSpPr/>
          <p:nvPr/>
        </p:nvSpPr>
        <p:spPr>
          <a:xfrm>
            <a:off x="3434217" y="6190068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6210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6B351A-A397-4863-AB13-03A2F7AE9B4E}"/>
              </a:ext>
            </a:extLst>
          </p:cNvPr>
          <p:cNvCxnSpPr>
            <a:cxnSpLocks/>
            <a:stCxn id="57" idx="4"/>
          </p:cNvCxnSpPr>
          <p:nvPr/>
        </p:nvCxnSpPr>
        <p:spPr>
          <a:xfrm flipH="1">
            <a:off x="3513313" y="2764903"/>
            <a:ext cx="125650" cy="35504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0,45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0,45 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0,2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0,5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34880"/>
            <a:ext cx="7092690" cy="1503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phức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E00E242-7FBB-494F-B79F-F7A0660AB658}"/>
              </a:ext>
            </a:extLst>
          </p:cNvPr>
          <p:cNvGrpSpPr/>
          <p:nvPr/>
        </p:nvGrpSpPr>
        <p:grpSpPr>
          <a:xfrm>
            <a:off x="1416558" y="2312377"/>
            <a:ext cx="4339710" cy="4320000"/>
            <a:chOff x="1416558" y="2312377"/>
            <a:chExt cx="4339710" cy="4320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1B704CC-E09F-4DC1-A4CF-7EA26889DA4B}"/>
                </a:ext>
              </a:extLst>
            </p:cNvPr>
            <p:cNvGrpSpPr/>
            <p:nvPr/>
          </p:nvGrpSpPr>
          <p:grpSpPr>
            <a:xfrm>
              <a:off x="1416558" y="2312377"/>
              <a:ext cx="4339710" cy="4320000"/>
              <a:chOff x="1416558" y="2312377"/>
              <a:chExt cx="4339710" cy="43200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17F23E0-B818-4AC6-A7C2-4EF9E5BE9D6C}"/>
                  </a:ext>
                </a:extLst>
              </p:cNvPr>
              <p:cNvSpPr/>
              <p:nvPr/>
            </p:nvSpPr>
            <p:spPr>
              <a:xfrm>
                <a:off x="1416558" y="2312377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D0F331E-2F6B-48EE-B8CE-CAEF2B928532}"/>
                      </a:ext>
                    </a:extLst>
                  </p:cNvPr>
                  <p:cNvSpPr txBox="1"/>
                  <p:nvPr/>
                </p:nvSpPr>
                <p:spPr>
                  <a:xfrm>
                    <a:off x="4552581" y="5382201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D0F331E-2F6B-48EE-B8CE-CAEF2B9285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52581" y="5382201"/>
                    <a:ext cx="728300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6527C74-54D2-4000-BE77-74FF5C5B286C}"/>
                  </a:ext>
                </a:extLst>
              </p:cNvPr>
              <p:cNvSpPr/>
              <p:nvPr/>
            </p:nvSpPr>
            <p:spPr>
              <a:xfrm>
                <a:off x="2091468" y="2650568"/>
                <a:ext cx="3664800" cy="36648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4B1A1CC-83A6-431F-AA1A-E2C256BF52FF}"/>
                  </a:ext>
                </a:extLst>
              </p:cNvPr>
              <p:cNvCxnSpPr>
                <a:cxnSpLocks/>
                <a:stCxn id="48" idx="2"/>
                <a:endCxn id="48" idx="6"/>
              </p:cNvCxnSpPr>
              <p:nvPr/>
            </p:nvCxnSpPr>
            <p:spPr>
              <a:xfrm>
                <a:off x="1416558" y="4472377"/>
                <a:ext cx="432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8BE76F1-824E-4BEA-A3BF-F077F2EB4057}"/>
                  </a:ext>
                </a:extLst>
              </p:cNvPr>
              <p:cNvCxnSpPr>
                <a:cxnSpLocks/>
                <a:stCxn id="48" idx="0"/>
                <a:endCxn id="48" idx="4"/>
              </p:cNvCxnSpPr>
              <p:nvPr/>
            </p:nvCxnSpPr>
            <p:spPr>
              <a:xfrm>
                <a:off x="3576558" y="2312377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7C20CC8-7333-4B8A-9E3E-6E4C7FDE4654}"/>
                  </a:ext>
                </a:extLst>
              </p:cNvPr>
              <p:cNvSpPr/>
              <p:nvPr/>
            </p:nvSpPr>
            <p:spPr>
              <a:xfrm>
                <a:off x="3513313" y="4412615"/>
                <a:ext cx="144359" cy="144359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8C8B3B5-7510-4699-B248-79CF2BA5C55E}"/>
                  </a:ext>
                </a:extLst>
              </p:cNvPr>
              <p:cNvSpPr/>
              <p:nvPr/>
            </p:nvSpPr>
            <p:spPr>
              <a:xfrm>
                <a:off x="4619533" y="5518282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AD0CA6-4AB2-4389-A0E0-DFE6C4EAAE9B}"/>
                </a:ext>
              </a:extLst>
            </p:cNvPr>
            <p:cNvCxnSpPr>
              <a:cxnSpLocks/>
              <a:stCxn id="53" idx="5"/>
              <a:endCxn id="54" idx="1"/>
            </p:cNvCxnSpPr>
            <p:nvPr/>
          </p:nvCxnSpPr>
          <p:spPr>
            <a:xfrm>
              <a:off x="3636531" y="4535833"/>
              <a:ext cx="1004143" cy="10035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231B55F-A887-4BB9-A3C1-056D59DE367F}"/>
                </a:ext>
              </a:extLst>
            </p:cNvPr>
            <p:cNvCxnSpPr>
              <a:cxnSpLocks/>
            </p:cNvCxnSpPr>
            <p:nvPr/>
          </p:nvCxnSpPr>
          <p:spPr>
            <a:xfrm>
              <a:off x="2544752" y="3429061"/>
              <a:ext cx="1004143" cy="10035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EDB7259-A79F-47E9-846D-F29A78B9AF58}"/>
                    </a:ext>
                  </a:extLst>
                </p:cNvPr>
                <p:cNvSpPr txBox="1"/>
                <p:nvPr/>
              </p:nvSpPr>
              <p:spPr>
                <a:xfrm>
                  <a:off x="2169244" y="3555183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EDB7259-A79F-47E9-846D-F29A78B9A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244" y="3555183"/>
                  <a:ext cx="728300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26475A2-C869-4439-8912-2556C98BC3C7}"/>
                </a:ext>
              </a:extLst>
            </p:cNvPr>
            <p:cNvSpPr/>
            <p:nvPr/>
          </p:nvSpPr>
          <p:spPr>
            <a:xfrm>
              <a:off x="2434070" y="3304007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/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DE1ADC-EF63-46DA-A682-7BEABC7F2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249" y="2535301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0231F2AC-1AE5-4353-A9C0-87F646197C2B}"/>
              </a:ext>
            </a:extLst>
          </p:cNvPr>
          <p:cNvSpPr/>
          <p:nvPr/>
        </p:nvSpPr>
        <p:spPr>
          <a:xfrm>
            <a:off x="3566783" y="2620544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AE9A937C-9EF2-4399-BE03-3AA04AFB601F}"/>
              </a:ext>
            </a:extLst>
          </p:cNvPr>
          <p:cNvSpPr/>
          <p:nvPr/>
        </p:nvSpPr>
        <p:spPr>
          <a:xfrm>
            <a:off x="2101823" y="2641723"/>
            <a:ext cx="3664800" cy="3664800"/>
          </a:xfrm>
          <a:prstGeom prst="arc">
            <a:avLst>
              <a:gd name="adj1" fmla="val 13124972"/>
              <a:gd name="adj2" fmla="val 15582563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/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9DB5B2-E1EF-43C6-9C7E-56A0622E9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411" y="5667116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3C9E84C3-BE71-4E7C-A3AA-2856E542BFB4}"/>
              </a:ext>
            </a:extLst>
          </p:cNvPr>
          <p:cNvSpPr/>
          <p:nvPr/>
        </p:nvSpPr>
        <p:spPr>
          <a:xfrm>
            <a:off x="3434217" y="6190068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C05C52F2-B6AA-4C8F-9D09-C56495EABCA3}"/>
              </a:ext>
            </a:extLst>
          </p:cNvPr>
          <p:cNvSpPr/>
          <p:nvPr/>
        </p:nvSpPr>
        <p:spPr>
          <a:xfrm rot="16200000">
            <a:off x="3461532" y="4499707"/>
            <a:ext cx="4636008" cy="4636008"/>
          </a:xfrm>
          <a:prstGeom prst="arc">
            <a:avLst>
              <a:gd name="adj1" fmla="val 16467969"/>
              <a:gd name="adj2" fmla="val 0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BCEBBE04-5723-4611-B4B2-410F96158560}"/>
              </a:ext>
            </a:extLst>
          </p:cNvPr>
          <p:cNvSpPr/>
          <p:nvPr/>
        </p:nvSpPr>
        <p:spPr>
          <a:xfrm rot="16200000">
            <a:off x="1417986" y="4483232"/>
            <a:ext cx="8745344" cy="8745344"/>
          </a:xfrm>
          <a:prstGeom prst="arc">
            <a:avLst>
              <a:gd name="adj1" fmla="val 18415280"/>
              <a:gd name="adj2" fmla="val 0"/>
            </a:avLst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54F32C-F293-49C2-AC64-64DA13B51568}"/>
                  </a:ext>
                </a:extLst>
              </p:cNvPr>
              <p:cNvSpPr txBox="1"/>
              <p:nvPr/>
            </p:nvSpPr>
            <p:spPr>
              <a:xfrm>
                <a:off x="1924118" y="5555264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54F32C-F293-49C2-AC64-64DA13B51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118" y="5555264"/>
                <a:ext cx="7283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A525E543-424D-4960-BDB0-8BE8A4D138BB}"/>
              </a:ext>
            </a:extLst>
          </p:cNvPr>
          <p:cNvSpPr/>
          <p:nvPr/>
        </p:nvSpPr>
        <p:spPr>
          <a:xfrm>
            <a:off x="2603170" y="5745493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1C1AEB2F-AFF5-4473-A9CA-560876296956}"/>
              </a:ext>
            </a:extLst>
          </p:cNvPr>
          <p:cNvSpPr/>
          <p:nvPr/>
        </p:nvSpPr>
        <p:spPr>
          <a:xfrm>
            <a:off x="2123205" y="2668840"/>
            <a:ext cx="3664800" cy="3664800"/>
          </a:xfrm>
          <a:prstGeom prst="arc">
            <a:avLst>
              <a:gd name="adj1" fmla="val 6369849"/>
              <a:gd name="adj2" fmla="val 7922586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F5B897-BCD0-442A-B332-EB9A98E4B5E8}"/>
                  </a:ext>
                </a:extLst>
              </p:cNvPr>
              <p:cNvSpPr txBox="1"/>
              <p:nvPr/>
            </p:nvSpPr>
            <p:spPr>
              <a:xfrm>
                <a:off x="-58852" y="1670196"/>
                <a:ext cx="3654203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F5B897-BCD0-442A-B332-EB9A98E4B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852" y="1670196"/>
                <a:ext cx="3654203" cy="584775"/>
              </a:xfrm>
              <a:prstGeom prst="rect">
                <a:avLst/>
              </a:prstGeom>
              <a:blipFill>
                <a:blip r:embed="rId9"/>
                <a:stretch>
                  <a:fillRect l="-416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AF1810-DA8F-4BAA-AC77-433A516D629D}"/>
                  </a:ext>
                </a:extLst>
              </p:cNvPr>
              <p:cNvSpPr txBox="1"/>
              <p:nvPr/>
            </p:nvSpPr>
            <p:spPr>
              <a:xfrm>
                <a:off x="3479355" y="1637813"/>
                <a:ext cx="416562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=−0,95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AF1810-DA8F-4BAA-AC77-433A516D6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355" y="1637813"/>
                <a:ext cx="4165622" cy="584775"/>
              </a:xfrm>
              <a:prstGeom prst="rect">
                <a:avLst/>
              </a:prstGeom>
              <a:blipFill>
                <a:blip r:embed="rId10"/>
                <a:stretch>
                  <a:fillRect l="-380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774EFD-8AFE-44B2-93AE-F5185823348D}"/>
                  </a:ext>
                </a:extLst>
              </p:cNvPr>
              <p:cNvSpPr txBox="1"/>
              <p:nvPr/>
            </p:nvSpPr>
            <p:spPr>
              <a:xfrm>
                <a:off x="5335905" y="5705908"/>
                <a:ext cx="2211700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=−0,5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774EFD-8AFE-44B2-93AE-F51858233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905" y="5705908"/>
                <a:ext cx="2211700" cy="1077218"/>
              </a:xfrm>
              <a:prstGeom prst="rect">
                <a:avLst/>
              </a:prstGeom>
              <a:blipFill>
                <a:blip r:embed="rId11"/>
                <a:stretch>
                  <a:fillRect l="-6887" t="-7345" r="-7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2B16DF-05BB-42D8-8AF6-44F0DF0EB476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1768250" y="2254971"/>
            <a:ext cx="354955" cy="17474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8F1A42-B62C-42DC-A94D-513B28C22B40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4437089" y="2222588"/>
            <a:ext cx="1125077" cy="27241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5D1D5A8-8A7F-41DE-9454-11B98EAA246D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3162925" y="5382201"/>
            <a:ext cx="2172980" cy="86231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25847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113613"/>
                <a:ext cx="10753725" cy="4214888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trọng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 thái phối hợp trở kháng trên đường dây truyền sóng 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 thái mà tại đó, trở kháng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tải cuối đường dây 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  <m:sub>
                        <m:r>
                          <a:rPr lang="en-GB" sz="32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113613"/>
                <a:ext cx="10753725" cy="4214888"/>
              </a:xfrm>
              <a:blipFill>
                <a:blip r:embed="rId2"/>
                <a:stretch>
                  <a:fillRect l="-1304" r="-1417" b="-2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7394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113613"/>
                <a:ext cx="10753725" cy="4214888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Vấn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trọng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kĩ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thuật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113613"/>
                <a:ext cx="10753725" cy="4214888"/>
              </a:xfrm>
              <a:blipFill>
                <a:blip r:embed="rId2"/>
                <a:stretch>
                  <a:fillRect l="-1304" r="-1417" b="-2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6676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23868"/>
            <a:ext cx="10772775" cy="5069327"/>
          </a:xfrm>
        </p:spPr>
        <p:txBody>
          <a:bodyPr anchor="ctr"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B3CEC5-08D5-4A8F-9C65-28CFF2BB7E85}"/>
              </a:ext>
            </a:extLst>
          </p:cNvPr>
          <p:cNvSpPr txBox="1"/>
          <p:nvPr/>
        </p:nvSpPr>
        <p:spPr>
          <a:xfrm>
            <a:off x="5824693" y="5771212"/>
            <a:ext cx="572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CECBA4-0B91-47D2-90F9-584846E95802}"/>
                  </a:ext>
                </a:extLst>
              </p:cNvPr>
              <p:cNvSpPr txBox="1"/>
              <p:nvPr/>
            </p:nvSpPr>
            <p:spPr>
              <a:xfrm>
                <a:off x="5017820" y="2302254"/>
                <a:ext cx="1817695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CECBA4-0B91-47D2-90F9-584846E95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20" y="2302254"/>
                <a:ext cx="181769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6A07A5-5446-40C4-A179-750C7CE5CF05}"/>
                  </a:ext>
                </a:extLst>
              </p:cNvPr>
              <p:cNvSpPr txBox="1"/>
              <p:nvPr/>
            </p:nvSpPr>
            <p:spPr>
              <a:xfrm>
                <a:off x="5120944" y="2958356"/>
                <a:ext cx="1611445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6A07A5-5446-40C4-A179-750C7CE5C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944" y="2958356"/>
                <a:ext cx="161144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5C91D3-B44E-4279-BB0E-64941AB0A1F6}"/>
                  </a:ext>
                </a:extLst>
              </p:cNvPr>
              <p:cNvSpPr txBox="1"/>
              <p:nvPr/>
            </p:nvSpPr>
            <p:spPr>
              <a:xfrm>
                <a:off x="4671241" y="4081175"/>
                <a:ext cx="4122295" cy="1014317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𝑉𝐼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5C91D3-B44E-4279-BB0E-64941AB0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241" y="4081175"/>
                <a:ext cx="4122295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DB31EF-AED4-4E95-86AC-08040AD30EBE}"/>
                  </a:ext>
                </a:extLst>
              </p:cNvPr>
              <p:cNvSpPr txBox="1"/>
              <p:nvPr/>
            </p:nvSpPr>
            <p:spPr>
              <a:xfrm>
                <a:off x="1491865" y="5734843"/>
                <a:ext cx="3792667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DB31EF-AED4-4E95-86AC-08040AD30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865" y="5734843"/>
                <a:ext cx="379266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15F04A-1CA1-4251-97AC-0C13C0A85D91}"/>
                  </a:ext>
                </a:extLst>
              </p:cNvPr>
              <p:cNvSpPr txBox="1"/>
              <p:nvPr/>
            </p:nvSpPr>
            <p:spPr>
              <a:xfrm>
                <a:off x="6835515" y="5512463"/>
                <a:ext cx="3864620" cy="1128066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15F04A-1CA1-4251-97AC-0C13C0A85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15" y="5512463"/>
                <a:ext cx="3864620" cy="11280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99907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723868"/>
                <a:ext cx="10920487" cy="5069327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        :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</a:t>
                </a: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: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l-GR" sz="3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723868"/>
                <a:ext cx="10920487" cy="5069327"/>
              </a:xfrm>
              <a:blipFill>
                <a:blip r:embed="rId2"/>
                <a:stretch>
                  <a:fillRect l="-1284" r="-1396" b="-1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624F4C-EC2A-4765-8EE8-E44ED108B980}"/>
                  </a:ext>
                </a:extLst>
              </p:cNvPr>
              <p:cNvSpPr txBox="1"/>
              <p:nvPr/>
            </p:nvSpPr>
            <p:spPr>
              <a:xfrm>
                <a:off x="4796852" y="1678898"/>
                <a:ext cx="4776172" cy="1164101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32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624F4C-EC2A-4765-8EE8-E44ED108B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852" y="1678898"/>
                <a:ext cx="4776172" cy="1164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224EEB-7E91-4E87-AAC1-07811EBAAED2}"/>
                  </a:ext>
                </a:extLst>
              </p:cNvPr>
              <p:cNvSpPr txBox="1"/>
              <p:nvPr/>
            </p:nvSpPr>
            <p:spPr>
              <a:xfrm>
                <a:off x="2678937" y="2733919"/>
                <a:ext cx="2081135" cy="921663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224EEB-7E91-4E87-AAC1-07811EBAA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937" y="2733919"/>
                <a:ext cx="2081135" cy="921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D7EE25-C578-46B6-8A73-9A8DF40C0EE8}"/>
                  </a:ext>
                </a:extLst>
              </p:cNvPr>
              <p:cNvSpPr txBox="1"/>
              <p:nvPr/>
            </p:nvSpPr>
            <p:spPr>
              <a:xfrm>
                <a:off x="1895147" y="3797699"/>
                <a:ext cx="2864925" cy="921663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3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GB" sz="3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</m:d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D7EE25-C578-46B6-8A73-9A8DF40C0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147" y="3797699"/>
                <a:ext cx="2864925" cy="921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6203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633928"/>
                <a:ext cx="10753725" cy="5224072"/>
              </a:xfrm>
            </p:spPr>
            <p:txBody>
              <a:bodyPr anchor="ctr">
                <a:normAutofit lnSpcReduction="10000"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gấp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lửa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bSup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Gọi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633928"/>
                <a:ext cx="10753725" cy="5224072"/>
              </a:xfrm>
              <a:blipFill>
                <a:blip r:embed="rId2"/>
                <a:stretch>
                  <a:fillRect l="-1304" t="-233" r="-1417" b="-1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20184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23868"/>
            <a:ext cx="10772775" cy="5069327"/>
          </a:xfrm>
        </p:spPr>
        <p:txBody>
          <a:bodyPr anchor="ctr"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72638D-A2DA-4532-885E-9DCF0A1B3596}"/>
                  </a:ext>
                </a:extLst>
              </p:cNvPr>
              <p:cNvSpPr txBox="1"/>
              <p:nvPr/>
            </p:nvSpPr>
            <p:spPr>
              <a:xfrm>
                <a:off x="2075030" y="2244613"/>
                <a:ext cx="2864925" cy="59362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72638D-A2DA-4532-885E-9DCF0A1B3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030" y="2244613"/>
                <a:ext cx="2864925" cy="593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C4370D-381C-41AD-A6D1-23AF77D60D05}"/>
                  </a:ext>
                </a:extLst>
              </p:cNvPr>
              <p:cNvSpPr txBox="1"/>
              <p:nvPr/>
            </p:nvSpPr>
            <p:spPr>
              <a:xfrm>
                <a:off x="4106903" y="2864093"/>
                <a:ext cx="3098662" cy="59997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C4370D-381C-41AD-A6D1-23AF77D60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903" y="2864093"/>
                <a:ext cx="3098662" cy="599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7BA35C-7ED1-4CD2-96DD-E0B4A1243C04}"/>
                  </a:ext>
                </a:extLst>
              </p:cNvPr>
              <p:cNvSpPr txBox="1"/>
              <p:nvPr/>
            </p:nvSpPr>
            <p:spPr>
              <a:xfrm>
                <a:off x="5524128" y="3993907"/>
                <a:ext cx="5104150" cy="59997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7BA35C-7ED1-4CD2-96DD-E0B4A1243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128" y="3993907"/>
                <a:ext cx="5104150" cy="5999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F9ECB-FE9B-422C-BBF2-CBE217F01CEA}"/>
                  </a:ext>
                </a:extLst>
              </p:cNvPr>
              <p:cNvSpPr txBox="1"/>
              <p:nvPr/>
            </p:nvSpPr>
            <p:spPr>
              <a:xfrm>
                <a:off x="3385356" y="5659610"/>
                <a:ext cx="5316510" cy="59997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F9ECB-FE9B-422C-BBF2-CBE217F01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356" y="5659610"/>
                <a:ext cx="5316510" cy="5999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3459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23868"/>
            <a:ext cx="10772775" cy="3462729"/>
          </a:xfrm>
        </p:spPr>
        <p:txBody>
          <a:bodyPr anchor="ctr">
            <a:norm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F9ECB-FE9B-422C-BBF2-CBE217F01CEA}"/>
                  </a:ext>
                </a:extLst>
              </p:cNvPr>
              <p:cNvSpPr txBox="1"/>
              <p:nvPr/>
            </p:nvSpPr>
            <p:spPr>
              <a:xfrm>
                <a:off x="2869329" y="2528266"/>
                <a:ext cx="6453342" cy="648191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32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F9ECB-FE9B-422C-BBF2-CBE217F01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329" y="2528266"/>
                <a:ext cx="6453342" cy="6481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B172C-B709-44F3-9A2F-E29B78284247}"/>
                  </a:ext>
                </a:extLst>
              </p:cNvPr>
              <p:cNvSpPr txBox="1"/>
              <p:nvPr/>
            </p:nvSpPr>
            <p:spPr>
              <a:xfrm>
                <a:off x="2889468" y="3822224"/>
                <a:ext cx="6308285" cy="59997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32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B172C-B709-44F3-9A2F-E29B78284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468" y="3822224"/>
                <a:ext cx="6308285" cy="599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5F4549-FBC2-4D66-9897-FF43F8C168FE}"/>
                  </a:ext>
                </a:extLst>
              </p:cNvPr>
              <p:cNvSpPr txBox="1"/>
              <p:nvPr/>
            </p:nvSpPr>
            <p:spPr>
              <a:xfrm>
                <a:off x="3710822" y="5076973"/>
                <a:ext cx="4665575" cy="1174489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l-GR" sz="32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𝛤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32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5F4549-FBC2-4D66-9897-FF43F8C16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22" y="5076973"/>
                <a:ext cx="4665575" cy="11744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95143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812715"/>
                <a:ext cx="10753725" cy="4249711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l-GR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</m:d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l-GR" sz="3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𝛤</m:t>
                                </m:r>
                              </m:e>
                            </m:d>
                          </m:e>
                          <m:sup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SV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Điều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𝜼</m:t>
                    </m:r>
                    <m:r>
                      <a:rPr lang="el-GR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𝜞</m:t>
                    </m:r>
                    <m:r>
                      <a:rPr lang="en-GB" sz="3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812715"/>
                <a:ext cx="10753725" cy="4249711"/>
              </a:xfrm>
              <a:blipFill>
                <a:blip r:embed="rId2"/>
                <a:stretch>
                  <a:fillRect l="-130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BA839F-99EA-4F97-A785-428594FE6D21}"/>
                  </a:ext>
                </a:extLst>
              </p:cNvPr>
              <p:cNvSpPr txBox="1"/>
              <p:nvPr/>
            </p:nvSpPr>
            <p:spPr>
              <a:xfrm>
                <a:off x="5093831" y="5802969"/>
                <a:ext cx="1880509" cy="59362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BA839F-99EA-4F97-A785-428594FE6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831" y="5802969"/>
                <a:ext cx="1880509" cy="593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45299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738860"/>
            <a:ext cx="10753725" cy="4605727"/>
          </a:xfrm>
        </p:spPr>
        <p:txBody>
          <a:bodyPr anchor="ctr">
            <a:normAutofit lnSpcReduction="10000"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dB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102E89-912D-4749-AE30-C3CE60C024F9}"/>
                  </a:ext>
                </a:extLst>
              </p:cNvPr>
              <p:cNvSpPr txBox="1"/>
              <p:nvPr/>
            </p:nvSpPr>
            <p:spPr>
              <a:xfrm>
                <a:off x="3132073" y="2789716"/>
                <a:ext cx="5927853" cy="1174104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32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l-GR" sz="32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𝛤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102E89-912D-4749-AE30-C3CE60C02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073" y="2789716"/>
                <a:ext cx="5927853" cy="11741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FDEB5-4008-47BA-BB3E-88F6AD873CA5}"/>
                  </a:ext>
                </a:extLst>
              </p:cNvPr>
              <p:cNvSpPr txBox="1"/>
              <p:nvPr/>
            </p:nvSpPr>
            <p:spPr>
              <a:xfrm>
                <a:off x="2144755" y="4479457"/>
                <a:ext cx="7797711" cy="116038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l-GR" sz="32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𝛤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−4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GB" sz="32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l-GR" sz="32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𝛤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FDEB5-4008-47BA-BB3E-88F6AD873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755" y="4479457"/>
                <a:ext cx="7797711" cy="11603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60DA-F74B-41D0-A894-04341FED1BDB}"/>
                  </a:ext>
                </a:extLst>
              </p:cNvPr>
              <p:cNvSpPr txBox="1"/>
              <p:nvPr/>
            </p:nvSpPr>
            <p:spPr>
              <a:xfrm>
                <a:off x="5767805" y="5740210"/>
                <a:ext cx="5472281" cy="1017523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=8,68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60DA-F74B-41D0-A894-04341FED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805" y="5740210"/>
                <a:ext cx="5472281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18433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633928"/>
            <a:ext cx="10753725" cy="5224072"/>
          </a:xfrm>
        </p:spPr>
        <p:txBody>
          <a:bodyPr anchor="ctr"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Khi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đài phát thanh hoặc phát hình, đường dây feeder nối liền giữa phần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suất phát và tải anten phải được phối hợp trở kháng, nếu không,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 gây ra đánh lửa trên đường dây và làm hư đèn công suất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66997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633928"/>
            <a:ext cx="10753725" cy="5224072"/>
          </a:xfrm>
        </p:spPr>
        <p:txBody>
          <a:bodyPr anchor="ctr">
            <a:norm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 thu hình, đường dây anten nối liền giữa anten thu và TV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(thường dùng đường dây 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el-G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 75</a:t>
            </a:r>
            <a:r>
              <a:rPr lang="el-G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Ω)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 phải được phối hợp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 kháng, nếu không, sẽ gây ra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 xạ hoặc bóng ảnh ma) 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màn hình máy thu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các hệ thống truyền số liệu bằng dây c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(thường dùng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 trục 50</a:t>
            </a:r>
            <a:r>
              <a:rPr lang="el-G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Ω),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đường c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cũng phải được phối hợp trở kháng,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 không, sẽ gây méo dạng xung trên đường truyền và gây nhiễ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 tự (Inter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ymbol 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nterference)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154745"/>
            <a:ext cx="10772775" cy="1479183"/>
          </a:xfrm>
          <a:prstGeom prst="rect">
            <a:avLst/>
          </a:prstGeom>
          <a:solidFill>
            <a:srgbClr val="B9E1E9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75609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rgbClr val="B9E1E9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849287"/>
              </p:ext>
            </p:extLst>
          </p:nvPr>
        </p:nvGraphicFramePr>
        <p:xfrm>
          <a:off x="5288347" y="644577"/>
          <a:ext cx="6254724" cy="5487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014836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655098"/>
                <a:ext cx="10772775" cy="27084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thực hiện phối hợp trở kháng giữa một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bất kỳ với 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không tổn hao, điện trở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bằng một 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có thông số tập trung hình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Ί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 hình mạch phối hợp trở kháng giữa đường truyền và 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655098"/>
                <a:ext cx="10772775" cy="2708434"/>
              </a:xfrm>
              <a:prstGeom prst="rect">
                <a:avLst/>
              </a:prstGeom>
              <a:blipFill>
                <a:blip r:embed="rId2"/>
                <a:stretch>
                  <a:fillRect l="-1244" t="-2703" r="-1414" b="-67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380C648-5732-4791-8AB6-4B5F19910CBE}"/>
              </a:ext>
            </a:extLst>
          </p:cNvPr>
          <p:cNvGrpSpPr/>
          <p:nvPr/>
        </p:nvGrpSpPr>
        <p:grpSpPr>
          <a:xfrm>
            <a:off x="1083073" y="3948961"/>
            <a:ext cx="10025849" cy="2683239"/>
            <a:chOff x="2166151" y="3852472"/>
            <a:chExt cx="10025849" cy="268323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B52D04D-C509-4792-9F0E-9B72596ACEDF}"/>
                </a:ext>
              </a:extLst>
            </p:cNvPr>
            <p:cNvSpPr/>
            <p:nvPr/>
          </p:nvSpPr>
          <p:spPr>
            <a:xfrm>
              <a:off x="6095999" y="3852472"/>
              <a:ext cx="1788827" cy="26832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Mạch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phối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trở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kháng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DE6F199-2FD7-4B42-8AFF-8381A01A3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6151" y="4272197"/>
              <a:ext cx="392984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599BFCD-311E-4045-8753-054F77E68D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6151" y="5878643"/>
              <a:ext cx="392984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8DFCCF6-4FB0-461F-88EE-7231ED5D1C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4821" y="4272197"/>
              <a:ext cx="1949975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59D06F-DE3E-417F-915B-51A85FC2110E}"/>
                </a:ext>
              </a:extLst>
            </p:cNvPr>
            <p:cNvSpPr/>
            <p:nvPr/>
          </p:nvSpPr>
          <p:spPr>
            <a:xfrm>
              <a:off x="9623685" y="4720652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F2BA1B-AB50-40D1-9A84-677B14430AAA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834796" y="4272197"/>
              <a:ext cx="1" cy="448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296B55C-7137-4DA4-A421-19524789CF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4819" y="5878643"/>
              <a:ext cx="1949975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7598A0-FAED-4B01-91C7-7C36E9A2201D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9834797" y="5607570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8621BC4-655A-4890-BA6A-E3381EEC50E0}"/>
                </a:ext>
              </a:extLst>
            </p:cNvPr>
            <p:cNvSpPr/>
            <p:nvPr/>
          </p:nvSpPr>
          <p:spPr>
            <a:xfrm>
              <a:off x="4267199" y="4197247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2EE1904-5A13-4D07-8735-448F9CC8D24B}"/>
                </a:ext>
              </a:extLst>
            </p:cNvPr>
            <p:cNvSpPr/>
            <p:nvPr/>
          </p:nvSpPr>
          <p:spPr>
            <a:xfrm>
              <a:off x="4262200" y="580369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3DBC36B-B2B6-461B-ABE0-566A3B38812B}"/>
                </a:ext>
              </a:extLst>
            </p:cNvPr>
            <p:cNvSpPr/>
            <p:nvPr/>
          </p:nvSpPr>
          <p:spPr>
            <a:xfrm>
              <a:off x="9115263" y="4197247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1D0A99-67DE-4245-AEE0-82885FD2934D}"/>
                </a:ext>
              </a:extLst>
            </p:cNvPr>
            <p:cNvSpPr/>
            <p:nvPr/>
          </p:nvSpPr>
          <p:spPr>
            <a:xfrm>
              <a:off x="9110887" y="580369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85BBD72-7DAC-4A32-8EC3-B6F387C3BC73}"/>
                </a:ext>
              </a:extLst>
            </p:cNvPr>
            <p:cNvSpPr txBox="1"/>
            <p:nvPr/>
          </p:nvSpPr>
          <p:spPr>
            <a:xfrm>
              <a:off x="2448779" y="5803693"/>
              <a:ext cx="3360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41C3E70-7B77-48BB-8F8E-619FBC2BEB30}"/>
                    </a:ext>
                  </a:extLst>
                </p:cNvPr>
                <p:cNvSpPr txBox="1"/>
                <p:nvPr/>
              </p:nvSpPr>
              <p:spPr>
                <a:xfrm>
                  <a:off x="10019354" y="4871723"/>
                  <a:ext cx="217264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Tải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phức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41C3E70-7B77-48BB-8F8E-619FBC2BE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9354" y="4871723"/>
                  <a:ext cx="2172646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7303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DC14A79-66D3-4F77-9592-471D759686C1}"/>
                    </a:ext>
                  </a:extLst>
                </p:cNvPr>
                <p:cNvSpPr txBox="1"/>
                <p:nvPr/>
              </p:nvSpPr>
              <p:spPr>
                <a:xfrm>
                  <a:off x="2983323" y="4720652"/>
                  <a:ext cx="731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DC14A79-66D3-4F77-9592-471D75968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323" y="4720652"/>
                  <a:ext cx="731739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578259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740874"/>
                <a:ext cx="10772775" cy="156966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(dung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Ί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740874"/>
                <a:ext cx="10772775" cy="1569660"/>
              </a:xfrm>
              <a:prstGeom prst="rect">
                <a:avLst/>
              </a:prstGeom>
              <a:blipFill>
                <a:blip r:embed="rId2"/>
                <a:stretch>
                  <a:fillRect l="-1414" t="-5058" r="-1414" b="-120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2894EF1-0CDA-4C69-BD5D-0D336C0FA0A2}"/>
              </a:ext>
            </a:extLst>
          </p:cNvPr>
          <p:cNvGrpSpPr/>
          <p:nvPr/>
        </p:nvGrpSpPr>
        <p:grpSpPr>
          <a:xfrm>
            <a:off x="837708" y="3570856"/>
            <a:ext cx="4796854" cy="2574501"/>
            <a:chOff x="824460" y="3602195"/>
            <a:chExt cx="4796854" cy="25745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5C6D748-3825-4634-B671-46B16941122F}"/>
                    </a:ext>
                  </a:extLst>
                </p:cNvPr>
                <p:cNvSpPr txBox="1"/>
                <p:nvPr/>
              </p:nvSpPr>
              <p:spPr>
                <a:xfrm>
                  <a:off x="824460" y="4907199"/>
                  <a:ext cx="119039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5C6D748-3825-4634-B671-46B169411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60" y="4907199"/>
                  <a:ext cx="1190390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5D69BEA-258C-4056-9116-2B1F2ACD5DA8}"/>
                </a:ext>
              </a:extLst>
            </p:cNvPr>
            <p:cNvGrpSpPr/>
            <p:nvPr/>
          </p:nvGrpSpPr>
          <p:grpSpPr>
            <a:xfrm>
              <a:off x="824460" y="3602195"/>
              <a:ext cx="4796854" cy="2574501"/>
              <a:chOff x="824460" y="3602195"/>
              <a:chExt cx="4796854" cy="257450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BC6C0F7-07B1-4406-A61E-061CAC0D3E13}"/>
                  </a:ext>
                </a:extLst>
              </p:cNvPr>
              <p:cNvCxnSpPr>
                <a:cxnSpLocks/>
                <a:stCxn id="29" idx="1"/>
              </p:cNvCxnSpPr>
              <p:nvPr/>
            </p:nvCxnSpPr>
            <p:spPr>
              <a:xfrm flipH="1">
                <a:off x="1083075" y="4368686"/>
                <a:ext cx="295990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1AC5549-1AD8-4788-895D-F597F7CCDA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3073" y="5975132"/>
                <a:ext cx="4253425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0D624DB-B3B5-4352-96E3-D7C0523DF28C}"/>
                  </a:ext>
                </a:extLst>
              </p:cNvPr>
              <p:cNvSpPr/>
              <p:nvPr/>
            </p:nvSpPr>
            <p:spPr>
              <a:xfrm>
                <a:off x="3042959" y="4845942"/>
                <a:ext cx="422223" cy="88691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69E4FE8-6E96-4122-8308-0F1BDFCCD1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4071" y="4415532"/>
                <a:ext cx="1" cy="448455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07143E4-F03C-4AB5-AE77-7C2515EE5D2B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>
                <a:off x="3254071" y="5732860"/>
                <a:ext cx="9997" cy="27107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B979015-B33E-4F36-87D7-89C3A3CAED61}"/>
                  </a:ext>
                </a:extLst>
              </p:cNvPr>
              <p:cNvSpPr/>
              <p:nvPr/>
            </p:nvSpPr>
            <p:spPr>
              <a:xfrm>
                <a:off x="3184121" y="4293736"/>
                <a:ext cx="149900" cy="149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34CBF62-6E65-48A6-BDAB-32F7240BABF7}"/>
                  </a:ext>
                </a:extLst>
              </p:cNvPr>
              <p:cNvSpPr/>
              <p:nvPr/>
            </p:nvSpPr>
            <p:spPr>
              <a:xfrm>
                <a:off x="3179122" y="5900182"/>
                <a:ext cx="149900" cy="149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84B8B3B-A26F-4DFE-B222-18D328A5486E}"/>
                      </a:ext>
                    </a:extLst>
                  </p:cNvPr>
                  <p:cNvSpPr txBox="1"/>
                  <p:nvPr/>
                </p:nvSpPr>
                <p:spPr>
                  <a:xfrm>
                    <a:off x="3410754" y="4939359"/>
                    <a:ext cx="723916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84B8B3B-A26F-4DFE-B222-18D328A548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0754" y="4939359"/>
                    <a:ext cx="723916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A0FF50C9-1DFB-4BC7-AC41-8FD24FF2D16A}"/>
                  </a:ext>
                </a:extLst>
              </p:cNvPr>
              <p:cNvGrpSpPr/>
              <p:nvPr/>
            </p:nvGrpSpPr>
            <p:grpSpPr>
              <a:xfrm>
                <a:off x="824460" y="4169001"/>
                <a:ext cx="404735" cy="375507"/>
                <a:chOff x="809470" y="3854210"/>
                <a:chExt cx="404735" cy="375507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650CE7BF-1E2B-4618-9E46-05ECB0B7261E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3" name="Straight Connector 2">
                  <a:extLst>
                    <a:ext uri="{FF2B5EF4-FFF2-40B4-BE49-F238E27FC236}">
                      <a16:creationId xmlns:a16="http://schemas.microsoft.com/office/drawing/2014/main" id="{3502BC14-399B-4E1B-A654-41E8BCFB8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E8B093-CB31-4E3F-9EC8-2040ED38CD45}"/>
                  </a:ext>
                </a:extLst>
              </p:cNvPr>
              <p:cNvSpPr/>
              <p:nvPr/>
            </p:nvSpPr>
            <p:spPr>
              <a:xfrm>
                <a:off x="4042975" y="4180932"/>
                <a:ext cx="883078" cy="37550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98B4197-8833-4979-ABC7-55C11EFA5321}"/>
                  </a:ext>
                </a:extLst>
              </p:cNvPr>
              <p:cNvCxnSpPr>
                <a:cxnSpLocks/>
                <a:endCxn id="29" idx="3"/>
              </p:cNvCxnSpPr>
              <p:nvPr/>
            </p:nvCxnSpPr>
            <p:spPr>
              <a:xfrm flipH="1">
                <a:off x="4926053" y="4368685"/>
                <a:ext cx="410445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41BA92BE-63D3-416C-BA00-2C8920BB17DB}"/>
                      </a:ext>
                    </a:extLst>
                  </p:cNvPr>
                  <p:cNvSpPr txBox="1"/>
                  <p:nvPr/>
                </p:nvSpPr>
                <p:spPr>
                  <a:xfrm>
                    <a:off x="4127301" y="3602195"/>
                    <a:ext cx="714426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41BA92BE-63D3-416C-BA00-2C8920BB17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7301" y="3602195"/>
                    <a:ext cx="714426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E477C88-85C4-4961-8EE7-566BDBEFD012}"/>
                  </a:ext>
                </a:extLst>
              </p:cNvPr>
              <p:cNvGrpSpPr/>
              <p:nvPr/>
            </p:nvGrpSpPr>
            <p:grpSpPr>
              <a:xfrm>
                <a:off x="824460" y="5754366"/>
                <a:ext cx="404735" cy="375507"/>
                <a:chOff x="809470" y="3854210"/>
                <a:chExt cx="404735" cy="375507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38206DBD-C5A0-4153-A733-8C0DD3B661F1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3DED1354-90B5-4484-80D9-301CD6BA53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B381540-9DA7-4EE2-A802-189EE5ED2388}"/>
                  </a:ext>
                </a:extLst>
              </p:cNvPr>
              <p:cNvGrpSpPr/>
              <p:nvPr/>
            </p:nvGrpSpPr>
            <p:grpSpPr>
              <a:xfrm>
                <a:off x="5216579" y="4190507"/>
                <a:ext cx="404735" cy="375507"/>
                <a:chOff x="809470" y="3854210"/>
                <a:chExt cx="404735" cy="375507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E26CA467-13B5-49B3-8C0B-0A1B811D6964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6BC99875-06FC-4BE6-8BB9-8AE4C16C80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132E7ED-6FFD-4A70-BD41-FADA12BFB232}"/>
                  </a:ext>
                </a:extLst>
              </p:cNvPr>
              <p:cNvGrpSpPr/>
              <p:nvPr/>
            </p:nvGrpSpPr>
            <p:grpSpPr>
              <a:xfrm>
                <a:off x="5216579" y="5801189"/>
                <a:ext cx="404735" cy="375507"/>
                <a:chOff x="809470" y="3854210"/>
                <a:chExt cx="404735" cy="375507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577AC5C5-9E09-4C40-9721-5C92722E4FC0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FB82BE26-A42C-4958-8B79-4F5B6C64F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D5428B0-DB91-4F06-85CF-C1C05B917DD2}"/>
                    </a:ext>
                  </a:extLst>
                </p:cNvPr>
                <p:cNvSpPr txBox="1"/>
                <p:nvPr/>
              </p:nvSpPr>
              <p:spPr>
                <a:xfrm>
                  <a:off x="4430924" y="4879521"/>
                  <a:ext cx="116615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GB" sz="32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D5428B0-DB91-4F06-85CF-C1C05B917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0924" y="4879521"/>
                  <a:ext cx="1166153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4B87387-2FDA-446F-9BA3-8613E8B69458}"/>
              </a:ext>
            </a:extLst>
          </p:cNvPr>
          <p:cNvGrpSpPr/>
          <p:nvPr/>
        </p:nvGrpSpPr>
        <p:grpSpPr>
          <a:xfrm>
            <a:off x="6493403" y="3619779"/>
            <a:ext cx="5055079" cy="2576482"/>
            <a:chOff x="6615815" y="3574755"/>
            <a:chExt cx="5055079" cy="25764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7BCDDB9-4A29-4C76-8643-2A8403F09DE2}"/>
                    </a:ext>
                  </a:extLst>
                </p:cNvPr>
                <p:cNvSpPr txBox="1"/>
                <p:nvPr/>
              </p:nvSpPr>
              <p:spPr>
                <a:xfrm>
                  <a:off x="7806205" y="3574755"/>
                  <a:ext cx="70705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7BCDDB9-4A29-4C76-8643-2A8403F09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6205" y="3574755"/>
                  <a:ext cx="707057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1CDD612-D3C0-4862-8B4D-4BA4B4BD0C56}"/>
                </a:ext>
              </a:extLst>
            </p:cNvPr>
            <p:cNvGrpSpPr/>
            <p:nvPr/>
          </p:nvGrpSpPr>
          <p:grpSpPr>
            <a:xfrm>
              <a:off x="6615815" y="4143542"/>
              <a:ext cx="4841230" cy="2007695"/>
              <a:chOff x="6615815" y="4143542"/>
              <a:chExt cx="4841230" cy="2007695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835E9873-0945-43CB-AAA0-4364F418CC14}"/>
                  </a:ext>
                </a:extLst>
              </p:cNvPr>
              <p:cNvCxnSpPr>
                <a:cxnSpLocks/>
                <a:stCxn id="67" idx="2"/>
                <a:endCxn id="59" idx="3"/>
              </p:cNvCxnSpPr>
              <p:nvPr/>
            </p:nvCxnSpPr>
            <p:spPr>
              <a:xfrm flipH="1" flipV="1">
                <a:off x="8513262" y="4343227"/>
                <a:ext cx="2662751" cy="1363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F1F5E832-A5E0-4102-B022-AD6E3CC1E2CF}"/>
                  </a:ext>
                </a:extLst>
              </p:cNvPr>
              <p:cNvCxnSpPr>
                <a:cxnSpLocks/>
                <a:stCxn id="59" idx="1"/>
                <a:endCxn id="71" idx="6"/>
              </p:cNvCxnSpPr>
              <p:nvPr/>
            </p:nvCxnSpPr>
            <p:spPr>
              <a:xfrm flipH="1" flipV="1">
                <a:off x="6933794" y="4335352"/>
                <a:ext cx="696390" cy="7875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1DB67D6-386A-4B25-835D-316D307407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18804" y="5949673"/>
                <a:ext cx="4253425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F63D9E0-0FEB-4BEA-BD06-41C5394BB8EC}"/>
                  </a:ext>
                </a:extLst>
              </p:cNvPr>
              <p:cNvSpPr/>
              <p:nvPr/>
            </p:nvSpPr>
            <p:spPr>
              <a:xfrm>
                <a:off x="8878690" y="4820483"/>
                <a:ext cx="422223" cy="88691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05C1F70-056F-46F8-92A4-4EFC3C407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9802" y="4390073"/>
                <a:ext cx="1" cy="448455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7D5BDC6-702A-4656-85A3-20C9FAF6FA3C}"/>
                  </a:ext>
                </a:extLst>
              </p:cNvPr>
              <p:cNvCxnSpPr>
                <a:cxnSpLocks/>
                <a:stCxn id="52" idx="2"/>
              </p:cNvCxnSpPr>
              <p:nvPr/>
            </p:nvCxnSpPr>
            <p:spPr>
              <a:xfrm>
                <a:off x="9089802" y="5707401"/>
                <a:ext cx="9997" cy="27107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7A8AD97-8D56-4623-9447-7852C2A99D3D}"/>
                  </a:ext>
                </a:extLst>
              </p:cNvPr>
              <p:cNvSpPr/>
              <p:nvPr/>
            </p:nvSpPr>
            <p:spPr>
              <a:xfrm>
                <a:off x="9019852" y="4268277"/>
                <a:ext cx="149900" cy="149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3CDFF84-B9AA-4CA5-A0E0-6C6CBEECEB00}"/>
                  </a:ext>
                </a:extLst>
              </p:cNvPr>
              <p:cNvSpPr/>
              <p:nvPr/>
            </p:nvSpPr>
            <p:spPr>
              <a:xfrm>
                <a:off x="9014853" y="5874723"/>
                <a:ext cx="149900" cy="149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F6C84F4-3C62-417B-81FC-DF3A30FDD3AC}"/>
                      </a:ext>
                    </a:extLst>
                  </p:cNvPr>
                  <p:cNvSpPr txBox="1"/>
                  <p:nvPr/>
                </p:nvSpPr>
                <p:spPr>
                  <a:xfrm>
                    <a:off x="9246485" y="4913900"/>
                    <a:ext cx="723916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F6C84F4-3C62-417B-81FC-DF3A30FDD3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46485" y="4913900"/>
                    <a:ext cx="723916" cy="58477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89B1361B-1ED5-479B-BE84-7D8417BE75C9}"/>
                  </a:ext>
                </a:extLst>
              </p:cNvPr>
              <p:cNvGrpSpPr/>
              <p:nvPr/>
            </p:nvGrpSpPr>
            <p:grpSpPr>
              <a:xfrm>
                <a:off x="6660191" y="4143542"/>
                <a:ext cx="404735" cy="375507"/>
                <a:chOff x="809470" y="3854210"/>
                <a:chExt cx="404735" cy="375507"/>
              </a:xfrm>
            </p:grpSpPr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374669E7-D22A-4078-908B-863E2D063102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08D473E8-328A-4B5E-BE3F-065607C002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B6417DB-4899-44E5-9ECC-45CF522166BD}"/>
                  </a:ext>
                </a:extLst>
              </p:cNvPr>
              <p:cNvSpPr/>
              <p:nvPr/>
            </p:nvSpPr>
            <p:spPr>
              <a:xfrm>
                <a:off x="7630184" y="4155473"/>
                <a:ext cx="883078" cy="37550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CADCF589-868E-4A8E-9EC1-2F24C4D3E573}"/>
                  </a:ext>
                </a:extLst>
              </p:cNvPr>
              <p:cNvGrpSpPr/>
              <p:nvPr/>
            </p:nvGrpSpPr>
            <p:grpSpPr>
              <a:xfrm>
                <a:off x="6660191" y="5728907"/>
                <a:ext cx="404735" cy="375507"/>
                <a:chOff x="809470" y="3854210"/>
                <a:chExt cx="404735" cy="375507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4102BE38-E7F7-4F96-AC4E-CA46D39B232B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E309C741-CBC3-4306-A71F-506D3F37B5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A81818DF-F265-4288-82AD-7D5F3ECF51B3}"/>
                  </a:ext>
                </a:extLst>
              </p:cNvPr>
              <p:cNvGrpSpPr/>
              <p:nvPr/>
            </p:nvGrpSpPr>
            <p:grpSpPr>
              <a:xfrm>
                <a:off x="11052310" y="4165048"/>
                <a:ext cx="404735" cy="375507"/>
                <a:chOff x="809470" y="3854210"/>
                <a:chExt cx="404735" cy="375507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7B267104-E3DB-4B30-B96D-70C967875EBE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77824CBD-C5D5-415A-B3BC-C0FBE9A81E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2870AA40-1CEA-4DA7-8045-9A8FA994189D}"/>
                  </a:ext>
                </a:extLst>
              </p:cNvPr>
              <p:cNvGrpSpPr/>
              <p:nvPr/>
            </p:nvGrpSpPr>
            <p:grpSpPr>
              <a:xfrm>
                <a:off x="11052310" y="5775730"/>
                <a:ext cx="404735" cy="375507"/>
                <a:chOff x="809470" y="3854210"/>
                <a:chExt cx="404735" cy="375507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8252AC33-ED8E-4B41-8207-AC905845B35D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37789908-C77A-4E05-AE6A-C41D3A67A5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666AB55E-710B-4A5F-A6A9-B68C033B6D6C}"/>
                      </a:ext>
                    </a:extLst>
                  </p:cNvPr>
                  <p:cNvSpPr txBox="1"/>
                  <p:nvPr/>
                </p:nvSpPr>
                <p:spPr>
                  <a:xfrm>
                    <a:off x="6615815" y="4802703"/>
                    <a:ext cx="1190390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←</m:t>
                          </m:r>
                        </m:oMath>
                      </m:oMathPara>
                    </a14:m>
                    <a:endPara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666AB55E-710B-4A5F-A6A9-B68C033B6D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5815" y="4802703"/>
                    <a:ext cx="1190390" cy="58477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F1D1729-6661-4A26-9C1E-7CA83B2D5EE4}"/>
                    </a:ext>
                  </a:extLst>
                </p:cNvPr>
                <p:cNvSpPr txBox="1"/>
                <p:nvPr/>
              </p:nvSpPr>
              <p:spPr>
                <a:xfrm>
                  <a:off x="10504741" y="4894292"/>
                  <a:ext cx="116615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GB" sz="32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F1D1729-6661-4A26-9C1E-7CA83B2D5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4741" y="4894292"/>
                  <a:ext cx="1166153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E89817-8CAB-4390-98EB-BADE80235A29}"/>
              </a:ext>
            </a:extLst>
          </p:cNvPr>
          <p:cNvSpPr txBox="1"/>
          <p:nvPr/>
        </p:nvSpPr>
        <p:spPr>
          <a:xfrm>
            <a:off x="427831" y="6139916"/>
            <a:ext cx="55290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EE2A72-A2B2-4D10-962F-9FED9A459DA5}"/>
              </a:ext>
            </a:extLst>
          </p:cNvPr>
          <p:cNvSpPr txBox="1"/>
          <p:nvPr/>
        </p:nvSpPr>
        <p:spPr>
          <a:xfrm>
            <a:off x="6413962" y="6097774"/>
            <a:ext cx="5460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Ί</a:t>
            </a:r>
            <a:endParaRPr lang="en-GB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56185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268002"/>
                <a:ext cx="10772775" cy="369331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Mục tiêu của bài toán là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 giá trị của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 kỳ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cần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 dạng mạch phối hợp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hình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Ί,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 đó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toán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trị số điện kháng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 ứng (xác định các 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dung kháng hoặc điện kháng).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 cả các phép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toán trên đều được thực hiện trên đồ thị Smith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268002"/>
                <a:ext cx="10772775" cy="3693319"/>
              </a:xfrm>
              <a:prstGeom prst="rect">
                <a:avLst/>
              </a:prstGeom>
              <a:blipFill>
                <a:blip r:embed="rId2"/>
                <a:stretch>
                  <a:fillRect l="-1244" t="-1815" r="-1414" b="-4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88516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647277"/>
                <a:ext cx="10772775" cy="206210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=10−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45</m:t>
                    </m:r>
                    <m:r>
                      <a:rPr lang="en-GB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 được phối hợp trở kháng với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không tổn hao có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tần số hoạt động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p>
                    </m:sSup>
                    <m:r>
                      <a:rPr lang="en-GB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𝑟𝑎𝑑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mạch phối hợp hình 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647277"/>
                <a:ext cx="10772775" cy="2062103"/>
              </a:xfrm>
              <a:prstGeom prst="rect">
                <a:avLst/>
              </a:prstGeom>
              <a:blipFill>
                <a:blip r:embed="rId2"/>
                <a:stretch>
                  <a:fillRect l="-1244" t="-3550" r="-1414" b="-91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033E934A-DB8B-4FF1-95C9-47FC7A164CA2}"/>
              </a:ext>
            </a:extLst>
          </p:cNvPr>
          <p:cNvGrpSpPr/>
          <p:nvPr/>
        </p:nvGrpSpPr>
        <p:grpSpPr>
          <a:xfrm>
            <a:off x="3019379" y="3315438"/>
            <a:ext cx="6153237" cy="3061718"/>
            <a:chOff x="2141855" y="3082893"/>
            <a:chExt cx="6153237" cy="306171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7A62938-AA13-4842-BFBC-311DD60DDCD7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>
              <a:off x="2400470" y="4134587"/>
              <a:ext cx="29599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FC04FE8-058F-4C1B-985A-351D5FC7D137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flipH="1" flipV="1">
              <a:off x="2400469" y="5741034"/>
              <a:ext cx="4988046" cy="180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FE8C4C-D57D-461E-8AB0-C20E3D7861E3}"/>
                </a:ext>
              </a:extLst>
            </p:cNvPr>
            <p:cNvSpPr/>
            <p:nvPr/>
          </p:nvSpPr>
          <p:spPr>
            <a:xfrm>
              <a:off x="4360354" y="4611843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2656EA-77F3-402C-A868-BA9C2B14FF70}"/>
                </a:ext>
              </a:extLst>
            </p:cNvPr>
            <p:cNvCxnSpPr>
              <a:cxnSpLocks/>
            </p:cNvCxnSpPr>
            <p:nvPr/>
          </p:nvCxnSpPr>
          <p:spPr>
            <a:xfrm>
              <a:off x="4571466" y="4181433"/>
              <a:ext cx="1" cy="448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2CA6DF-AD2E-44A1-A01F-479D0C2ABE8A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4571466" y="5498761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16062E1-A2DF-4997-B126-9B310F9BE8B2}"/>
                </a:ext>
              </a:extLst>
            </p:cNvPr>
            <p:cNvSpPr/>
            <p:nvPr/>
          </p:nvSpPr>
          <p:spPr>
            <a:xfrm>
              <a:off x="4501516" y="4059637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1A2DCA2-78D9-48D7-B2B0-512CE62733A8}"/>
                </a:ext>
              </a:extLst>
            </p:cNvPr>
            <p:cNvSpPr/>
            <p:nvPr/>
          </p:nvSpPr>
          <p:spPr>
            <a:xfrm>
              <a:off x="4496517" y="566608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B48349-492F-4E0B-9B4B-958EFB925012}"/>
                    </a:ext>
                  </a:extLst>
                </p:cNvPr>
                <p:cNvSpPr txBox="1"/>
                <p:nvPr/>
              </p:nvSpPr>
              <p:spPr>
                <a:xfrm>
                  <a:off x="2518787" y="4370952"/>
                  <a:ext cx="1932965" cy="1103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B48349-492F-4E0B-9B4B-958EFB925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8787" y="4370952"/>
                  <a:ext cx="1932965" cy="110382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FBFBB5F-A94C-499A-96E5-9BC113F1E8B1}"/>
                </a:ext>
              </a:extLst>
            </p:cNvPr>
            <p:cNvGrpSpPr/>
            <p:nvPr/>
          </p:nvGrpSpPr>
          <p:grpSpPr>
            <a:xfrm>
              <a:off x="2141855" y="3934902"/>
              <a:ext cx="404735" cy="375507"/>
              <a:chOff x="809470" y="3854210"/>
              <a:chExt cx="404735" cy="375507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D1555FC-D5B9-409D-A0CF-FA4D97E55438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CF17A5F-C37D-4FF8-A247-4F47647738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A3FF0A3-906C-4474-A3E2-8E3F2233CC84}"/>
                </a:ext>
              </a:extLst>
            </p:cNvPr>
            <p:cNvSpPr/>
            <p:nvPr/>
          </p:nvSpPr>
          <p:spPr>
            <a:xfrm>
              <a:off x="5360370" y="3946833"/>
              <a:ext cx="883078" cy="37550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AF1116C-57F5-4EC9-8EA4-F8634EAC79B8}"/>
                </a:ext>
              </a:extLst>
            </p:cNvPr>
            <p:cNvCxnSpPr>
              <a:cxnSpLocks/>
              <a:stCxn id="36" idx="2"/>
              <a:endCxn id="19" idx="3"/>
            </p:cNvCxnSpPr>
            <p:nvPr/>
          </p:nvCxnSpPr>
          <p:spPr>
            <a:xfrm flipH="1" flipV="1">
              <a:off x="6243448" y="4134587"/>
              <a:ext cx="1150066" cy="180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E7ABBC1-E32F-4D07-A25B-816CC33CE885}"/>
                    </a:ext>
                  </a:extLst>
                </p:cNvPr>
                <p:cNvSpPr txBox="1"/>
                <p:nvPr/>
              </p:nvSpPr>
              <p:spPr>
                <a:xfrm>
                  <a:off x="5580219" y="4209093"/>
                  <a:ext cx="83644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E7ABBC1-E32F-4D07-A25B-816CC33CE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219" y="4209093"/>
                  <a:ext cx="83644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B43D1CC-AF8B-4C52-AD86-75ECB2CF7A12}"/>
                </a:ext>
              </a:extLst>
            </p:cNvPr>
            <p:cNvGrpSpPr/>
            <p:nvPr/>
          </p:nvGrpSpPr>
          <p:grpSpPr>
            <a:xfrm>
              <a:off x="2141855" y="5520267"/>
              <a:ext cx="404735" cy="375507"/>
              <a:chOff x="809470" y="3854210"/>
              <a:chExt cx="404735" cy="375507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9F42ECF-9D9B-4665-BC1B-D5083F7C7EA0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624793B-510E-4481-95A9-A8F1102032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8A1D8A3-A196-4758-BCEA-465EDE803A77}"/>
                </a:ext>
              </a:extLst>
            </p:cNvPr>
            <p:cNvGrpSpPr/>
            <p:nvPr/>
          </p:nvGrpSpPr>
          <p:grpSpPr>
            <a:xfrm>
              <a:off x="6533974" y="3956408"/>
              <a:ext cx="404735" cy="375507"/>
              <a:chOff x="809470" y="3854210"/>
              <a:chExt cx="404735" cy="3755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FF0CD7-F2BC-409A-8512-05880AC15CEA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75BA667-FBDD-4B13-90D7-EEDB21949E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0623575-AAB6-4DA8-BD8A-029D92147473}"/>
                </a:ext>
              </a:extLst>
            </p:cNvPr>
            <p:cNvGrpSpPr/>
            <p:nvPr/>
          </p:nvGrpSpPr>
          <p:grpSpPr>
            <a:xfrm>
              <a:off x="6533974" y="5567090"/>
              <a:ext cx="404735" cy="375507"/>
              <a:chOff x="809470" y="3854210"/>
              <a:chExt cx="404735" cy="375507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0820B99-FE38-4345-BA5B-8320E5663020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F2897CA-87E9-4DAB-A764-FD8DF7AC57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D2034D6-42B9-4089-A5CE-D2AB2D51E737}"/>
                </a:ext>
              </a:extLst>
            </p:cNvPr>
            <p:cNvSpPr/>
            <p:nvPr/>
          </p:nvSpPr>
          <p:spPr>
            <a:xfrm>
              <a:off x="7252352" y="4629888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9FA11A4-A1FC-461B-B85D-924404455F82}"/>
                </a:ext>
              </a:extLst>
            </p:cNvPr>
            <p:cNvCxnSpPr>
              <a:cxnSpLocks/>
            </p:cNvCxnSpPr>
            <p:nvPr/>
          </p:nvCxnSpPr>
          <p:spPr>
            <a:xfrm>
              <a:off x="7463464" y="4199478"/>
              <a:ext cx="1" cy="448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7668402-FCC4-44C0-ABBB-CCE7288EA5B5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7463464" y="5516806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DE1D23D-2C47-444F-804B-95387556ED39}"/>
                </a:ext>
              </a:extLst>
            </p:cNvPr>
            <p:cNvSpPr/>
            <p:nvPr/>
          </p:nvSpPr>
          <p:spPr>
            <a:xfrm>
              <a:off x="7393514" y="4077682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9774488-097D-4E8A-9E99-15C705E7972D}"/>
                </a:ext>
              </a:extLst>
            </p:cNvPr>
            <p:cNvSpPr/>
            <p:nvPr/>
          </p:nvSpPr>
          <p:spPr>
            <a:xfrm>
              <a:off x="7388515" y="5684128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2B75CFF-ED43-4581-A8D1-7AFAE2388FC5}"/>
                </a:ext>
              </a:extLst>
            </p:cNvPr>
            <p:cNvGrpSpPr/>
            <p:nvPr/>
          </p:nvGrpSpPr>
          <p:grpSpPr>
            <a:xfrm>
              <a:off x="3655545" y="3660483"/>
              <a:ext cx="500008" cy="2484128"/>
              <a:chOff x="3501234" y="3661839"/>
              <a:chExt cx="500008" cy="2484128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9C3AACB-D0D7-462A-8857-3F85D73DF2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3661839"/>
                <a:ext cx="0" cy="248412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CB7F63E8-4F70-4443-82D6-2C2F39E0C0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1234" y="3661839"/>
                <a:ext cx="500008" cy="2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C1080065-8682-4A4A-BDE2-C4ABD9A7AD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6145967"/>
                <a:ext cx="500008" cy="0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BB1799F-B92B-410A-8E99-28B1B4496A97}"/>
                </a:ext>
              </a:extLst>
            </p:cNvPr>
            <p:cNvGrpSpPr/>
            <p:nvPr/>
          </p:nvGrpSpPr>
          <p:grpSpPr>
            <a:xfrm>
              <a:off x="5022005" y="3660483"/>
              <a:ext cx="500008" cy="2484128"/>
              <a:chOff x="3501234" y="3661839"/>
              <a:chExt cx="500008" cy="2484128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61BD58A-64BF-41EE-ADE5-7E9492D08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3661839"/>
                <a:ext cx="0" cy="248412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6F786D95-F8AA-4FC3-BAE7-F2E7AF70AF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1234" y="3661839"/>
                <a:ext cx="500008" cy="2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3BC0734-1486-452C-9518-513E9A4437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6145967"/>
                <a:ext cx="500008" cy="0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D53BAAE-B400-44E1-92F9-EFE5270AC564}"/>
                </a:ext>
              </a:extLst>
            </p:cNvPr>
            <p:cNvGrpSpPr/>
            <p:nvPr/>
          </p:nvGrpSpPr>
          <p:grpSpPr>
            <a:xfrm>
              <a:off x="7150884" y="3660483"/>
              <a:ext cx="500008" cy="2484128"/>
              <a:chOff x="3501234" y="3661839"/>
              <a:chExt cx="500008" cy="2484128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F57DC03-5877-49F6-AF69-DFB6B92972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3661839"/>
                <a:ext cx="0" cy="248412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E7D266B7-1E00-42BF-8F08-78FA9B54AC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1234" y="3661839"/>
                <a:ext cx="500008" cy="2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BD370D3-1166-479B-8F5C-1432FE426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6145967"/>
                <a:ext cx="500008" cy="0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D574C85-16E1-46A2-932A-9A3B07A10BE7}"/>
                    </a:ext>
                  </a:extLst>
                </p:cNvPr>
                <p:cNvSpPr txBox="1"/>
                <p:nvPr/>
              </p:nvSpPr>
              <p:spPr>
                <a:xfrm>
                  <a:off x="7056212" y="3082893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D574C85-16E1-46A2-932A-9A3B07A10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6212" y="3082893"/>
                  <a:ext cx="66460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7AFAADB-70BF-4EA5-985B-79AB6A085809}"/>
                    </a:ext>
                  </a:extLst>
                </p:cNvPr>
                <p:cNvSpPr txBox="1"/>
                <p:nvPr/>
              </p:nvSpPr>
              <p:spPr>
                <a:xfrm>
                  <a:off x="7630487" y="4719748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7AFAADB-70BF-4EA5-985B-79AB6A085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0487" y="4719748"/>
                  <a:ext cx="664605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3042D63-33DD-43FF-84B9-24B11C220ECB}"/>
                    </a:ext>
                  </a:extLst>
                </p:cNvPr>
                <p:cNvSpPr txBox="1"/>
                <p:nvPr/>
              </p:nvSpPr>
              <p:spPr>
                <a:xfrm>
                  <a:off x="4955737" y="3110693"/>
                  <a:ext cx="63254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3042D63-33DD-43FF-84B9-24B11C220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737" y="3110693"/>
                  <a:ext cx="632544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E717D09-7662-47F0-AA2B-3607F404CE33}"/>
                    </a:ext>
                  </a:extLst>
                </p:cNvPr>
                <p:cNvSpPr txBox="1"/>
                <p:nvPr/>
              </p:nvSpPr>
              <p:spPr>
                <a:xfrm>
                  <a:off x="3595696" y="3097883"/>
                  <a:ext cx="52347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E717D09-7662-47F0-AA2B-3607F404C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5696" y="3097883"/>
                  <a:ext cx="523477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7195453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10−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0,8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Điểm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456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blipFill>
                <a:blip r:embed="rId4"/>
                <a:stretch>
                  <a:fillRect l="-4414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3587372" y="1650692"/>
                <a:ext cx="3943357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=−0,8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372" y="1650692"/>
                <a:ext cx="3943357" cy="584775"/>
              </a:xfrm>
              <a:prstGeom prst="rect">
                <a:avLst/>
              </a:prstGeom>
              <a:blipFill>
                <a:blip r:embed="rId5"/>
                <a:stretch>
                  <a:fillRect l="-3864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1970DBC-72B3-4206-97E5-373392879638}"/>
              </a:ext>
            </a:extLst>
          </p:cNvPr>
          <p:cNvGrpSpPr/>
          <p:nvPr/>
        </p:nvGrpSpPr>
        <p:grpSpPr>
          <a:xfrm>
            <a:off x="1416558" y="2312377"/>
            <a:ext cx="7158459" cy="7785276"/>
            <a:chOff x="1416558" y="2312377"/>
            <a:chExt cx="7139078" cy="7785276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29018A22-F478-4B92-96BE-63E26E04F45D}"/>
                </a:ext>
              </a:extLst>
            </p:cNvPr>
            <p:cNvSpPr/>
            <p:nvPr/>
          </p:nvSpPr>
          <p:spPr>
            <a:xfrm>
              <a:off x="2954841" y="4481653"/>
              <a:ext cx="5600795" cy="5616000"/>
            </a:xfrm>
            <a:prstGeom prst="arc">
              <a:avLst>
                <a:gd name="adj1" fmla="val 11655425"/>
                <a:gd name="adj2" fmla="val 16199141"/>
              </a:avLst>
            </a:prstGeom>
            <a:ln w="3810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DB952BB-ED35-4194-B73A-686EBFCE74E3}"/>
                </a:ext>
              </a:extLst>
            </p:cNvPr>
            <p:cNvGrpSpPr/>
            <p:nvPr/>
          </p:nvGrpSpPr>
          <p:grpSpPr>
            <a:xfrm>
              <a:off x="1416558" y="2312377"/>
              <a:ext cx="4320000" cy="4320000"/>
              <a:chOff x="1416558" y="2312377"/>
              <a:chExt cx="4320000" cy="4320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BF35DA8-97BD-4A30-815B-C49C0B7184C0}"/>
                  </a:ext>
                </a:extLst>
              </p:cNvPr>
              <p:cNvSpPr/>
              <p:nvPr/>
            </p:nvSpPr>
            <p:spPr>
              <a:xfrm>
                <a:off x="1416558" y="2312377"/>
                <a:ext cx="4308304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B628600-AFA8-4987-BFD4-C66E101BB121}"/>
                      </a:ext>
                    </a:extLst>
                  </p:cNvPr>
                  <p:cNvSpPr txBox="1"/>
                  <p:nvPr/>
                </p:nvSpPr>
                <p:spPr>
                  <a:xfrm>
                    <a:off x="2708751" y="5572957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B628600-AFA8-4987-BFD4-C66E101BB1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8751" y="5572957"/>
                    <a:ext cx="728300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81DE03B-86E7-4B72-B08F-7586C20C9F63}"/>
                  </a:ext>
                </a:extLst>
              </p:cNvPr>
              <p:cNvSpPr/>
              <p:nvPr/>
            </p:nvSpPr>
            <p:spPr>
              <a:xfrm>
                <a:off x="1775068" y="2499519"/>
                <a:ext cx="3949278" cy="39600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4439F71-08EC-4E10-A835-3441F946EB72}"/>
                  </a:ext>
                </a:extLst>
              </p:cNvPr>
              <p:cNvCxnSpPr>
                <a:cxnSpLocks/>
                <a:stCxn id="6" idx="2"/>
                <a:endCxn id="6" idx="6"/>
              </p:cNvCxnSpPr>
              <p:nvPr/>
            </p:nvCxnSpPr>
            <p:spPr>
              <a:xfrm>
                <a:off x="1416558" y="4472377"/>
                <a:ext cx="432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6988EB7-8FD2-4481-9DCD-B515F89E9D32}"/>
                  </a:ext>
                </a:extLst>
              </p:cNvPr>
              <p:cNvCxnSpPr>
                <a:cxnSpLocks/>
                <a:stCxn id="6" idx="0"/>
                <a:endCxn id="6" idx="4"/>
              </p:cNvCxnSpPr>
              <p:nvPr/>
            </p:nvCxnSpPr>
            <p:spPr>
              <a:xfrm>
                <a:off x="3576558" y="2312377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7904B01-9FCF-4BB5-99BB-D832C88FC84E}"/>
                  </a:ext>
                </a:extLst>
              </p:cNvPr>
              <p:cNvSpPr/>
              <p:nvPr/>
            </p:nvSpPr>
            <p:spPr>
              <a:xfrm>
                <a:off x="3040461" y="6280128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1AA66C-C053-4073-997D-30E9354F5D84}"/>
              </a:ext>
            </a:extLst>
          </p:cNvPr>
          <p:cNvCxnSpPr>
            <a:cxnSpLocks/>
            <a:stCxn id="16" idx="2"/>
            <a:endCxn id="9" idx="1"/>
          </p:cNvCxnSpPr>
          <p:nvPr/>
        </p:nvCxnSpPr>
        <p:spPr>
          <a:xfrm>
            <a:off x="1769227" y="2248322"/>
            <a:ext cx="586743" cy="8311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302273" y="2235467"/>
            <a:ext cx="1256778" cy="26663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0148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90488" indent="-90488"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 </a:t>
                </a:r>
              </a:p>
              <a:p>
                <a:pPr marL="90488" indent="-90488"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942" r="-3516" b="-3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blipFill>
                <a:blip r:embed="rId4"/>
                <a:stretch>
                  <a:fillRect l="-4414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4175404" y="1814873"/>
                <a:ext cx="335564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04" y="1814873"/>
                <a:ext cx="3355642" cy="584775"/>
              </a:xfrm>
              <a:prstGeom prst="rect">
                <a:avLst/>
              </a:prstGeom>
              <a:blipFill>
                <a:blip r:embed="rId5"/>
                <a:stretch>
                  <a:fillRect l="-472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EBF35DA8-97BD-4A30-815B-C49C0B7184C0}"/>
              </a:ext>
            </a:extLst>
          </p:cNvPr>
          <p:cNvSpPr/>
          <p:nvPr/>
        </p:nvSpPr>
        <p:spPr>
          <a:xfrm>
            <a:off x="1416558" y="2312377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628600-AFA8-4987-BFD4-C66E101BB121}"/>
                  </a:ext>
                </a:extLst>
              </p:cNvPr>
              <p:cNvSpPr txBox="1"/>
              <p:nvPr/>
            </p:nvSpPr>
            <p:spPr>
              <a:xfrm>
                <a:off x="2712259" y="5572957"/>
                <a:ext cx="7302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628600-AFA8-4987-BFD4-C66E101BB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259" y="5572957"/>
                <a:ext cx="73027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681DE03B-86E7-4B72-B08F-7586C20C9F63}"/>
              </a:ext>
            </a:extLst>
          </p:cNvPr>
          <p:cNvSpPr/>
          <p:nvPr/>
        </p:nvSpPr>
        <p:spPr>
          <a:xfrm>
            <a:off x="1776041" y="2499519"/>
            <a:ext cx="3960000" cy="3960000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439F71-08EC-4E10-A835-3441F946EB72}"/>
              </a:ext>
            </a:extLst>
          </p:cNvPr>
          <p:cNvCxnSpPr>
            <a:cxnSpLocks/>
            <a:stCxn id="6" idx="2"/>
            <a:endCxn id="6" idx="6"/>
          </p:cNvCxnSpPr>
          <p:nvPr/>
        </p:nvCxnSpPr>
        <p:spPr>
          <a:xfrm>
            <a:off x="1416558" y="4472377"/>
            <a:ext cx="4331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988EB7-8FD2-4481-9DCD-B515F89E9D32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582422" y="2312377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7904B01-9FCF-4BB5-99BB-D832C88FC84E}"/>
              </a:ext>
            </a:extLst>
          </p:cNvPr>
          <p:cNvSpPr/>
          <p:nvPr/>
        </p:nvSpPr>
        <p:spPr>
          <a:xfrm>
            <a:off x="3044870" y="6280128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1AA66C-C053-4073-997D-30E9354F5D84}"/>
              </a:ext>
            </a:extLst>
          </p:cNvPr>
          <p:cNvCxnSpPr>
            <a:cxnSpLocks/>
            <a:stCxn id="16" idx="2"/>
            <a:endCxn id="9" idx="1"/>
          </p:cNvCxnSpPr>
          <p:nvPr/>
        </p:nvCxnSpPr>
        <p:spPr>
          <a:xfrm>
            <a:off x="1769227" y="2248322"/>
            <a:ext cx="586743" cy="8311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4674368" y="2399648"/>
            <a:ext cx="1178857" cy="1000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4485F3-B9B0-4C2C-9903-6759F6E1318E}"/>
              </a:ext>
            </a:extLst>
          </p:cNvPr>
          <p:cNvSpPr/>
          <p:nvPr/>
        </p:nvSpPr>
        <p:spPr>
          <a:xfrm>
            <a:off x="3594368" y="3400344"/>
            <a:ext cx="2160000" cy="2160000"/>
          </a:xfrm>
          <a:prstGeom prst="ellipse">
            <a:avLst/>
          </a:prstGeom>
          <a:noFill/>
          <a:ln w="317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58FD33-3BA5-42B0-BA31-5F8950BDEF0E}"/>
              </a:ext>
            </a:extLst>
          </p:cNvPr>
          <p:cNvSpPr/>
          <p:nvPr/>
        </p:nvSpPr>
        <p:spPr>
          <a:xfrm>
            <a:off x="1422647" y="3385354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D1E7BA-4E01-41BE-B199-8333DF12B90D}"/>
              </a:ext>
            </a:extLst>
          </p:cNvPr>
          <p:cNvSpPr/>
          <p:nvPr/>
        </p:nvSpPr>
        <p:spPr>
          <a:xfrm>
            <a:off x="1936168" y="535821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/>
              <p:nvPr/>
            </p:nvSpPr>
            <p:spPr>
              <a:xfrm>
                <a:off x="2003449" y="4853659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449" y="4853659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/>
              <p:nvPr/>
            </p:nvSpPr>
            <p:spPr>
              <a:xfrm>
                <a:off x="1998564" y="3320355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564" y="3320355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C087DEDE-6EF5-4178-AC4C-49D53E3B25D8}"/>
              </a:ext>
            </a:extLst>
          </p:cNvPr>
          <p:cNvSpPr/>
          <p:nvPr/>
        </p:nvSpPr>
        <p:spPr>
          <a:xfrm>
            <a:off x="1948185" y="3465448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764506-7122-45F1-A41A-E578D8ECE41F}"/>
                  </a:ext>
                </a:extLst>
              </p:cNvPr>
              <p:cNvSpPr txBox="1"/>
              <p:nvPr/>
            </p:nvSpPr>
            <p:spPr>
              <a:xfrm>
                <a:off x="5835661" y="4668498"/>
                <a:ext cx="1646063" cy="206210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764506-7122-45F1-A41A-E578D8ECE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661" y="4668498"/>
                <a:ext cx="1646063" cy="2062103"/>
              </a:xfrm>
              <a:prstGeom prst="rect">
                <a:avLst/>
              </a:prstGeom>
              <a:blipFill>
                <a:blip r:embed="rId9"/>
                <a:stretch>
                  <a:fillRect l="-6667" t="-3846" r="-70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D3F71F3-0875-4C73-8D4E-D5FFD899698C}"/>
              </a:ext>
            </a:extLst>
          </p:cNvPr>
          <p:cNvCxnSpPr>
            <a:cxnSpLocks/>
            <a:stCxn id="27" idx="1"/>
            <a:endCxn id="22" idx="5"/>
          </p:cNvCxnSpPr>
          <p:nvPr/>
        </p:nvCxnSpPr>
        <p:spPr>
          <a:xfrm flipH="1" flipV="1">
            <a:off x="3266322" y="5229029"/>
            <a:ext cx="2569339" cy="4705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20624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=−0,4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0,4&gt;0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=0,4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=20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𝑛𝐻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165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blipFill>
                <a:blip r:embed="rId4"/>
                <a:stretch>
                  <a:fillRect l="-4414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4175403" y="1814873"/>
                <a:ext cx="334189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03" y="1814873"/>
                <a:ext cx="3341891" cy="584775"/>
              </a:xfrm>
              <a:prstGeom prst="rect">
                <a:avLst/>
              </a:prstGeom>
              <a:blipFill>
                <a:blip r:embed="rId5"/>
                <a:stretch>
                  <a:fillRect l="-4745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EBF35DA8-97BD-4A30-815B-C49C0B7184C0}"/>
              </a:ext>
            </a:extLst>
          </p:cNvPr>
          <p:cNvSpPr/>
          <p:nvPr/>
        </p:nvSpPr>
        <p:spPr>
          <a:xfrm>
            <a:off x="1416558" y="2312377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628600-AFA8-4987-BFD4-C66E101BB121}"/>
                  </a:ext>
                </a:extLst>
              </p:cNvPr>
              <p:cNvSpPr txBox="1"/>
              <p:nvPr/>
            </p:nvSpPr>
            <p:spPr>
              <a:xfrm>
                <a:off x="2712259" y="5572957"/>
                <a:ext cx="7302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628600-AFA8-4987-BFD4-C66E101BB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259" y="5572957"/>
                <a:ext cx="73027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681DE03B-86E7-4B72-B08F-7586C20C9F63}"/>
              </a:ext>
            </a:extLst>
          </p:cNvPr>
          <p:cNvSpPr/>
          <p:nvPr/>
        </p:nvSpPr>
        <p:spPr>
          <a:xfrm>
            <a:off x="1776041" y="2499519"/>
            <a:ext cx="3960000" cy="3960000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439F71-08EC-4E10-A835-3441F946EB72}"/>
              </a:ext>
            </a:extLst>
          </p:cNvPr>
          <p:cNvCxnSpPr>
            <a:cxnSpLocks/>
            <a:stCxn id="6" idx="2"/>
            <a:endCxn id="6" idx="6"/>
          </p:cNvCxnSpPr>
          <p:nvPr/>
        </p:nvCxnSpPr>
        <p:spPr>
          <a:xfrm>
            <a:off x="1416558" y="4472377"/>
            <a:ext cx="4331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988EB7-8FD2-4481-9DCD-B515F89E9D32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582422" y="2312377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7904B01-9FCF-4BB5-99BB-D832C88FC84E}"/>
              </a:ext>
            </a:extLst>
          </p:cNvPr>
          <p:cNvSpPr/>
          <p:nvPr/>
        </p:nvSpPr>
        <p:spPr>
          <a:xfrm>
            <a:off x="3044870" y="6280128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1AA66C-C053-4073-997D-30E9354F5D84}"/>
              </a:ext>
            </a:extLst>
          </p:cNvPr>
          <p:cNvCxnSpPr>
            <a:cxnSpLocks/>
            <a:stCxn id="16" idx="2"/>
            <a:endCxn id="9" idx="1"/>
          </p:cNvCxnSpPr>
          <p:nvPr/>
        </p:nvCxnSpPr>
        <p:spPr>
          <a:xfrm>
            <a:off x="1769227" y="2248322"/>
            <a:ext cx="586743" cy="8311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4674368" y="2399648"/>
            <a:ext cx="1171981" cy="1000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4485F3-B9B0-4C2C-9903-6759F6E1318E}"/>
              </a:ext>
            </a:extLst>
          </p:cNvPr>
          <p:cNvSpPr/>
          <p:nvPr/>
        </p:nvSpPr>
        <p:spPr>
          <a:xfrm>
            <a:off x="3594368" y="3400344"/>
            <a:ext cx="2160000" cy="2160000"/>
          </a:xfrm>
          <a:prstGeom prst="ellipse">
            <a:avLst/>
          </a:prstGeom>
          <a:noFill/>
          <a:ln w="31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58FD33-3BA5-42B0-BA31-5F8950BDEF0E}"/>
              </a:ext>
            </a:extLst>
          </p:cNvPr>
          <p:cNvSpPr/>
          <p:nvPr/>
        </p:nvSpPr>
        <p:spPr>
          <a:xfrm>
            <a:off x="1422647" y="3385354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/>
              <p:nvPr/>
            </p:nvSpPr>
            <p:spPr>
              <a:xfrm>
                <a:off x="1810227" y="464668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27" y="4646684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17EE04B3-FC20-432D-9B24-BCEC24BC2C9E}"/>
              </a:ext>
            </a:extLst>
          </p:cNvPr>
          <p:cNvSpPr/>
          <p:nvPr/>
        </p:nvSpPr>
        <p:spPr>
          <a:xfrm>
            <a:off x="1777736" y="2492882"/>
            <a:ext cx="3960000" cy="3960000"/>
          </a:xfrm>
          <a:prstGeom prst="arc">
            <a:avLst>
              <a:gd name="adj1" fmla="val 6643642"/>
              <a:gd name="adj2" fmla="val 899985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EBB16DA4-2C27-473C-9051-A322DEC0B761}"/>
              </a:ext>
            </a:extLst>
          </p:cNvPr>
          <p:cNvSpPr/>
          <p:nvPr/>
        </p:nvSpPr>
        <p:spPr>
          <a:xfrm>
            <a:off x="-2264339" y="4472377"/>
            <a:ext cx="16200000" cy="16200000"/>
          </a:xfrm>
          <a:prstGeom prst="arc">
            <a:avLst>
              <a:gd name="adj1" fmla="val 14374490"/>
              <a:gd name="adj2" fmla="val 16177000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BA4B27-A2AE-48B3-A0AD-D3B71F754D96}"/>
                  </a:ext>
                </a:extLst>
              </p:cNvPr>
              <p:cNvSpPr txBox="1"/>
              <p:nvPr/>
            </p:nvSpPr>
            <p:spPr>
              <a:xfrm>
                <a:off x="5213977" y="5671037"/>
                <a:ext cx="2357057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=−0,4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BA4B27-A2AE-48B3-A0AD-D3B71F754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977" y="5671037"/>
                <a:ext cx="2357057" cy="1077218"/>
              </a:xfrm>
              <a:prstGeom prst="rect">
                <a:avLst/>
              </a:prstGeom>
              <a:blipFill>
                <a:blip r:embed="rId8"/>
                <a:stretch>
                  <a:fillRect l="-3618" t="-7345" r="-36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CB6C38B-3C49-4EE8-AB93-9DB9BA17F093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4482059" y="4646684"/>
            <a:ext cx="1910447" cy="10243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8D1E7BA-4E01-41BE-B199-8333DF12B90D}"/>
              </a:ext>
            </a:extLst>
          </p:cNvPr>
          <p:cNvSpPr/>
          <p:nvPr/>
        </p:nvSpPr>
        <p:spPr>
          <a:xfrm>
            <a:off x="1936168" y="5358213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12213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Lấy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=+2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291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4175403" y="1814873"/>
                <a:ext cx="3344893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03" y="1814873"/>
                <a:ext cx="3344893" cy="584775"/>
              </a:xfrm>
              <a:prstGeom prst="rect">
                <a:avLst/>
              </a:prstGeom>
              <a:blipFill>
                <a:blip r:embed="rId4"/>
                <a:stretch>
                  <a:fillRect l="-4736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4674368" y="2399648"/>
            <a:ext cx="1173482" cy="1000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4485F3-B9B0-4C2C-9903-6759F6E1318E}"/>
              </a:ext>
            </a:extLst>
          </p:cNvPr>
          <p:cNvSpPr/>
          <p:nvPr/>
        </p:nvSpPr>
        <p:spPr>
          <a:xfrm>
            <a:off x="3594368" y="3400344"/>
            <a:ext cx="2160000" cy="2160000"/>
          </a:xfrm>
          <a:prstGeom prst="ellipse">
            <a:avLst/>
          </a:prstGeom>
          <a:noFill/>
          <a:ln w="31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58FD33-3BA5-42B0-BA31-5F8950BDEF0E}"/>
              </a:ext>
            </a:extLst>
          </p:cNvPr>
          <p:cNvSpPr/>
          <p:nvPr/>
        </p:nvSpPr>
        <p:spPr>
          <a:xfrm>
            <a:off x="1422647" y="3385354"/>
            <a:ext cx="2160000" cy="2160000"/>
          </a:xfrm>
          <a:prstGeom prst="ellipse">
            <a:avLst/>
          </a:prstGeom>
          <a:noFill/>
          <a:ln w="3175" cap="flat">
            <a:solidFill>
              <a:srgbClr val="00B05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D1E7BA-4E01-41BE-B199-8333DF12B90D}"/>
              </a:ext>
            </a:extLst>
          </p:cNvPr>
          <p:cNvSpPr/>
          <p:nvPr/>
        </p:nvSpPr>
        <p:spPr>
          <a:xfrm>
            <a:off x="1936168" y="535821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/>
              <p:nvPr/>
            </p:nvSpPr>
            <p:spPr>
              <a:xfrm>
                <a:off x="1810227" y="464668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27" y="4646684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17EE04B3-FC20-432D-9B24-BCEC24BC2C9E}"/>
              </a:ext>
            </a:extLst>
          </p:cNvPr>
          <p:cNvSpPr/>
          <p:nvPr/>
        </p:nvSpPr>
        <p:spPr>
          <a:xfrm>
            <a:off x="1777736" y="2492882"/>
            <a:ext cx="3960000" cy="3960000"/>
          </a:xfrm>
          <a:prstGeom prst="arc">
            <a:avLst>
              <a:gd name="adj1" fmla="val 6643642"/>
              <a:gd name="adj2" fmla="val 899985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3DEF0C-6A7E-4638-8ABD-C90A5950541E}"/>
              </a:ext>
            </a:extLst>
          </p:cNvPr>
          <p:cNvCxnSpPr>
            <a:cxnSpLocks/>
            <a:stCxn id="23" idx="7"/>
          </p:cNvCxnSpPr>
          <p:nvPr/>
        </p:nvCxnSpPr>
        <p:spPr>
          <a:xfrm flipV="1">
            <a:off x="2059386" y="3537680"/>
            <a:ext cx="3154591" cy="1841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FAFC71-73DB-467C-8F06-D3CCFE0309E9}"/>
                  </a:ext>
                </a:extLst>
              </p:cNvPr>
              <p:cNvSpPr txBox="1"/>
              <p:nvPr/>
            </p:nvSpPr>
            <p:spPr>
              <a:xfrm>
                <a:off x="5682230" y="3264288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FAFC71-73DB-467C-8F06-D3CCFE030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230" y="3264288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c 30">
            <a:extLst>
              <a:ext uri="{FF2B5EF4-FFF2-40B4-BE49-F238E27FC236}">
                <a16:creationId xmlns:a16="http://schemas.microsoft.com/office/drawing/2014/main" id="{E41B5B62-BB12-49FD-942D-49C651C31F89}"/>
              </a:ext>
            </a:extLst>
          </p:cNvPr>
          <p:cNvSpPr/>
          <p:nvPr/>
        </p:nvSpPr>
        <p:spPr>
          <a:xfrm>
            <a:off x="5151183" y="3200639"/>
            <a:ext cx="1260000" cy="1260000"/>
          </a:xfrm>
          <a:prstGeom prst="arc">
            <a:avLst>
              <a:gd name="adj1" fmla="val 5473176"/>
              <a:gd name="adj2" fmla="val 13964112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A7082FF-D679-47F2-8ADB-77B61AC8E2AC}"/>
              </a:ext>
            </a:extLst>
          </p:cNvPr>
          <p:cNvSpPr/>
          <p:nvPr/>
        </p:nvSpPr>
        <p:spPr>
          <a:xfrm>
            <a:off x="5148611" y="3492442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ED2FA09-BD13-4613-AB82-969BC5B95406}"/>
                  </a:ext>
                </a:extLst>
              </p:cNvPr>
              <p:cNvSpPr txBox="1"/>
              <p:nvPr/>
            </p:nvSpPr>
            <p:spPr>
              <a:xfrm>
                <a:off x="5277597" y="5687256"/>
                <a:ext cx="2357057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=+2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ED2FA09-BD13-4613-AB82-969BC5B95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597" y="5687256"/>
                <a:ext cx="2357057" cy="1077218"/>
              </a:xfrm>
              <a:prstGeom prst="rect">
                <a:avLst/>
              </a:prstGeom>
              <a:blipFill>
                <a:blip r:embed="rId9"/>
                <a:stretch>
                  <a:fillRect l="-3886" t="-7345" r="-36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7B987C-7F7B-4430-AEF6-DF2DAB97D92E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5292970" y="4257208"/>
            <a:ext cx="1163156" cy="1430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B3BC50-0B79-4E84-9C16-DE9EDD2146D3}"/>
                  </a:ext>
                </a:extLst>
              </p:cNvPr>
              <p:cNvSpPr txBox="1"/>
              <p:nvPr/>
            </p:nvSpPr>
            <p:spPr>
              <a:xfrm>
                <a:off x="-87812" y="4692539"/>
                <a:ext cx="1646063" cy="206210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B3BC50-0B79-4E84-9C16-DE9EDD214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7812" y="4692539"/>
                <a:ext cx="1646063" cy="2062103"/>
              </a:xfrm>
              <a:prstGeom prst="rect">
                <a:avLst/>
              </a:prstGeom>
              <a:blipFill>
                <a:blip r:embed="rId10"/>
                <a:stretch>
                  <a:fillRect l="-7037" t="-3846" r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8A5512-62FE-424F-8C8C-16C539117304}"/>
              </a:ext>
            </a:extLst>
          </p:cNvPr>
          <p:cNvCxnSpPr>
            <a:cxnSpLocks/>
            <a:stCxn id="32" idx="3"/>
            <a:endCxn id="22" idx="3"/>
          </p:cNvCxnSpPr>
          <p:nvPr/>
        </p:nvCxnSpPr>
        <p:spPr>
          <a:xfrm flipV="1">
            <a:off x="1558251" y="5229029"/>
            <a:ext cx="180721" cy="4945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141C95-35A5-4415-8FCD-68C62CF0E123}"/>
              </a:ext>
            </a:extLst>
          </p:cNvPr>
          <p:cNvCxnSpPr>
            <a:cxnSpLocks/>
            <a:stCxn id="28" idx="1"/>
            <a:endCxn id="27" idx="6"/>
          </p:cNvCxnSpPr>
          <p:nvPr/>
        </p:nvCxnSpPr>
        <p:spPr>
          <a:xfrm flipH="1" flipV="1">
            <a:off x="5292970" y="3564622"/>
            <a:ext cx="389260" cy="2286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47487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Điểm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5290719" y="5761705"/>
                <a:ext cx="2366895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19" y="5761705"/>
                <a:ext cx="2366895" cy="1077218"/>
              </a:xfrm>
              <a:prstGeom prst="rect">
                <a:avLst/>
              </a:prstGeom>
              <a:blipFill>
                <a:blip r:embed="rId4"/>
                <a:stretch>
                  <a:fillRect l="-3608" t="-7345" r="-33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0"/>
            <a:endCxn id="20" idx="5"/>
          </p:cNvCxnSpPr>
          <p:nvPr/>
        </p:nvCxnSpPr>
        <p:spPr>
          <a:xfrm flipH="1" flipV="1">
            <a:off x="5438043" y="5244019"/>
            <a:ext cx="1036124" cy="5176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4485F3-B9B0-4C2C-9903-6759F6E1318E}"/>
              </a:ext>
            </a:extLst>
          </p:cNvPr>
          <p:cNvSpPr/>
          <p:nvPr/>
        </p:nvSpPr>
        <p:spPr>
          <a:xfrm>
            <a:off x="3594368" y="3400344"/>
            <a:ext cx="2160000" cy="216000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D1E7BA-4E01-41BE-B199-8333DF12B90D}"/>
              </a:ext>
            </a:extLst>
          </p:cNvPr>
          <p:cNvSpPr/>
          <p:nvPr/>
        </p:nvSpPr>
        <p:spPr>
          <a:xfrm>
            <a:off x="1936168" y="535821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/>
              <p:nvPr/>
            </p:nvSpPr>
            <p:spPr>
              <a:xfrm>
                <a:off x="1655479" y="4674820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479" y="4674820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17EE04B3-FC20-432D-9B24-BCEC24BC2C9E}"/>
              </a:ext>
            </a:extLst>
          </p:cNvPr>
          <p:cNvSpPr/>
          <p:nvPr/>
        </p:nvSpPr>
        <p:spPr>
          <a:xfrm>
            <a:off x="1777736" y="2492882"/>
            <a:ext cx="3960000" cy="3960000"/>
          </a:xfrm>
          <a:prstGeom prst="arc">
            <a:avLst>
              <a:gd name="adj1" fmla="val 6643642"/>
              <a:gd name="adj2" fmla="val 899985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3DEF0C-6A7E-4638-8ABD-C90A5950541E}"/>
              </a:ext>
            </a:extLst>
          </p:cNvPr>
          <p:cNvCxnSpPr>
            <a:cxnSpLocks/>
            <a:stCxn id="23" idx="7"/>
          </p:cNvCxnSpPr>
          <p:nvPr/>
        </p:nvCxnSpPr>
        <p:spPr>
          <a:xfrm flipV="1">
            <a:off x="2059386" y="3537680"/>
            <a:ext cx="3154591" cy="18416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FAFC71-73DB-467C-8F06-D3CCFE0309E9}"/>
                  </a:ext>
                </a:extLst>
              </p:cNvPr>
              <p:cNvSpPr txBox="1"/>
              <p:nvPr/>
            </p:nvSpPr>
            <p:spPr>
              <a:xfrm>
                <a:off x="4737881" y="2835560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FAFC71-73DB-467C-8F06-D3CCFE030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881" y="2835560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EA7082FF-D679-47F2-8ADB-77B61AC8E2AC}"/>
              </a:ext>
            </a:extLst>
          </p:cNvPr>
          <p:cNvSpPr/>
          <p:nvPr/>
        </p:nvSpPr>
        <p:spPr>
          <a:xfrm>
            <a:off x="5148611" y="3492442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19611C9-1B3C-4C24-B4D0-9F2BF061CAA4}"/>
              </a:ext>
            </a:extLst>
          </p:cNvPr>
          <p:cNvSpPr/>
          <p:nvPr/>
        </p:nvSpPr>
        <p:spPr>
          <a:xfrm>
            <a:off x="3585040" y="3409202"/>
            <a:ext cx="2160000" cy="2160000"/>
          </a:xfrm>
          <a:prstGeom prst="arc">
            <a:avLst>
              <a:gd name="adj1" fmla="val 10809011"/>
              <a:gd name="adj2" fmla="val 17881471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53C81E-D64B-4371-B338-481C17E2DC50}"/>
                  </a:ext>
                </a:extLst>
              </p:cNvPr>
              <p:cNvSpPr txBox="1"/>
              <p:nvPr/>
            </p:nvSpPr>
            <p:spPr>
              <a:xfrm>
                <a:off x="3465602" y="4349514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53C81E-D64B-4371-B338-481C17E2D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602" y="4349514"/>
                <a:ext cx="72830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7E90BBE3-7ABF-4141-9E18-99B038661AB9}"/>
              </a:ext>
            </a:extLst>
          </p:cNvPr>
          <p:cNvSpPr/>
          <p:nvPr/>
        </p:nvSpPr>
        <p:spPr>
          <a:xfrm>
            <a:off x="3523272" y="4424464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791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=−2&lt;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=25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A8D1E7BA-4E01-41BE-B199-8333DF12B90D}"/>
              </a:ext>
            </a:extLst>
          </p:cNvPr>
          <p:cNvSpPr/>
          <p:nvPr/>
        </p:nvSpPr>
        <p:spPr>
          <a:xfrm>
            <a:off x="1936168" y="535821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/>
              <p:nvPr/>
            </p:nvSpPr>
            <p:spPr>
              <a:xfrm>
                <a:off x="1571071" y="4731092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E9F5BF-8B45-442A-AA87-467DED17F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71" y="4731092"/>
                <a:ext cx="728300" cy="6463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17EE04B3-FC20-432D-9B24-BCEC24BC2C9E}"/>
              </a:ext>
            </a:extLst>
          </p:cNvPr>
          <p:cNvSpPr/>
          <p:nvPr/>
        </p:nvSpPr>
        <p:spPr>
          <a:xfrm>
            <a:off x="1777736" y="2492882"/>
            <a:ext cx="3960000" cy="3960000"/>
          </a:xfrm>
          <a:prstGeom prst="arc">
            <a:avLst>
              <a:gd name="adj1" fmla="val 6643642"/>
              <a:gd name="adj2" fmla="val 899985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3DEF0C-6A7E-4638-8ABD-C90A5950541E}"/>
              </a:ext>
            </a:extLst>
          </p:cNvPr>
          <p:cNvCxnSpPr>
            <a:cxnSpLocks/>
            <a:stCxn id="23" idx="7"/>
          </p:cNvCxnSpPr>
          <p:nvPr/>
        </p:nvCxnSpPr>
        <p:spPr>
          <a:xfrm flipV="1">
            <a:off x="2059386" y="3537680"/>
            <a:ext cx="3154591" cy="18416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FAFC71-73DB-467C-8F06-D3CCFE0309E9}"/>
                  </a:ext>
                </a:extLst>
              </p:cNvPr>
              <p:cNvSpPr txBox="1"/>
              <p:nvPr/>
            </p:nvSpPr>
            <p:spPr>
              <a:xfrm>
                <a:off x="4737881" y="2835560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FAFC71-73DB-467C-8F06-D3CCFE030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881" y="2835560"/>
                <a:ext cx="728300" cy="6463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EA7082FF-D679-47F2-8ADB-77B61AC8E2AC}"/>
              </a:ext>
            </a:extLst>
          </p:cNvPr>
          <p:cNvSpPr/>
          <p:nvPr/>
        </p:nvSpPr>
        <p:spPr>
          <a:xfrm>
            <a:off x="5148611" y="3492442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19611C9-1B3C-4C24-B4D0-9F2BF061CAA4}"/>
              </a:ext>
            </a:extLst>
          </p:cNvPr>
          <p:cNvSpPr/>
          <p:nvPr/>
        </p:nvSpPr>
        <p:spPr>
          <a:xfrm>
            <a:off x="3585040" y="3409202"/>
            <a:ext cx="2160000" cy="2160000"/>
          </a:xfrm>
          <a:prstGeom prst="arc">
            <a:avLst>
              <a:gd name="adj1" fmla="val 10809011"/>
              <a:gd name="adj2" fmla="val 17881471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53C81E-D64B-4371-B338-481C17E2DC50}"/>
                  </a:ext>
                </a:extLst>
              </p:cNvPr>
              <p:cNvSpPr txBox="1"/>
              <p:nvPr/>
            </p:nvSpPr>
            <p:spPr>
              <a:xfrm>
                <a:off x="3465602" y="4349514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53C81E-D64B-4371-B338-481C17E2D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602" y="4349514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7E90BBE3-7ABF-4141-9E18-99B038661AB9}"/>
              </a:ext>
            </a:extLst>
          </p:cNvPr>
          <p:cNvSpPr/>
          <p:nvPr/>
        </p:nvSpPr>
        <p:spPr>
          <a:xfrm>
            <a:off x="3523272" y="4424464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89075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917" y="317644"/>
            <a:ext cx="4332158" cy="6278028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B36063E-1D4A-4D82-86BA-699DF7633D20}"/>
              </a:ext>
            </a:extLst>
          </p:cNvPr>
          <p:cNvGrpSpPr/>
          <p:nvPr/>
        </p:nvGrpSpPr>
        <p:grpSpPr>
          <a:xfrm>
            <a:off x="534799" y="2375205"/>
            <a:ext cx="6598536" cy="2586515"/>
            <a:chOff x="953456" y="2090392"/>
            <a:chExt cx="6598536" cy="2586515"/>
          </a:xfrm>
        </p:grpSpPr>
        <p:pic>
          <p:nvPicPr>
            <p:cNvPr id="91" name="Picture 90" descr="Icon&#10;&#10;Description automatically generated">
              <a:extLst>
                <a:ext uri="{FF2B5EF4-FFF2-40B4-BE49-F238E27FC236}">
                  <a16:creationId xmlns:a16="http://schemas.microsoft.com/office/drawing/2014/main" id="{C17862DF-9B4B-4973-80EF-5CE42B114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580085">
              <a:off x="2408243" y="3479004"/>
              <a:ext cx="638175" cy="495300"/>
            </a:xfrm>
            <a:prstGeom prst="rect">
              <a:avLst/>
            </a:prstGeom>
          </p:spPr>
        </p:pic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1B077383-7170-4715-9D9E-56F617849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55097" y="2637068"/>
              <a:ext cx="638175" cy="495300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94B0408-33F9-4D72-B7DB-3BF6505D9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9056" y="2868897"/>
              <a:ext cx="2337183" cy="1112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FC274E3-FE65-4B36-817F-9AD288F62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9056" y="4504144"/>
              <a:ext cx="4180272" cy="86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01244B6-1CB4-4CA2-847C-A0B428D5A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4732" y="2915743"/>
              <a:ext cx="12601" cy="6015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683D69-F44C-475E-BA59-080A40B53979}"/>
                </a:ext>
              </a:extLst>
            </p:cNvPr>
            <p:cNvCxnSpPr>
              <a:cxnSpLocks/>
            </p:cNvCxnSpPr>
            <p:nvPr/>
          </p:nvCxnSpPr>
          <p:spPr>
            <a:xfrm>
              <a:off x="2704732" y="3859404"/>
              <a:ext cx="22598" cy="64474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B5F8469-0609-4968-A69A-16EBF1611145}"/>
                </a:ext>
              </a:extLst>
            </p:cNvPr>
            <p:cNvSpPr/>
            <p:nvPr/>
          </p:nvSpPr>
          <p:spPr>
            <a:xfrm>
              <a:off x="2647383" y="2793947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5EFAA71-E001-45BF-91B3-24EB36ECBB61}"/>
                </a:ext>
              </a:extLst>
            </p:cNvPr>
            <p:cNvSpPr/>
            <p:nvPr/>
          </p:nvSpPr>
          <p:spPr>
            <a:xfrm>
              <a:off x="2642384" y="440039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4716E5F-53AA-4C7C-9235-46DE86FB02B4}"/>
                </a:ext>
              </a:extLst>
            </p:cNvPr>
            <p:cNvGrpSpPr/>
            <p:nvPr/>
          </p:nvGrpSpPr>
          <p:grpSpPr>
            <a:xfrm>
              <a:off x="1175314" y="2654933"/>
              <a:ext cx="404735" cy="375507"/>
              <a:chOff x="809470" y="3854210"/>
              <a:chExt cx="404735" cy="375507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E37B72F8-28C1-4561-8969-453B7E9848CA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42F0C20-1438-4F69-853F-D55027A9FA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7ABACBC-6757-4D4E-8C72-8FBF64A59A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3743" y="2868897"/>
              <a:ext cx="1455585" cy="1307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F1728-F89F-4D01-B518-E74AA6CF80F8}"/>
                    </a:ext>
                  </a:extLst>
                </p:cNvPr>
                <p:cNvSpPr txBox="1"/>
                <p:nvPr/>
              </p:nvSpPr>
              <p:spPr>
                <a:xfrm>
                  <a:off x="3631205" y="2090392"/>
                  <a:ext cx="6859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F1728-F89F-4D01-B518-E74AA6CF8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1205" y="2090392"/>
                  <a:ext cx="68595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1FBC30C-55E2-42F1-99AF-2C9CC584441D}"/>
                </a:ext>
              </a:extLst>
            </p:cNvPr>
            <p:cNvGrpSpPr/>
            <p:nvPr/>
          </p:nvGrpSpPr>
          <p:grpSpPr>
            <a:xfrm>
              <a:off x="1174329" y="4301399"/>
              <a:ext cx="404735" cy="375507"/>
              <a:chOff x="809470" y="3854210"/>
              <a:chExt cx="404735" cy="375507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24F49978-C586-4BD9-8ED8-50A410DEC6BE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0600A20-F6BB-4220-9D34-5D26446BC3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411BE56-D793-4BE6-8BB6-F07D13E38B4D}"/>
                </a:ext>
              </a:extLst>
            </p:cNvPr>
            <p:cNvGrpSpPr/>
            <p:nvPr/>
          </p:nvGrpSpPr>
          <p:grpSpPr>
            <a:xfrm>
              <a:off x="4679841" y="2690718"/>
              <a:ext cx="404735" cy="375507"/>
              <a:chOff x="809470" y="3854210"/>
              <a:chExt cx="404735" cy="375507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53C3704-A8AB-4604-B54F-ED37F62AC479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B75573D-24A5-4762-B25B-B1E1C2E62F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6CD2D58-4FA0-41DA-83C7-D239E352B6B5}"/>
                </a:ext>
              </a:extLst>
            </p:cNvPr>
            <p:cNvGrpSpPr/>
            <p:nvPr/>
          </p:nvGrpSpPr>
          <p:grpSpPr>
            <a:xfrm>
              <a:off x="4679841" y="4301400"/>
              <a:ext cx="404735" cy="375507"/>
              <a:chOff x="809470" y="3854210"/>
              <a:chExt cx="404735" cy="375507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E95AA8C-FB72-44F8-8558-DF05FA3B54BC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FE9EF3F-18D4-4D13-9A05-9859E85DDB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67421BF-193E-46EF-BFA3-42D024822990}"/>
                </a:ext>
              </a:extLst>
            </p:cNvPr>
            <p:cNvSpPr/>
            <p:nvPr/>
          </p:nvSpPr>
          <p:spPr>
            <a:xfrm>
              <a:off x="5398219" y="3364198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C7D5733-CA8F-4774-8416-D47FAB258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9332" y="2868897"/>
              <a:ext cx="9996" cy="51334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B22D4D2-5496-4A0E-B3E6-64E5457F1F9A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>
              <a:off x="5609331" y="4251116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F11E989-3AE9-4F6C-88C0-8DD6DA01A719}"/>
                    </a:ext>
                  </a:extLst>
                </p:cNvPr>
                <p:cNvSpPr txBox="1"/>
                <p:nvPr/>
              </p:nvSpPr>
              <p:spPr>
                <a:xfrm>
                  <a:off x="5913947" y="3181108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F11E989-3AE9-4F6C-88C0-8DD6DA01A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3947" y="3181108"/>
                  <a:ext cx="66460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062FBBA9-A421-44CA-B868-71D52CEFF105}"/>
                    </a:ext>
                  </a:extLst>
                </p:cNvPr>
                <p:cNvSpPr txBox="1"/>
                <p:nvPr/>
              </p:nvSpPr>
              <p:spPr>
                <a:xfrm>
                  <a:off x="1903867" y="3352912"/>
                  <a:ext cx="69544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062FBBA9-A421-44CA-B868-71D52CEFF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3867" y="3352912"/>
                  <a:ext cx="695447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80380FC-ED0C-4363-B314-3AB5C548F961}"/>
                    </a:ext>
                  </a:extLst>
                </p:cNvPr>
                <p:cNvSpPr txBox="1"/>
                <p:nvPr/>
              </p:nvSpPr>
              <p:spPr>
                <a:xfrm>
                  <a:off x="3344326" y="2977303"/>
                  <a:ext cx="137813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20 </m:t>
                        </m:r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𝑛𝐻</m:t>
                        </m:r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80380FC-ED0C-4363-B314-3AB5C548F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326" y="2977303"/>
                  <a:ext cx="1378133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A4309420-0B1A-48C8-9B51-F5C5CA91E48A}"/>
                    </a:ext>
                  </a:extLst>
                </p:cNvPr>
                <p:cNvSpPr txBox="1"/>
                <p:nvPr/>
              </p:nvSpPr>
              <p:spPr>
                <a:xfrm>
                  <a:off x="2846856" y="3473496"/>
                  <a:ext cx="13781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𝑛𝐻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A4309420-0B1A-48C8-9B51-F5C5CA91E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6856" y="3473496"/>
                  <a:ext cx="1378134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D568F88-475A-495B-A0CD-54A314A657F9}"/>
                    </a:ext>
                  </a:extLst>
                </p:cNvPr>
                <p:cNvSpPr txBox="1"/>
                <p:nvPr/>
              </p:nvSpPr>
              <p:spPr>
                <a:xfrm>
                  <a:off x="1034760" y="3127596"/>
                  <a:ext cx="731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D568F88-475A-495B-A0CD-54A314A65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760" y="3127596"/>
                  <a:ext cx="731739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7D1CE36-15CA-4759-8B48-BD4E5309CAE8}"/>
                    </a:ext>
                  </a:extLst>
                </p:cNvPr>
                <p:cNvSpPr txBox="1"/>
                <p:nvPr/>
              </p:nvSpPr>
              <p:spPr>
                <a:xfrm>
                  <a:off x="953456" y="3566266"/>
                  <a:ext cx="94448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GB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l-GR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Ω</a:t>
                  </a:r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7D1CE36-15CA-4759-8B48-BD4E5309C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56" y="3566266"/>
                  <a:ext cx="944489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14583" r="-15484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6F0245CC-0681-45ED-8477-591023B8F09F}"/>
                    </a:ext>
                  </a:extLst>
                </p:cNvPr>
                <p:cNvSpPr txBox="1"/>
                <p:nvPr/>
              </p:nvSpPr>
              <p:spPr>
                <a:xfrm>
                  <a:off x="5760336" y="3712371"/>
                  <a:ext cx="1791656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10−</m:t>
                        </m:r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oMath>
                    </m:oMathPara>
                  </a14:m>
                  <a:endParaRPr lang="en-GB" sz="3200" i="1" dirty="0">
                    <a:solidFill>
                      <a:srgbClr val="7030A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6F0245CC-0681-45ED-8477-591023B8F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336" y="3712371"/>
                  <a:ext cx="1791656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756164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=+0,4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1,2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=60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𝑛𝐻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165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blipFill>
                <a:blip r:embed="rId4"/>
                <a:stretch>
                  <a:fillRect l="-4414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4175403" y="1814873"/>
                <a:ext cx="3380071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03" y="1814873"/>
                <a:ext cx="3380071" cy="584775"/>
              </a:xfrm>
              <a:prstGeom prst="rect">
                <a:avLst/>
              </a:prstGeom>
              <a:blipFill>
                <a:blip r:embed="rId5"/>
                <a:stretch>
                  <a:fillRect l="-4693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1DE03B-86E7-4B72-B08F-7586C20C9F63}"/>
                </a:ext>
              </a:extLst>
            </p:cNvPr>
            <p:cNvSpPr/>
            <p:nvPr/>
          </p:nvSpPr>
          <p:spPr>
            <a:xfrm>
              <a:off x="1775068" y="2499519"/>
              <a:ext cx="3949278" cy="396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1AA66C-C053-4073-997D-30E9354F5D84}"/>
              </a:ext>
            </a:extLst>
          </p:cNvPr>
          <p:cNvCxnSpPr>
            <a:cxnSpLocks/>
            <a:stCxn id="16" idx="2"/>
            <a:endCxn id="9" idx="1"/>
          </p:cNvCxnSpPr>
          <p:nvPr/>
        </p:nvCxnSpPr>
        <p:spPr>
          <a:xfrm>
            <a:off x="1769227" y="2248322"/>
            <a:ext cx="586743" cy="8311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4674368" y="2399648"/>
            <a:ext cx="1191071" cy="1000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4485F3-B9B0-4C2C-9903-6759F6E1318E}"/>
              </a:ext>
            </a:extLst>
          </p:cNvPr>
          <p:cNvSpPr/>
          <p:nvPr/>
        </p:nvSpPr>
        <p:spPr>
          <a:xfrm>
            <a:off x="3594368" y="3400344"/>
            <a:ext cx="2160000" cy="2160000"/>
          </a:xfrm>
          <a:prstGeom prst="ellipse">
            <a:avLst/>
          </a:prstGeom>
          <a:noFill/>
          <a:ln w="31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58FD33-3BA5-42B0-BA31-5F8950BDEF0E}"/>
              </a:ext>
            </a:extLst>
          </p:cNvPr>
          <p:cNvSpPr/>
          <p:nvPr/>
        </p:nvSpPr>
        <p:spPr>
          <a:xfrm>
            <a:off x="1422647" y="3385354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/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c 31">
            <a:extLst>
              <a:ext uri="{FF2B5EF4-FFF2-40B4-BE49-F238E27FC236}">
                <a16:creationId xmlns:a16="http://schemas.microsoft.com/office/drawing/2014/main" id="{C25034DC-F8D7-485D-8642-18FCD27A3558}"/>
              </a:ext>
            </a:extLst>
          </p:cNvPr>
          <p:cNvSpPr/>
          <p:nvPr/>
        </p:nvSpPr>
        <p:spPr>
          <a:xfrm>
            <a:off x="-1991714" y="-10993820"/>
            <a:ext cx="15480000" cy="15480000"/>
          </a:xfrm>
          <a:prstGeom prst="arc">
            <a:avLst>
              <a:gd name="adj1" fmla="val 5424907"/>
              <a:gd name="adj2" fmla="val 7283631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7B296C3-D139-4736-8F3E-785089AB7F0D}"/>
              </a:ext>
            </a:extLst>
          </p:cNvPr>
          <p:cNvSpPr/>
          <p:nvPr/>
        </p:nvSpPr>
        <p:spPr>
          <a:xfrm>
            <a:off x="1767937" y="2494312"/>
            <a:ext cx="3960000" cy="3960000"/>
          </a:xfrm>
          <a:prstGeom prst="arc">
            <a:avLst>
              <a:gd name="adj1" fmla="val 6667897"/>
              <a:gd name="adj2" fmla="val 1242078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07CF59-DF65-4D92-AF93-0A7EA6F0EB37}"/>
                  </a:ext>
                </a:extLst>
              </p:cNvPr>
              <p:cNvSpPr txBox="1"/>
              <p:nvPr/>
            </p:nvSpPr>
            <p:spPr>
              <a:xfrm>
                <a:off x="5275544" y="5620566"/>
                <a:ext cx="2357057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=+0,4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07CF59-DF65-4D92-AF93-0A7EA6F0E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544" y="5620566"/>
                <a:ext cx="2357057" cy="1077218"/>
              </a:xfrm>
              <a:prstGeom prst="rect">
                <a:avLst/>
              </a:prstGeom>
              <a:blipFill>
                <a:blip r:embed="rId8"/>
                <a:stretch>
                  <a:fillRect l="-3618" t="-7345" r="-36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F115DD-A4E1-4242-A6D8-9CB53B04C111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938954" y="4346917"/>
            <a:ext cx="2515119" cy="12736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087DEDE-6EF5-4178-AC4C-49D53E3B25D8}"/>
              </a:ext>
            </a:extLst>
          </p:cNvPr>
          <p:cNvSpPr/>
          <p:nvPr/>
        </p:nvSpPr>
        <p:spPr>
          <a:xfrm>
            <a:off x="1948185" y="3465448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3671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Lấy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t="-194" r="-3366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4175404" y="1814873"/>
                <a:ext cx="3344894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04" y="1814873"/>
                <a:ext cx="3344894" cy="584775"/>
              </a:xfrm>
              <a:prstGeom prst="rect">
                <a:avLst/>
              </a:prstGeom>
              <a:blipFill>
                <a:blip r:embed="rId4"/>
                <a:stretch>
                  <a:fillRect l="-4736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4674368" y="2399648"/>
            <a:ext cx="1173483" cy="10006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4485F3-B9B0-4C2C-9903-6759F6E1318E}"/>
              </a:ext>
            </a:extLst>
          </p:cNvPr>
          <p:cNvSpPr/>
          <p:nvPr/>
        </p:nvSpPr>
        <p:spPr>
          <a:xfrm>
            <a:off x="3594368" y="3400344"/>
            <a:ext cx="2160000" cy="2160000"/>
          </a:xfrm>
          <a:prstGeom prst="ellipse">
            <a:avLst/>
          </a:prstGeom>
          <a:noFill/>
          <a:ln w="31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58FD33-3BA5-42B0-BA31-5F8950BDEF0E}"/>
              </a:ext>
            </a:extLst>
          </p:cNvPr>
          <p:cNvSpPr/>
          <p:nvPr/>
        </p:nvSpPr>
        <p:spPr>
          <a:xfrm>
            <a:off x="1422647" y="3385354"/>
            <a:ext cx="2160000" cy="2160000"/>
          </a:xfrm>
          <a:prstGeom prst="ellipse">
            <a:avLst/>
          </a:prstGeom>
          <a:noFill/>
          <a:ln w="3175" cap="flat">
            <a:solidFill>
              <a:srgbClr val="00B05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/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C087DEDE-6EF5-4178-AC4C-49D53E3B25D8}"/>
              </a:ext>
            </a:extLst>
          </p:cNvPr>
          <p:cNvSpPr/>
          <p:nvPr/>
        </p:nvSpPr>
        <p:spPr>
          <a:xfrm>
            <a:off x="1948185" y="3465448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7B296C3-D139-4736-8F3E-785089AB7F0D}"/>
              </a:ext>
            </a:extLst>
          </p:cNvPr>
          <p:cNvSpPr/>
          <p:nvPr/>
        </p:nvSpPr>
        <p:spPr>
          <a:xfrm>
            <a:off x="1767937" y="2494312"/>
            <a:ext cx="3960000" cy="3960000"/>
          </a:xfrm>
          <a:prstGeom prst="arc">
            <a:avLst>
              <a:gd name="adj1" fmla="val 6667897"/>
              <a:gd name="adj2" fmla="val 1242078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4A581E-9C5B-4831-B5A1-BCBCFA730E1B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2071403" y="3588666"/>
            <a:ext cx="3204141" cy="1837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F96DB6-8BF3-47EA-AA6A-DB9F269C897F}"/>
                  </a:ext>
                </a:extLst>
              </p:cNvPr>
              <p:cNvSpPr txBox="1"/>
              <p:nvPr/>
            </p:nvSpPr>
            <p:spPr>
              <a:xfrm>
                <a:off x="4422186" y="5390979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F96DB6-8BF3-47EA-AA6A-DB9F269C8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186" y="5390979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c 35">
            <a:extLst>
              <a:ext uri="{FF2B5EF4-FFF2-40B4-BE49-F238E27FC236}">
                <a16:creationId xmlns:a16="http://schemas.microsoft.com/office/drawing/2014/main" id="{D61C9C71-3452-4574-A320-7811C7672E59}"/>
              </a:ext>
            </a:extLst>
          </p:cNvPr>
          <p:cNvSpPr/>
          <p:nvPr/>
        </p:nvSpPr>
        <p:spPr>
          <a:xfrm>
            <a:off x="5140508" y="4488666"/>
            <a:ext cx="1188000" cy="1188000"/>
          </a:xfrm>
          <a:prstGeom prst="arc">
            <a:avLst>
              <a:gd name="adj1" fmla="val 7343078"/>
              <a:gd name="adj2" fmla="val 16152669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259047-580E-40EF-A95B-B7012C7FEE02}"/>
              </a:ext>
            </a:extLst>
          </p:cNvPr>
          <p:cNvSpPr/>
          <p:nvPr/>
        </p:nvSpPr>
        <p:spPr>
          <a:xfrm>
            <a:off x="5156070" y="5336199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46AFC1-B487-4EA9-BBA5-BFDD72329A55}"/>
                  </a:ext>
                </a:extLst>
              </p:cNvPr>
              <p:cNvSpPr txBox="1"/>
              <p:nvPr/>
            </p:nvSpPr>
            <p:spPr>
              <a:xfrm>
                <a:off x="5277597" y="5687256"/>
                <a:ext cx="2357057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46AFC1-B487-4EA9-BBA5-BFDD72329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597" y="5687256"/>
                <a:ext cx="2357057" cy="1077218"/>
              </a:xfrm>
              <a:prstGeom prst="rect">
                <a:avLst/>
              </a:prstGeom>
              <a:blipFill>
                <a:blip r:embed="rId9"/>
                <a:stretch>
                  <a:fillRect l="-3886" t="-7345" r="-36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829D41-E53D-4492-BA2E-195FB15BD9D0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5275544" y="4811843"/>
            <a:ext cx="1180582" cy="8754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0A17A0-08C4-4A13-9647-265EAEA85311}"/>
                  </a:ext>
                </a:extLst>
              </p:cNvPr>
              <p:cNvSpPr txBox="1"/>
              <p:nvPr/>
            </p:nvSpPr>
            <p:spPr>
              <a:xfrm>
                <a:off x="-87812" y="4692539"/>
                <a:ext cx="1646063" cy="206210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0A17A0-08C4-4A13-9647-265EAEA85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7812" y="4692539"/>
                <a:ext cx="1646063" cy="2062103"/>
              </a:xfrm>
              <a:prstGeom prst="rect">
                <a:avLst/>
              </a:prstGeom>
              <a:blipFill>
                <a:blip r:embed="rId10"/>
                <a:stretch>
                  <a:fillRect l="-7037" t="-3846" r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FFBB79-2DA9-467D-B338-3E935CBD432C}"/>
              </a:ext>
            </a:extLst>
          </p:cNvPr>
          <p:cNvCxnSpPr>
            <a:cxnSpLocks/>
            <a:stCxn id="27" idx="3"/>
            <a:endCxn id="22" idx="3"/>
          </p:cNvCxnSpPr>
          <p:nvPr/>
        </p:nvCxnSpPr>
        <p:spPr>
          <a:xfrm flipV="1">
            <a:off x="1558251" y="5229029"/>
            <a:ext cx="180721" cy="4945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0251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song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4175404" y="1828941"/>
                <a:ext cx="3344894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404" y="1828941"/>
                <a:ext cx="3344894" cy="584775"/>
              </a:xfrm>
              <a:prstGeom prst="rect">
                <a:avLst/>
              </a:prstGeom>
              <a:blipFill>
                <a:blip r:embed="rId4"/>
                <a:stretch>
                  <a:fillRect l="-4736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4674368" y="2413716"/>
            <a:ext cx="1173483" cy="9866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F4485F3-B9B0-4C2C-9903-6759F6E1318E}"/>
              </a:ext>
            </a:extLst>
          </p:cNvPr>
          <p:cNvSpPr/>
          <p:nvPr/>
        </p:nvSpPr>
        <p:spPr>
          <a:xfrm>
            <a:off x="3594368" y="3400344"/>
            <a:ext cx="2160000" cy="216000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/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C087DEDE-6EF5-4178-AC4C-49D53E3B25D8}"/>
              </a:ext>
            </a:extLst>
          </p:cNvPr>
          <p:cNvSpPr/>
          <p:nvPr/>
        </p:nvSpPr>
        <p:spPr>
          <a:xfrm>
            <a:off x="1948185" y="3465448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7B296C3-D139-4736-8F3E-785089AB7F0D}"/>
              </a:ext>
            </a:extLst>
          </p:cNvPr>
          <p:cNvSpPr/>
          <p:nvPr/>
        </p:nvSpPr>
        <p:spPr>
          <a:xfrm>
            <a:off x="1767937" y="2494312"/>
            <a:ext cx="3960000" cy="3960000"/>
          </a:xfrm>
          <a:prstGeom prst="arc">
            <a:avLst>
              <a:gd name="adj1" fmla="val 6667897"/>
              <a:gd name="adj2" fmla="val 1242078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4A581E-9C5B-4831-B5A1-BCBCFA730E1B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2071403" y="3588666"/>
            <a:ext cx="3204141" cy="18377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F96DB6-8BF3-47EA-AA6A-DB9F269C897F}"/>
                  </a:ext>
                </a:extLst>
              </p:cNvPr>
              <p:cNvSpPr txBox="1"/>
              <p:nvPr/>
            </p:nvSpPr>
            <p:spPr>
              <a:xfrm>
                <a:off x="4422186" y="5390979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F96DB6-8BF3-47EA-AA6A-DB9F269C8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186" y="5390979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42259047-580E-40EF-A95B-B7012C7FEE02}"/>
              </a:ext>
            </a:extLst>
          </p:cNvPr>
          <p:cNvSpPr/>
          <p:nvPr/>
        </p:nvSpPr>
        <p:spPr>
          <a:xfrm>
            <a:off x="5170138" y="5322131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97C7867-AE68-44CD-8082-ED7C837D2FD2}"/>
              </a:ext>
            </a:extLst>
          </p:cNvPr>
          <p:cNvSpPr/>
          <p:nvPr/>
        </p:nvSpPr>
        <p:spPr>
          <a:xfrm>
            <a:off x="3600030" y="3394212"/>
            <a:ext cx="2160000" cy="2160000"/>
          </a:xfrm>
          <a:prstGeom prst="arc">
            <a:avLst>
              <a:gd name="adj1" fmla="val 3614894"/>
              <a:gd name="adj2" fmla="val 1072129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E540F4-B9DA-4001-9D14-6DB40202D1E5}"/>
                  </a:ext>
                </a:extLst>
              </p:cNvPr>
              <p:cNvSpPr txBox="1"/>
              <p:nvPr/>
            </p:nvSpPr>
            <p:spPr>
              <a:xfrm>
                <a:off x="3489919" y="3899852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E540F4-B9DA-4001-9D14-6DB40202D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19" y="3899852"/>
                <a:ext cx="72830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59067039-B029-4EEB-AECE-806341CBDE90}"/>
              </a:ext>
            </a:extLst>
          </p:cNvPr>
          <p:cNvSpPr/>
          <p:nvPr/>
        </p:nvSpPr>
        <p:spPr>
          <a:xfrm>
            <a:off x="3529994" y="4419551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383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2&gt;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=40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𝑝𝐹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751" y="5572957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/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DC8E58-9346-4F92-A559-4B0AFC89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59" y="3548615"/>
                <a:ext cx="728300" cy="6463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C087DEDE-6EF5-4178-AC4C-49D53E3B25D8}"/>
              </a:ext>
            </a:extLst>
          </p:cNvPr>
          <p:cNvSpPr/>
          <p:nvPr/>
        </p:nvSpPr>
        <p:spPr>
          <a:xfrm>
            <a:off x="1948185" y="3465448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7B296C3-D139-4736-8F3E-785089AB7F0D}"/>
              </a:ext>
            </a:extLst>
          </p:cNvPr>
          <p:cNvSpPr/>
          <p:nvPr/>
        </p:nvSpPr>
        <p:spPr>
          <a:xfrm>
            <a:off x="1767937" y="2494312"/>
            <a:ext cx="3960000" cy="3960000"/>
          </a:xfrm>
          <a:prstGeom prst="arc">
            <a:avLst>
              <a:gd name="adj1" fmla="val 6667897"/>
              <a:gd name="adj2" fmla="val 1242078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4A581E-9C5B-4831-B5A1-BCBCFA730E1B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2071403" y="3588666"/>
            <a:ext cx="3204141" cy="18377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F96DB6-8BF3-47EA-AA6A-DB9F269C897F}"/>
                  </a:ext>
                </a:extLst>
              </p:cNvPr>
              <p:cNvSpPr txBox="1"/>
              <p:nvPr/>
            </p:nvSpPr>
            <p:spPr>
              <a:xfrm>
                <a:off x="4422186" y="5390979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F96DB6-8BF3-47EA-AA6A-DB9F269C8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186" y="5390979"/>
                <a:ext cx="728300" cy="6463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42259047-580E-40EF-A95B-B7012C7FEE02}"/>
              </a:ext>
            </a:extLst>
          </p:cNvPr>
          <p:cNvSpPr/>
          <p:nvPr/>
        </p:nvSpPr>
        <p:spPr>
          <a:xfrm>
            <a:off x="5170138" y="5322131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97C7867-AE68-44CD-8082-ED7C837D2FD2}"/>
              </a:ext>
            </a:extLst>
          </p:cNvPr>
          <p:cNvSpPr/>
          <p:nvPr/>
        </p:nvSpPr>
        <p:spPr>
          <a:xfrm>
            <a:off x="3600030" y="3394212"/>
            <a:ext cx="2160000" cy="2160000"/>
          </a:xfrm>
          <a:prstGeom prst="arc">
            <a:avLst>
              <a:gd name="adj1" fmla="val 3614894"/>
              <a:gd name="adj2" fmla="val 1072129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E540F4-B9DA-4001-9D14-6DB40202D1E5}"/>
                  </a:ext>
                </a:extLst>
              </p:cNvPr>
              <p:cNvSpPr txBox="1"/>
              <p:nvPr/>
            </p:nvSpPr>
            <p:spPr>
              <a:xfrm>
                <a:off x="3489919" y="3899852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E540F4-B9DA-4001-9D14-6DB40202D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19" y="3899852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59067039-B029-4EEB-AECE-806341CBDE90}"/>
              </a:ext>
            </a:extLst>
          </p:cNvPr>
          <p:cNvSpPr/>
          <p:nvPr/>
        </p:nvSpPr>
        <p:spPr>
          <a:xfrm>
            <a:off x="3529994" y="4419551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66011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917" y="317644"/>
            <a:ext cx="4332158" cy="6278028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6F8D99-6C90-42A1-9AAA-4B3B82E95796}"/>
              </a:ext>
            </a:extLst>
          </p:cNvPr>
          <p:cNvGrpSpPr/>
          <p:nvPr/>
        </p:nvGrpSpPr>
        <p:grpSpPr>
          <a:xfrm>
            <a:off x="534799" y="2375205"/>
            <a:ext cx="6598536" cy="2586515"/>
            <a:chOff x="534799" y="2375205"/>
            <a:chExt cx="6598536" cy="2586515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B36063E-1D4A-4D82-86BA-699DF7633D20}"/>
                </a:ext>
              </a:extLst>
            </p:cNvPr>
            <p:cNvGrpSpPr/>
            <p:nvPr/>
          </p:nvGrpSpPr>
          <p:grpSpPr>
            <a:xfrm>
              <a:off x="534799" y="2375205"/>
              <a:ext cx="6598536" cy="2586515"/>
              <a:chOff x="953456" y="2090392"/>
              <a:chExt cx="6598536" cy="2586515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1B077383-7170-4715-9D9E-56F6178499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5097" y="2637068"/>
                <a:ext cx="638175" cy="495300"/>
              </a:xfrm>
              <a:prstGeom prst="rect">
                <a:avLst/>
              </a:prstGeom>
            </p:spPr>
          </p:pic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94B0408-33F9-4D72-B7DB-3BF6505D97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39056" y="2868897"/>
                <a:ext cx="2337183" cy="1112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FC274E3-FE65-4B36-817F-9AD288F623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39056" y="4504144"/>
                <a:ext cx="4180272" cy="867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01244B6-1CB4-4CA2-847C-A0B428D5A7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4732" y="2915743"/>
                <a:ext cx="12601" cy="6015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D683D69-F44C-475E-BA59-080A40B539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04732" y="3859404"/>
                <a:ext cx="22598" cy="6447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B5F8469-0609-4968-A69A-16EBF1611145}"/>
                  </a:ext>
                </a:extLst>
              </p:cNvPr>
              <p:cNvSpPr/>
              <p:nvPr/>
            </p:nvSpPr>
            <p:spPr>
              <a:xfrm>
                <a:off x="2647383" y="2793947"/>
                <a:ext cx="149900" cy="149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5EFAA71-E001-45BF-91B3-24EB36ECBB61}"/>
                  </a:ext>
                </a:extLst>
              </p:cNvPr>
              <p:cNvSpPr/>
              <p:nvPr/>
            </p:nvSpPr>
            <p:spPr>
              <a:xfrm>
                <a:off x="2642384" y="4400393"/>
                <a:ext cx="149900" cy="149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74716E5F-53AA-4C7C-9235-46DE86FB02B4}"/>
                  </a:ext>
                </a:extLst>
              </p:cNvPr>
              <p:cNvGrpSpPr/>
              <p:nvPr/>
            </p:nvGrpSpPr>
            <p:grpSpPr>
              <a:xfrm>
                <a:off x="1175314" y="2654933"/>
                <a:ext cx="404735" cy="375507"/>
                <a:chOff x="809470" y="3854210"/>
                <a:chExt cx="404735" cy="375507"/>
              </a:xfrm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E37B72F8-28C1-4561-8969-453B7E9848CA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42F0C20-1438-4F69-853F-D55027A9FA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27ABACBC-6757-4D4E-8C72-8FBF64A59A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63743" y="2868897"/>
                <a:ext cx="1455585" cy="1307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975F1728-F89F-4D01-B518-E74AA6CF80F8}"/>
                      </a:ext>
                    </a:extLst>
                  </p:cNvPr>
                  <p:cNvSpPr txBox="1"/>
                  <p:nvPr/>
                </p:nvSpPr>
                <p:spPr>
                  <a:xfrm>
                    <a:off x="3631205" y="2090392"/>
                    <a:ext cx="68595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975F1728-F89F-4D01-B518-E74AA6CF80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1205" y="2090392"/>
                    <a:ext cx="685957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1FBC30C-55E2-42F1-99AF-2C9CC584441D}"/>
                  </a:ext>
                </a:extLst>
              </p:cNvPr>
              <p:cNvGrpSpPr/>
              <p:nvPr/>
            </p:nvGrpSpPr>
            <p:grpSpPr>
              <a:xfrm>
                <a:off x="1174329" y="4301399"/>
                <a:ext cx="404735" cy="375507"/>
                <a:chOff x="809470" y="3854210"/>
                <a:chExt cx="404735" cy="375507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24F49978-C586-4BD9-8ED8-50A410DEC6BE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A0600A20-F6BB-4220-9D34-5D26446BC3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2411BE56-D793-4BE6-8BB6-F07D13E38B4D}"/>
                  </a:ext>
                </a:extLst>
              </p:cNvPr>
              <p:cNvGrpSpPr/>
              <p:nvPr/>
            </p:nvGrpSpPr>
            <p:grpSpPr>
              <a:xfrm>
                <a:off x="4679841" y="2690718"/>
                <a:ext cx="404735" cy="375507"/>
                <a:chOff x="809470" y="3854210"/>
                <a:chExt cx="404735" cy="375507"/>
              </a:xfrm>
            </p:grpSpPr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E53C3704-A8AB-4604-B54F-ED37F62AC479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5B75573D-24A5-4762-B25B-B1E1C2E62F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6CD2D58-4FA0-41DA-83C7-D239E352B6B5}"/>
                  </a:ext>
                </a:extLst>
              </p:cNvPr>
              <p:cNvGrpSpPr/>
              <p:nvPr/>
            </p:nvGrpSpPr>
            <p:grpSpPr>
              <a:xfrm>
                <a:off x="4679841" y="4301400"/>
                <a:ext cx="404735" cy="375507"/>
                <a:chOff x="809470" y="3854210"/>
                <a:chExt cx="404735" cy="375507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BE95AA8C-FB72-44F8-8558-DF05FA3B54BC}"/>
                    </a:ext>
                  </a:extLst>
                </p:cNvPr>
                <p:cNvSpPr/>
                <p:nvPr/>
              </p:nvSpPr>
              <p:spPr>
                <a:xfrm>
                  <a:off x="933173" y="3971070"/>
                  <a:ext cx="149900" cy="1499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6FE9EF3F-18D4-4D13-9A05-9859E85DDB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9470" y="3854210"/>
                  <a:ext cx="404735" cy="37550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67421BF-193E-46EF-BFA3-42D024822990}"/>
                  </a:ext>
                </a:extLst>
              </p:cNvPr>
              <p:cNvSpPr/>
              <p:nvPr/>
            </p:nvSpPr>
            <p:spPr>
              <a:xfrm>
                <a:off x="5398219" y="3364198"/>
                <a:ext cx="422223" cy="88691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C7D5733-CA8F-4774-8416-D47FAB2581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09332" y="2868897"/>
                <a:ext cx="9996" cy="51334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B22D4D2-5496-4A0E-B3E6-64E5457F1F9A}"/>
                  </a:ext>
                </a:extLst>
              </p:cNvPr>
              <p:cNvCxnSpPr>
                <a:cxnSpLocks/>
                <a:stCxn id="55" idx="2"/>
              </p:cNvCxnSpPr>
              <p:nvPr/>
            </p:nvCxnSpPr>
            <p:spPr>
              <a:xfrm>
                <a:off x="5609331" y="4251116"/>
                <a:ext cx="9997" cy="27107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4F11E989-3AE9-4F6C-88C0-8DD6DA01A719}"/>
                      </a:ext>
                    </a:extLst>
                  </p:cNvPr>
                  <p:cNvSpPr txBox="1"/>
                  <p:nvPr/>
                </p:nvSpPr>
                <p:spPr>
                  <a:xfrm>
                    <a:off x="5913947" y="3181108"/>
                    <a:ext cx="664605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4F11E989-3AE9-4F6C-88C0-8DD6DA01A7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13947" y="3181108"/>
                    <a:ext cx="664605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062FBBA9-A421-44CA-B868-71D52CEFF105}"/>
                      </a:ext>
                    </a:extLst>
                  </p:cNvPr>
                  <p:cNvSpPr txBox="1"/>
                  <p:nvPr/>
                </p:nvSpPr>
                <p:spPr>
                  <a:xfrm>
                    <a:off x="1858769" y="3292616"/>
                    <a:ext cx="698653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062FBBA9-A421-44CA-B868-71D52CEFF1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8769" y="3292616"/>
                    <a:ext cx="698653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C80380FC-ED0C-4363-B314-3AB5C548F961}"/>
                      </a:ext>
                    </a:extLst>
                  </p:cNvPr>
                  <p:cNvSpPr txBox="1"/>
                  <p:nvPr/>
                </p:nvSpPr>
                <p:spPr>
                  <a:xfrm>
                    <a:off x="3344326" y="2977303"/>
                    <a:ext cx="1378134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60 </m:t>
                          </m:r>
                          <m:r>
                            <a:rPr lang="en-GB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𝑛𝐻</m:t>
                          </m:r>
                        </m:oMath>
                      </m:oMathPara>
                    </a14:m>
                    <a:endPara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C80380FC-ED0C-4363-B314-3AB5C548F9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4326" y="2977303"/>
                    <a:ext cx="1378134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A4309420-0B1A-48C8-9B51-F5C5CA91E48A}"/>
                      </a:ext>
                    </a:extLst>
                  </p:cNvPr>
                  <p:cNvSpPr txBox="1"/>
                  <p:nvPr/>
                </p:nvSpPr>
                <p:spPr>
                  <a:xfrm>
                    <a:off x="2727330" y="3759121"/>
                    <a:ext cx="1327608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𝑝𝐹</m:t>
                          </m:r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A4309420-0B1A-48C8-9B51-F5C5CA91E4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7330" y="3759121"/>
                    <a:ext cx="1327608" cy="58477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BD568F88-475A-495B-A0CD-54A314A657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34760" y="3127596"/>
                    <a:ext cx="73173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3200" b="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BD568F88-475A-495B-A0CD-54A314A657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4760" y="3127596"/>
                    <a:ext cx="731739" cy="58477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A7D1CE36-15CA-4759-8B48-BD4E5309CAE8}"/>
                      </a:ext>
                    </a:extLst>
                  </p:cNvPr>
                  <p:cNvSpPr txBox="1"/>
                  <p:nvPr/>
                </p:nvSpPr>
                <p:spPr>
                  <a:xfrm>
                    <a:off x="953456" y="3566266"/>
                    <a:ext cx="94448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a14:m>
                    <a:r>
                      <a:rPr lang="el-GR" sz="3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Ω</a:t>
                    </a:r>
                    <a:endPara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A7D1CE36-15CA-4759-8B48-BD4E5309CA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3456" y="3566266"/>
                    <a:ext cx="944489" cy="58477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4583" r="-15484" b="-32292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F0245CC-0681-45ED-8477-591023B8F09F}"/>
                      </a:ext>
                    </a:extLst>
                  </p:cNvPr>
                  <p:cNvSpPr txBox="1"/>
                  <p:nvPr/>
                </p:nvSpPr>
                <p:spPr>
                  <a:xfrm>
                    <a:off x="5760336" y="3712371"/>
                    <a:ext cx="1791656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10−</m:t>
                          </m:r>
                          <m: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oMath>
                      </m:oMathPara>
                    </a14:m>
                    <a:endParaRPr lang="en-GB" sz="3200" i="1" dirty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F0245CC-0681-45ED-8477-591023B8F0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0336" y="3712371"/>
                    <a:ext cx="1791656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286093F-10BD-4637-AF3C-85EDBCB339AC}"/>
                </a:ext>
              </a:extLst>
            </p:cNvPr>
            <p:cNvCxnSpPr>
              <a:cxnSpLocks/>
            </p:cNvCxnSpPr>
            <p:nvPr/>
          </p:nvCxnSpPr>
          <p:spPr>
            <a:xfrm>
              <a:off x="1993692" y="3802095"/>
              <a:ext cx="64457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35E61A5-E71D-4A91-A253-0F3161297E9C}"/>
                </a:ext>
              </a:extLst>
            </p:cNvPr>
            <p:cNvCxnSpPr>
              <a:cxnSpLocks/>
            </p:cNvCxnSpPr>
            <p:nvPr/>
          </p:nvCxnSpPr>
          <p:spPr>
            <a:xfrm>
              <a:off x="1976387" y="4126319"/>
              <a:ext cx="64457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803325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514224"/>
                <a:ext cx="10772775" cy="320087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Γ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 vi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GB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GB" sz="3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chết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514224"/>
                <a:ext cx="10772775" cy="3200876"/>
              </a:xfrm>
              <a:prstGeom prst="rect">
                <a:avLst/>
              </a:prstGeom>
              <a:blipFill>
                <a:blip r:embed="rId2"/>
                <a:stretch>
                  <a:fillRect l="-1244" t="-2091" r="-1414" b="-55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1802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647277"/>
                <a:ext cx="10772775" cy="206210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=10−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GB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GB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 được phối hợp trở kháng với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không tổn hao có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</m:t>
                    </m:r>
                    <m:r>
                      <a:rPr lang="en-GB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tần số hoạt động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p>
                    </m:sSup>
                    <m:r>
                      <a:rPr lang="en-GB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𝑟𝑎𝑑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mạch phối hợp hình 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Ί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647277"/>
                <a:ext cx="10772775" cy="2062103"/>
              </a:xfrm>
              <a:prstGeom prst="rect">
                <a:avLst/>
              </a:prstGeom>
              <a:blipFill>
                <a:blip r:embed="rId3"/>
                <a:stretch>
                  <a:fillRect l="-1244" t="-3550" r="-1414" b="-91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FDC669A-6D0C-453C-82BA-C24E38F0FB46}"/>
              </a:ext>
            </a:extLst>
          </p:cNvPr>
          <p:cNvGrpSpPr/>
          <p:nvPr/>
        </p:nvGrpSpPr>
        <p:grpSpPr>
          <a:xfrm>
            <a:off x="3019379" y="3315438"/>
            <a:ext cx="6153237" cy="3061718"/>
            <a:chOff x="3019379" y="3315438"/>
            <a:chExt cx="6153237" cy="306171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7A62938-AA13-4842-BFBC-311DD60DDCD7}"/>
                </a:ext>
              </a:extLst>
            </p:cNvPr>
            <p:cNvCxnSpPr>
              <a:cxnSpLocks/>
              <a:stCxn id="19" idx="1"/>
              <a:endCxn id="31" idx="6"/>
            </p:cNvCxnSpPr>
            <p:nvPr/>
          </p:nvCxnSpPr>
          <p:spPr>
            <a:xfrm flipH="1" flipV="1">
              <a:off x="3292982" y="4359257"/>
              <a:ext cx="1551198" cy="787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FC04FE8-058F-4C1B-985A-351D5FC7D137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flipH="1" flipV="1">
              <a:off x="3277993" y="5973579"/>
              <a:ext cx="4988046" cy="180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FE8C4C-D57D-461E-8AB0-C20E3D7861E3}"/>
                </a:ext>
              </a:extLst>
            </p:cNvPr>
            <p:cNvSpPr/>
            <p:nvPr/>
          </p:nvSpPr>
          <p:spPr>
            <a:xfrm>
              <a:off x="6858143" y="4850951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2656EA-77F3-402C-A868-BA9C2B14FF70}"/>
                </a:ext>
              </a:extLst>
            </p:cNvPr>
            <p:cNvCxnSpPr>
              <a:cxnSpLocks/>
            </p:cNvCxnSpPr>
            <p:nvPr/>
          </p:nvCxnSpPr>
          <p:spPr>
            <a:xfrm>
              <a:off x="7069255" y="4420541"/>
              <a:ext cx="1" cy="448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2CA6DF-AD2E-44A1-A01F-479D0C2ABE8A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7069255" y="5737869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1A2DCA2-78D9-48D7-B2B0-512CE62733A8}"/>
                </a:ext>
              </a:extLst>
            </p:cNvPr>
            <p:cNvSpPr/>
            <p:nvPr/>
          </p:nvSpPr>
          <p:spPr>
            <a:xfrm>
              <a:off x="6994306" y="5905191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B48349-492F-4E0B-9B4B-958EFB925012}"/>
                    </a:ext>
                  </a:extLst>
                </p:cNvPr>
                <p:cNvSpPr txBox="1"/>
                <p:nvPr/>
              </p:nvSpPr>
              <p:spPr>
                <a:xfrm>
                  <a:off x="6168837" y="4916970"/>
                  <a:ext cx="84010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B48349-492F-4E0B-9B4B-958EFB925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8837" y="4916970"/>
                  <a:ext cx="840102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FBFBB5F-A94C-499A-96E5-9BC113F1E8B1}"/>
                </a:ext>
              </a:extLst>
            </p:cNvPr>
            <p:cNvGrpSpPr/>
            <p:nvPr/>
          </p:nvGrpSpPr>
          <p:grpSpPr>
            <a:xfrm>
              <a:off x="3019379" y="4167447"/>
              <a:ext cx="404735" cy="375507"/>
              <a:chOff x="809470" y="3854210"/>
              <a:chExt cx="404735" cy="375507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D1555FC-D5B9-409D-A0CF-FA4D97E55438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CF17A5F-C37D-4FF8-A247-4F47647738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A3FF0A3-906C-4474-A3E2-8E3F2233CC84}"/>
                </a:ext>
              </a:extLst>
            </p:cNvPr>
            <p:cNvSpPr/>
            <p:nvPr/>
          </p:nvSpPr>
          <p:spPr>
            <a:xfrm>
              <a:off x="4844180" y="4179378"/>
              <a:ext cx="883078" cy="37550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AF1116C-57F5-4EC9-8EA4-F8634EAC79B8}"/>
                </a:ext>
              </a:extLst>
            </p:cNvPr>
            <p:cNvCxnSpPr>
              <a:cxnSpLocks/>
              <a:stCxn id="36" idx="2"/>
              <a:endCxn id="19" idx="3"/>
            </p:cNvCxnSpPr>
            <p:nvPr/>
          </p:nvCxnSpPr>
          <p:spPr>
            <a:xfrm flipH="1" flipV="1">
              <a:off x="5727258" y="4367132"/>
              <a:ext cx="2543780" cy="180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E7ABBC1-E32F-4D07-A25B-816CC33CE885}"/>
                    </a:ext>
                  </a:extLst>
                </p:cNvPr>
                <p:cNvSpPr txBox="1"/>
                <p:nvPr/>
              </p:nvSpPr>
              <p:spPr>
                <a:xfrm>
                  <a:off x="4973789" y="4501126"/>
                  <a:ext cx="83644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E7ABBC1-E32F-4D07-A25B-816CC33CE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3789" y="4501126"/>
                  <a:ext cx="83644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B43D1CC-AF8B-4C52-AD86-75ECB2CF7A12}"/>
                </a:ext>
              </a:extLst>
            </p:cNvPr>
            <p:cNvGrpSpPr/>
            <p:nvPr/>
          </p:nvGrpSpPr>
          <p:grpSpPr>
            <a:xfrm>
              <a:off x="3019379" y="5752812"/>
              <a:ext cx="404735" cy="375507"/>
              <a:chOff x="809470" y="3854210"/>
              <a:chExt cx="404735" cy="375507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9F42ECF-9D9B-4665-BC1B-D5083F7C7EA0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624793B-510E-4481-95A9-A8F1102032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8A1D8A3-A196-4758-BCEA-465EDE803A77}"/>
                </a:ext>
              </a:extLst>
            </p:cNvPr>
            <p:cNvGrpSpPr/>
            <p:nvPr/>
          </p:nvGrpSpPr>
          <p:grpSpPr>
            <a:xfrm>
              <a:off x="7411498" y="4188953"/>
              <a:ext cx="404735" cy="375507"/>
              <a:chOff x="809470" y="3854210"/>
              <a:chExt cx="404735" cy="3755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FF0CD7-F2BC-409A-8512-05880AC15CEA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75BA667-FBDD-4B13-90D7-EEDB21949E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0623575-AAB6-4DA8-BD8A-029D92147473}"/>
                </a:ext>
              </a:extLst>
            </p:cNvPr>
            <p:cNvGrpSpPr/>
            <p:nvPr/>
          </p:nvGrpSpPr>
          <p:grpSpPr>
            <a:xfrm>
              <a:off x="7411498" y="5799635"/>
              <a:ext cx="404735" cy="375507"/>
              <a:chOff x="809470" y="3854210"/>
              <a:chExt cx="404735" cy="375507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0820B99-FE38-4345-BA5B-8320E5663020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F2897CA-87E9-4DAB-A764-FD8DF7AC57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D2034D6-42B9-4089-A5CE-D2AB2D51E737}"/>
                </a:ext>
              </a:extLst>
            </p:cNvPr>
            <p:cNvSpPr/>
            <p:nvPr/>
          </p:nvSpPr>
          <p:spPr>
            <a:xfrm>
              <a:off x="8129876" y="4862433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9FA11A4-A1FC-461B-B85D-924404455F82}"/>
                </a:ext>
              </a:extLst>
            </p:cNvPr>
            <p:cNvCxnSpPr>
              <a:cxnSpLocks/>
            </p:cNvCxnSpPr>
            <p:nvPr/>
          </p:nvCxnSpPr>
          <p:spPr>
            <a:xfrm>
              <a:off x="8340988" y="4432023"/>
              <a:ext cx="1" cy="448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7668402-FCC4-44C0-ABBB-CCE7288EA5B5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8340988" y="5749351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DE1D23D-2C47-444F-804B-95387556ED39}"/>
                </a:ext>
              </a:extLst>
            </p:cNvPr>
            <p:cNvSpPr/>
            <p:nvPr/>
          </p:nvSpPr>
          <p:spPr>
            <a:xfrm>
              <a:off x="8271038" y="4310227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9774488-097D-4E8A-9E99-15C705E7972D}"/>
                </a:ext>
              </a:extLst>
            </p:cNvPr>
            <p:cNvSpPr/>
            <p:nvPr/>
          </p:nvSpPr>
          <p:spPr>
            <a:xfrm>
              <a:off x="8266039" y="591667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2B75CFF-ED43-4581-A8D1-7AFAE2388FC5}"/>
                </a:ext>
              </a:extLst>
            </p:cNvPr>
            <p:cNvGrpSpPr/>
            <p:nvPr/>
          </p:nvGrpSpPr>
          <p:grpSpPr>
            <a:xfrm>
              <a:off x="4533069" y="3893028"/>
              <a:ext cx="500008" cy="2484128"/>
              <a:chOff x="3501234" y="3661839"/>
              <a:chExt cx="500008" cy="2484128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9C3AACB-D0D7-462A-8857-3F85D73DF2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3661839"/>
                <a:ext cx="0" cy="248412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CB7F63E8-4F70-4443-82D6-2C2F39E0C0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1234" y="3661839"/>
                <a:ext cx="500008" cy="2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C1080065-8682-4A4A-BDE2-C4ABD9A7AD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6145967"/>
                <a:ext cx="500008" cy="0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BB1799F-B92B-410A-8E99-28B1B4496A97}"/>
                </a:ext>
              </a:extLst>
            </p:cNvPr>
            <p:cNvGrpSpPr/>
            <p:nvPr/>
          </p:nvGrpSpPr>
          <p:grpSpPr>
            <a:xfrm>
              <a:off x="5899529" y="3893028"/>
              <a:ext cx="500008" cy="2484128"/>
              <a:chOff x="3501234" y="3661839"/>
              <a:chExt cx="500008" cy="2484128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61BD58A-64BF-41EE-ADE5-7E9492D08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3661839"/>
                <a:ext cx="0" cy="248412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6F786D95-F8AA-4FC3-BAE7-F2E7AF70AF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1234" y="3661839"/>
                <a:ext cx="500008" cy="2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3BC0734-1486-452C-9518-513E9A4437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6145967"/>
                <a:ext cx="500008" cy="0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D53BAAE-B400-44E1-92F9-EFE5270AC564}"/>
                </a:ext>
              </a:extLst>
            </p:cNvPr>
            <p:cNvGrpSpPr/>
            <p:nvPr/>
          </p:nvGrpSpPr>
          <p:grpSpPr>
            <a:xfrm>
              <a:off x="8028408" y="3893028"/>
              <a:ext cx="500008" cy="2484128"/>
              <a:chOff x="3501234" y="3661839"/>
              <a:chExt cx="500008" cy="2484128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F57DC03-5877-49F6-AF69-DFB6B92972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3661839"/>
                <a:ext cx="0" cy="248412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E7D266B7-1E00-42BF-8F08-78FA9B54AC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1234" y="3661839"/>
                <a:ext cx="500008" cy="2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BD370D3-1166-479B-8F5C-1432FE426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1234" y="6145967"/>
                <a:ext cx="500008" cy="0"/>
              </a:xfrm>
              <a:prstGeom prst="straightConnector1">
                <a:avLst/>
              </a:prstGeom>
              <a:ln>
                <a:prstDash val="dash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D574C85-16E1-46A2-932A-9A3B07A10BE7}"/>
                    </a:ext>
                  </a:extLst>
                </p:cNvPr>
                <p:cNvSpPr txBox="1"/>
                <p:nvPr/>
              </p:nvSpPr>
              <p:spPr>
                <a:xfrm>
                  <a:off x="7933736" y="3315438"/>
                  <a:ext cx="69262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D574C85-16E1-46A2-932A-9A3B07A10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3736" y="3315438"/>
                  <a:ext cx="692626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7AFAADB-70BF-4EA5-985B-79AB6A085809}"/>
                    </a:ext>
                  </a:extLst>
                </p:cNvPr>
                <p:cNvSpPr txBox="1"/>
                <p:nvPr/>
              </p:nvSpPr>
              <p:spPr>
                <a:xfrm>
                  <a:off x="8508011" y="4952293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7AFAADB-70BF-4EA5-985B-79AB6A085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8011" y="4952293"/>
                  <a:ext cx="664605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3042D63-33DD-43FF-84B9-24B11C220ECB}"/>
                    </a:ext>
                  </a:extLst>
                </p:cNvPr>
                <p:cNvSpPr txBox="1"/>
                <p:nvPr/>
              </p:nvSpPr>
              <p:spPr>
                <a:xfrm>
                  <a:off x="5833261" y="3343238"/>
                  <a:ext cx="66056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3042D63-33DD-43FF-84B9-24B11C220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261" y="3343238"/>
                  <a:ext cx="660565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E717D09-7662-47F0-AA2B-3607F404CE33}"/>
                    </a:ext>
                  </a:extLst>
                </p:cNvPr>
                <p:cNvSpPr txBox="1"/>
                <p:nvPr/>
              </p:nvSpPr>
              <p:spPr>
                <a:xfrm>
                  <a:off x="4473220" y="3330428"/>
                  <a:ext cx="49302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E717D09-7662-47F0-AA2B-3607F404C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3220" y="3330428"/>
                  <a:ext cx="493020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16062E1-A2DF-4997-B126-9B310F9BE8B2}"/>
                </a:ext>
              </a:extLst>
            </p:cNvPr>
            <p:cNvSpPr/>
            <p:nvPr/>
          </p:nvSpPr>
          <p:spPr>
            <a:xfrm>
              <a:off x="6999305" y="4298745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2514635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10−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0,8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=−0,8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EA6E22-52D9-4ADF-8012-42A9E922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588975" cy="584775"/>
              </a:xfrm>
              <a:prstGeom prst="rect">
                <a:avLst/>
              </a:prstGeom>
              <a:blipFill>
                <a:blip r:embed="rId4"/>
                <a:stretch>
                  <a:fillRect l="-4414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/>
              <p:nvPr/>
            </p:nvSpPr>
            <p:spPr>
              <a:xfrm>
                <a:off x="3587372" y="1650692"/>
                <a:ext cx="3943357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=−0,8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62903-8E89-488F-BB99-223E6B9D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372" y="1650692"/>
                <a:ext cx="3943357" cy="584775"/>
              </a:xfrm>
              <a:prstGeom prst="rect">
                <a:avLst/>
              </a:prstGeom>
              <a:blipFill>
                <a:blip r:embed="rId5"/>
                <a:stretch>
                  <a:fillRect l="-3864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1970DBC-72B3-4206-97E5-373392879638}"/>
              </a:ext>
            </a:extLst>
          </p:cNvPr>
          <p:cNvGrpSpPr/>
          <p:nvPr/>
        </p:nvGrpSpPr>
        <p:grpSpPr>
          <a:xfrm>
            <a:off x="1416558" y="2312377"/>
            <a:ext cx="7158459" cy="7785276"/>
            <a:chOff x="1416558" y="2312377"/>
            <a:chExt cx="7139078" cy="7785276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29018A22-F478-4B92-96BE-63E26E04F45D}"/>
                </a:ext>
              </a:extLst>
            </p:cNvPr>
            <p:cNvSpPr/>
            <p:nvPr/>
          </p:nvSpPr>
          <p:spPr>
            <a:xfrm>
              <a:off x="2954841" y="4481653"/>
              <a:ext cx="5600795" cy="5616000"/>
            </a:xfrm>
            <a:prstGeom prst="arc">
              <a:avLst>
                <a:gd name="adj1" fmla="val 11655425"/>
                <a:gd name="adj2" fmla="val 16199141"/>
              </a:avLst>
            </a:prstGeom>
            <a:ln w="38100">
              <a:solidFill>
                <a:srgbClr val="7030A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DB952BB-ED35-4194-B73A-686EBFCE74E3}"/>
                </a:ext>
              </a:extLst>
            </p:cNvPr>
            <p:cNvGrpSpPr/>
            <p:nvPr/>
          </p:nvGrpSpPr>
          <p:grpSpPr>
            <a:xfrm>
              <a:off x="1416558" y="2312377"/>
              <a:ext cx="4320000" cy="4320000"/>
              <a:chOff x="1416558" y="2312377"/>
              <a:chExt cx="4320000" cy="4320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BF35DA8-97BD-4A30-815B-C49C0B7184C0}"/>
                  </a:ext>
                </a:extLst>
              </p:cNvPr>
              <p:cNvSpPr/>
              <p:nvPr/>
            </p:nvSpPr>
            <p:spPr>
              <a:xfrm>
                <a:off x="1416558" y="2312377"/>
                <a:ext cx="4308304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B628600-AFA8-4987-BFD4-C66E101BB121}"/>
                      </a:ext>
                    </a:extLst>
                  </p:cNvPr>
                  <p:cNvSpPr txBox="1"/>
                  <p:nvPr/>
                </p:nvSpPr>
                <p:spPr>
                  <a:xfrm>
                    <a:off x="2624571" y="5685501"/>
                    <a:ext cx="7283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B628600-AFA8-4987-BFD4-C66E101BB1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24571" y="5685501"/>
                    <a:ext cx="728300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81DE03B-86E7-4B72-B08F-7586C20C9F63}"/>
                  </a:ext>
                </a:extLst>
              </p:cNvPr>
              <p:cNvSpPr/>
              <p:nvPr/>
            </p:nvSpPr>
            <p:spPr>
              <a:xfrm>
                <a:off x="1775068" y="2499519"/>
                <a:ext cx="3949278" cy="39600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4439F71-08EC-4E10-A835-3441F946EB72}"/>
                  </a:ext>
                </a:extLst>
              </p:cNvPr>
              <p:cNvCxnSpPr>
                <a:cxnSpLocks/>
                <a:stCxn id="6" idx="2"/>
                <a:endCxn id="6" idx="6"/>
              </p:cNvCxnSpPr>
              <p:nvPr/>
            </p:nvCxnSpPr>
            <p:spPr>
              <a:xfrm>
                <a:off x="1416558" y="4472377"/>
                <a:ext cx="432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6988EB7-8FD2-4481-9DCD-B515F89E9D32}"/>
                  </a:ext>
                </a:extLst>
              </p:cNvPr>
              <p:cNvCxnSpPr>
                <a:cxnSpLocks/>
                <a:stCxn id="6" idx="0"/>
                <a:endCxn id="6" idx="4"/>
              </p:cNvCxnSpPr>
              <p:nvPr/>
            </p:nvCxnSpPr>
            <p:spPr>
              <a:xfrm>
                <a:off x="3576558" y="2312377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7904B01-9FCF-4BB5-99BB-D832C88FC84E}"/>
                  </a:ext>
                </a:extLst>
              </p:cNvPr>
              <p:cNvSpPr/>
              <p:nvPr/>
            </p:nvSpPr>
            <p:spPr>
              <a:xfrm>
                <a:off x="3040461" y="6280128"/>
                <a:ext cx="144359" cy="1443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1AA66C-C053-4073-997D-30E9354F5D84}"/>
              </a:ext>
            </a:extLst>
          </p:cNvPr>
          <p:cNvCxnSpPr>
            <a:cxnSpLocks/>
            <a:stCxn id="16" idx="2"/>
            <a:endCxn id="9" idx="1"/>
          </p:cNvCxnSpPr>
          <p:nvPr/>
        </p:nvCxnSpPr>
        <p:spPr>
          <a:xfrm>
            <a:off x="1769227" y="2248322"/>
            <a:ext cx="586743" cy="8311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50745-FF91-4360-9BAC-2D80A3627250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302273" y="2235467"/>
            <a:ext cx="1256778" cy="26663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72334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Điểm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r>
                  <a:rPr lang="en-GB" sz="3200" b="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+1,18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38601" y="5572957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8601" y="5572957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1DE03B-86E7-4B72-B08F-7586C20C9F63}"/>
                </a:ext>
              </a:extLst>
            </p:cNvPr>
            <p:cNvSpPr/>
            <p:nvPr/>
          </p:nvSpPr>
          <p:spPr>
            <a:xfrm>
              <a:off x="1954297" y="2602231"/>
              <a:ext cx="3769766" cy="378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80564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805646" cy="584775"/>
              </a:xfrm>
              <a:prstGeom prst="rect">
                <a:avLst/>
              </a:prstGeom>
              <a:blipFill>
                <a:blip r:embed="rId5"/>
                <a:stretch>
                  <a:fillRect l="-416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F939B9-4ADA-4776-9D23-880B3754CE30}"/>
                  </a:ext>
                </a:extLst>
              </p:cNvPr>
              <p:cNvSpPr txBox="1"/>
              <p:nvPr/>
            </p:nvSpPr>
            <p:spPr>
              <a:xfrm>
                <a:off x="3502964" y="1650692"/>
                <a:ext cx="4166582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=+1,18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F939B9-4ADA-4776-9D23-880B3754C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64" y="1650692"/>
                <a:ext cx="4166582" cy="584775"/>
              </a:xfrm>
              <a:prstGeom prst="rect">
                <a:avLst/>
              </a:prstGeom>
              <a:blipFill>
                <a:blip r:embed="rId6"/>
                <a:stretch>
                  <a:fillRect l="-380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D9F0BF-8104-43DE-8F3F-DB92374B20CA}"/>
              </a:ext>
            </a:extLst>
          </p:cNvPr>
          <p:cNvCxnSpPr>
            <a:cxnSpLocks/>
            <a:stCxn id="26" idx="2"/>
            <a:endCxn id="9" idx="1"/>
          </p:cNvCxnSpPr>
          <p:nvPr/>
        </p:nvCxnSpPr>
        <p:spPr>
          <a:xfrm>
            <a:off x="1877562" y="2248322"/>
            <a:ext cx="631763" cy="9074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7D6B50-86A1-48D5-AE1D-2F1C177D7220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4577533" y="2235467"/>
            <a:ext cx="1008722" cy="1826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c 31">
            <a:extLst>
              <a:ext uri="{FF2B5EF4-FFF2-40B4-BE49-F238E27FC236}">
                <a16:creationId xmlns:a16="http://schemas.microsoft.com/office/drawing/2014/main" id="{FB011D86-E793-4F2B-834E-30263A88065B}"/>
              </a:ext>
            </a:extLst>
          </p:cNvPr>
          <p:cNvSpPr/>
          <p:nvPr/>
        </p:nvSpPr>
        <p:spPr>
          <a:xfrm>
            <a:off x="4057678" y="1040712"/>
            <a:ext cx="3420000" cy="3420000"/>
          </a:xfrm>
          <a:prstGeom prst="arc">
            <a:avLst>
              <a:gd name="adj1" fmla="val 5456895"/>
              <a:gd name="adj2" fmla="val 11558774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5892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90488" indent="-90488"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 </a:t>
                </a:r>
              </a:p>
              <a:p>
                <a:pPr marL="90488" indent="-90488"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942" r="-3516" b="-3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24571" y="5601093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571" y="5601093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1DE03B-86E7-4B72-B08F-7586C20C9F63}"/>
                </a:ext>
              </a:extLst>
            </p:cNvPr>
            <p:cNvSpPr/>
            <p:nvPr/>
          </p:nvSpPr>
          <p:spPr>
            <a:xfrm>
              <a:off x="1954297" y="2602231"/>
              <a:ext cx="3769766" cy="378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80564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805646" cy="584775"/>
              </a:xfrm>
              <a:prstGeom prst="rect">
                <a:avLst/>
              </a:prstGeom>
              <a:blipFill>
                <a:blip r:embed="rId5"/>
                <a:stretch>
                  <a:fillRect l="-416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D9F0BF-8104-43DE-8F3F-DB92374B20CA}"/>
              </a:ext>
            </a:extLst>
          </p:cNvPr>
          <p:cNvCxnSpPr>
            <a:cxnSpLocks/>
            <a:stCxn id="26" idx="2"/>
            <a:endCxn id="9" idx="1"/>
          </p:cNvCxnSpPr>
          <p:nvPr/>
        </p:nvCxnSpPr>
        <p:spPr>
          <a:xfrm>
            <a:off x="1877562" y="2248322"/>
            <a:ext cx="631763" cy="9074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64609" y="2500479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609" y="2500479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C7D2CC61-8A5A-4016-99C3-CDF8A1E6F9B1}"/>
              </a:ext>
            </a:extLst>
          </p:cNvPr>
          <p:cNvSpPr/>
          <p:nvPr/>
        </p:nvSpPr>
        <p:spPr>
          <a:xfrm>
            <a:off x="3590748" y="3414787"/>
            <a:ext cx="2160000" cy="2160000"/>
          </a:xfrm>
          <a:prstGeom prst="ellipse">
            <a:avLst/>
          </a:prstGeom>
          <a:noFill/>
          <a:ln w="31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D1F881-6F54-432D-8E19-64BFCB27A08B}"/>
              </a:ext>
            </a:extLst>
          </p:cNvPr>
          <p:cNvSpPr/>
          <p:nvPr/>
        </p:nvSpPr>
        <p:spPr>
          <a:xfrm>
            <a:off x="1425466" y="3414010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/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blipFill>
                <a:blip r:embed="rId7"/>
                <a:stretch>
                  <a:fillRect l="-477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397567-F6DB-406E-83DB-9B595FCC8BF4}"/>
                  </a:ext>
                </a:extLst>
              </p:cNvPr>
              <p:cNvSpPr txBox="1"/>
              <p:nvPr/>
            </p:nvSpPr>
            <p:spPr>
              <a:xfrm>
                <a:off x="-123059" y="5201663"/>
                <a:ext cx="2159997" cy="15696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397567-F6DB-406E-83DB-9B595FCC8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059" y="5201663"/>
                <a:ext cx="2159997" cy="1569660"/>
              </a:xfrm>
              <a:prstGeom prst="rect">
                <a:avLst/>
              </a:prstGeom>
              <a:blipFill>
                <a:blip r:embed="rId8"/>
                <a:stretch>
                  <a:fillRect l="-6780" t="-4651" r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9FA97C-54E7-4BA3-BAE6-D037C5F10696}"/>
              </a:ext>
            </a:extLst>
          </p:cNvPr>
          <p:cNvCxnSpPr>
            <a:cxnSpLocks/>
            <a:stCxn id="25" idx="2"/>
            <a:endCxn id="21" idx="7"/>
          </p:cNvCxnSpPr>
          <p:nvPr/>
        </p:nvCxnSpPr>
        <p:spPr>
          <a:xfrm flipH="1">
            <a:off x="5434423" y="2282203"/>
            <a:ext cx="372232" cy="1448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18D452B-48CB-4F54-A79D-F0CD29E081C0}"/>
              </a:ext>
            </a:extLst>
          </p:cNvPr>
          <p:cNvSpPr/>
          <p:nvPr/>
        </p:nvSpPr>
        <p:spPr>
          <a:xfrm>
            <a:off x="2202332" y="337347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52FED7C-4C64-489D-97D8-E41B2DB505AC}"/>
              </a:ext>
            </a:extLst>
          </p:cNvPr>
          <p:cNvSpPr/>
          <p:nvPr/>
        </p:nvSpPr>
        <p:spPr>
          <a:xfrm>
            <a:off x="2225462" y="5493706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913547-441A-4335-8E44-0849A0433294}"/>
                  </a:ext>
                </a:extLst>
              </p:cNvPr>
              <p:cNvSpPr txBox="1"/>
              <p:nvPr/>
            </p:nvSpPr>
            <p:spPr>
              <a:xfrm>
                <a:off x="2245843" y="3305912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913547-441A-4335-8E44-0849A0433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843" y="3305912"/>
                <a:ext cx="728300" cy="6463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/>
              <p:nvPr/>
            </p:nvSpPr>
            <p:spPr>
              <a:xfrm>
                <a:off x="2233339" y="4906852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339" y="4906852"/>
                <a:ext cx="728300" cy="6463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D6F4B4-D03F-4216-BDF1-F6129CCF6E2F}"/>
              </a:ext>
            </a:extLst>
          </p:cNvPr>
          <p:cNvCxnSpPr>
            <a:cxnSpLocks/>
            <a:stCxn id="31" idx="0"/>
            <a:endCxn id="22" idx="3"/>
          </p:cNvCxnSpPr>
          <p:nvPr/>
        </p:nvCxnSpPr>
        <p:spPr>
          <a:xfrm>
            <a:off x="956940" y="5201663"/>
            <a:ext cx="784851" cy="56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151650-2E04-4400-8020-7F33130FB8F8}"/>
              </a:ext>
            </a:extLst>
          </p:cNvPr>
          <p:cNvCxnSpPr>
            <a:cxnSpLocks/>
            <a:stCxn id="12" idx="0"/>
            <a:endCxn id="24" idx="4"/>
          </p:cNvCxnSpPr>
          <p:nvPr/>
        </p:nvCxnSpPr>
        <p:spPr>
          <a:xfrm flipV="1">
            <a:off x="3117246" y="2693914"/>
            <a:ext cx="946351" cy="358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27751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=+0,46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0,46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0,72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0,72&lt;0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=0,72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=70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𝑛𝐻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748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38601" y="5615161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8601" y="5615161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1DE03B-86E7-4B72-B08F-7586C20C9F63}"/>
                </a:ext>
              </a:extLst>
            </p:cNvPr>
            <p:cNvSpPr/>
            <p:nvPr/>
          </p:nvSpPr>
          <p:spPr>
            <a:xfrm>
              <a:off x="1954297" y="2602231"/>
              <a:ext cx="3769766" cy="378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/>
              <p:nvPr/>
            </p:nvSpPr>
            <p:spPr>
              <a:xfrm>
                <a:off x="-25261" y="1663547"/>
                <a:ext cx="3805646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61" y="1663547"/>
                <a:ext cx="3805646" cy="584775"/>
              </a:xfrm>
              <a:prstGeom prst="rect">
                <a:avLst/>
              </a:prstGeom>
              <a:blipFill>
                <a:blip r:embed="rId5"/>
                <a:stretch>
                  <a:fillRect l="-4167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D9F0BF-8104-43DE-8F3F-DB92374B20CA}"/>
              </a:ext>
            </a:extLst>
          </p:cNvPr>
          <p:cNvCxnSpPr>
            <a:cxnSpLocks/>
            <a:stCxn id="26" idx="2"/>
            <a:endCxn id="37" idx="1"/>
          </p:cNvCxnSpPr>
          <p:nvPr/>
        </p:nvCxnSpPr>
        <p:spPr>
          <a:xfrm>
            <a:off x="1877562" y="2248322"/>
            <a:ext cx="263754" cy="15315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C7D2CC61-8A5A-4016-99C3-CDF8A1E6F9B1}"/>
              </a:ext>
            </a:extLst>
          </p:cNvPr>
          <p:cNvSpPr/>
          <p:nvPr/>
        </p:nvSpPr>
        <p:spPr>
          <a:xfrm>
            <a:off x="3590748" y="3414787"/>
            <a:ext cx="2160000" cy="2160000"/>
          </a:xfrm>
          <a:prstGeom prst="ellipse">
            <a:avLst/>
          </a:prstGeom>
          <a:noFill/>
          <a:ln w="31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D1F881-6F54-432D-8E19-64BFCB27A08B}"/>
              </a:ext>
            </a:extLst>
          </p:cNvPr>
          <p:cNvSpPr/>
          <p:nvPr/>
        </p:nvSpPr>
        <p:spPr>
          <a:xfrm>
            <a:off x="1425466" y="3414010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/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blipFill>
                <a:blip r:embed="rId7"/>
                <a:stretch>
                  <a:fillRect l="-477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9FA97C-54E7-4BA3-BAE6-D037C5F10696}"/>
              </a:ext>
            </a:extLst>
          </p:cNvPr>
          <p:cNvCxnSpPr>
            <a:cxnSpLocks/>
            <a:stCxn id="25" idx="2"/>
            <a:endCxn id="21" idx="7"/>
          </p:cNvCxnSpPr>
          <p:nvPr/>
        </p:nvCxnSpPr>
        <p:spPr>
          <a:xfrm flipH="1">
            <a:off x="5434423" y="2282203"/>
            <a:ext cx="372232" cy="1448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913547-441A-4335-8E44-0849A0433294}"/>
                  </a:ext>
                </a:extLst>
              </p:cNvPr>
              <p:cNvSpPr txBox="1"/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913547-441A-4335-8E44-0849A0433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A8DACFCA-477D-4202-94A2-31602EC14097}"/>
              </a:ext>
            </a:extLst>
          </p:cNvPr>
          <p:cNvSpPr/>
          <p:nvPr/>
        </p:nvSpPr>
        <p:spPr>
          <a:xfrm>
            <a:off x="1960126" y="2606744"/>
            <a:ext cx="3780000" cy="3780000"/>
          </a:xfrm>
          <a:prstGeom prst="arc">
            <a:avLst>
              <a:gd name="adj1" fmla="val 12950001"/>
              <a:gd name="adj2" fmla="val 16496495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5D182018-9B70-479E-AB2C-6A82BF31EBDA}"/>
              </a:ext>
            </a:extLst>
          </p:cNvPr>
          <p:cNvSpPr/>
          <p:nvPr/>
        </p:nvSpPr>
        <p:spPr>
          <a:xfrm>
            <a:off x="-838355" y="-8854114"/>
            <a:ext cx="13320000" cy="13320000"/>
          </a:xfrm>
          <a:prstGeom prst="arc">
            <a:avLst>
              <a:gd name="adj1" fmla="val 5456895"/>
              <a:gd name="adj2" fmla="val 759927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F80A1-6DC1-40AB-99D7-FDC5115901C3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4337599" y="4316487"/>
            <a:ext cx="1246303" cy="16533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B7E4024-1CDE-499C-9149-A9FC6215D86A}"/>
                  </a:ext>
                </a:extLst>
              </p:cNvPr>
              <p:cNvSpPr txBox="1"/>
              <p:nvPr/>
            </p:nvSpPr>
            <p:spPr>
              <a:xfrm>
                <a:off x="5583902" y="5184982"/>
                <a:ext cx="2065960" cy="15696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b="0" i="1" dirty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=+0,46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B7E4024-1CDE-499C-9149-A9FC6215D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902" y="5184982"/>
                <a:ext cx="2065960" cy="1569660"/>
              </a:xfrm>
              <a:prstGeom prst="rect">
                <a:avLst/>
              </a:prstGeom>
              <a:blipFill>
                <a:blip r:embed="rId9"/>
                <a:stretch>
                  <a:fillRect t="-5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418D452B-48CB-4F54-A79D-F0CD29E081C0}"/>
              </a:ext>
            </a:extLst>
          </p:cNvPr>
          <p:cNvSpPr/>
          <p:nvPr/>
        </p:nvSpPr>
        <p:spPr>
          <a:xfrm>
            <a:off x="2202332" y="3373473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88070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Lấy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=−1,55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1,55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291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24571" y="5657365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571" y="5657365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C7D2CC61-8A5A-4016-99C3-CDF8A1E6F9B1}"/>
              </a:ext>
            </a:extLst>
          </p:cNvPr>
          <p:cNvSpPr/>
          <p:nvPr/>
        </p:nvSpPr>
        <p:spPr>
          <a:xfrm>
            <a:off x="3590748" y="3414787"/>
            <a:ext cx="2160000" cy="2160000"/>
          </a:xfrm>
          <a:prstGeom prst="ellipse">
            <a:avLst/>
          </a:prstGeom>
          <a:noFill/>
          <a:ln w="31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D1F881-6F54-432D-8E19-64BFCB27A08B}"/>
              </a:ext>
            </a:extLst>
          </p:cNvPr>
          <p:cNvSpPr/>
          <p:nvPr/>
        </p:nvSpPr>
        <p:spPr>
          <a:xfrm>
            <a:off x="1425466" y="3414010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/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blipFill>
                <a:blip r:embed="rId7"/>
                <a:stretch>
                  <a:fillRect l="-4771" t="-14583" b="-322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9FA97C-54E7-4BA3-BAE6-D037C5F10696}"/>
              </a:ext>
            </a:extLst>
          </p:cNvPr>
          <p:cNvCxnSpPr>
            <a:cxnSpLocks/>
            <a:stCxn id="25" idx="2"/>
            <a:endCxn id="21" idx="7"/>
          </p:cNvCxnSpPr>
          <p:nvPr/>
        </p:nvCxnSpPr>
        <p:spPr>
          <a:xfrm flipH="1">
            <a:off x="5434423" y="2282203"/>
            <a:ext cx="372232" cy="1448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18D452B-48CB-4F54-A79D-F0CD29E081C0}"/>
              </a:ext>
            </a:extLst>
          </p:cNvPr>
          <p:cNvSpPr/>
          <p:nvPr/>
        </p:nvSpPr>
        <p:spPr>
          <a:xfrm>
            <a:off x="2202332" y="337347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8DACFCA-477D-4202-94A2-31602EC14097}"/>
              </a:ext>
            </a:extLst>
          </p:cNvPr>
          <p:cNvSpPr/>
          <p:nvPr/>
        </p:nvSpPr>
        <p:spPr>
          <a:xfrm>
            <a:off x="1960126" y="2606744"/>
            <a:ext cx="3780000" cy="3780000"/>
          </a:xfrm>
          <a:prstGeom prst="arc">
            <a:avLst>
              <a:gd name="adj1" fmla="val 12950001"/>
              <a:gd name="adj2" fmla="val 16496495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60C3F1-57BD-4881-8137-D117AEF57FC1}"/>
              </a:ext>
            </a:extLst>
          </p:cNvPr>
          <p:cNvCxnSpPr>
            <a:cxnSpLocks/>
            <a:endCxn id="35" idx="5"/>
          </p:cNvCxnSpPr>
          <p:nvPr/>
        </p:nvCxnSpPr>
        <p:spPr>
          <a:xfrm flipH="1" flipV="1">
            <a:off x="2325550" y="3496691"/>
            <a:ext cx="2666175" cy="2076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E5486-62DF-489D-8869-AC4BB2C261B3}"/>
                  </a:ext>
                </a:extLst>
              </p:cNvPr>
              <p:cNvSpPr txBox="1"/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E5486-62DF-489D-8869-AC4BB2C26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Arc 38">
            <a:extLst>
              <a:ext uri="{FF2B5EF4-FFF2-40B4-BE49-F238E27FC236}">
                <a16:creationId xmlns:a16="http://schemas.microsoft.com/office/drawing/2014/main" id="{1774DDF0-2A5B-431F-8C67-723855BF5804}"/>
              </a:ext>
            </a:extLst>
          </p:cNvPr>
          <p:cNvSpPr/>
          <p:nvPr/>
        </p:nvSpPr>
        <p:spPr>
          <a:xfrm>
            <a:off x="4938765" y="4481653"/>
            <a:ext cx="1620000" cy="1620000"/>
          </a:xfrm>
          <a:prstGeom prst="arc">
            <a:avLst>
              <a:gd name="adj1" fmla="val 7962252"/>
              <a:gd name="adj2" fmla="val 16170412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39D284B-1246-452B-9862-F21CE4536187}"/>
                  </a:ext>
                </a:extLst>
              </p:cNvPr>
              <p:cNvSpPr txBox="1"/>
              <p:nvPr/>
            </p:nvSpPr>
            <p:spPr>
              <a:xfrm>
                <a:off x="5344972" y="5728699"/>
                <a:ext cx="2310797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b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GB" sz="3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1,55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39D284B-1246-452B-9862-F21CE4536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972" y="5728699"/>
                <a:ext cx="2310797" cy="1077218"/>
              </a:xfrm>
              <a:prstGeom prst="rect">
                <a:avLst/>
              </a:prstGeom>
              <a:blipFill>
                <a:blip r:embed="rId9"/>
                <a:stretch>
                  <a:fillRect l="-5013" t="-7386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8346269-6A62-41D7-B4CE-814ACE1819D6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5196531" y="4843995"/>
            <a:ext cx="1303840" cy="884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BF77A5-C59D-4D9D-948A-0D98D7546DDA}"/>
                  </a:ext>
                </a:extLst>
              </p:cNvPr>
              <p:cNvSpPr txBox="1"/>
              <p:nvPr/>
            </p:nvSpPr>
            <p:spPr>
              <a:xfrm>
                <a:off x="4441092" y="540131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BF77A5-C59D-4D9D-948A-0D98D7546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92" y="5401314"/>
                <a:ext cx="728300" cy="6463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2FD41B-A5FE-4E74-BF30-F808038699E5}"/>
                  </a:ext>
                </a:extLst>
              </p:cNvPr>
              <p:cNvSpPr txBox="1"/>
              <p:nvPr/>
            </p:nvSpPr>
            <p:spPr>
              <a:xfrm>
                <a:off x="-23822" y="1598717"/>
                <a:ext cx="2159997" cy="15696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2FD41B-A5FE-4E74-BF30-F8080386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822" y="1598717"/>
                <a:ext cx="2159997" cy="1569660"/>
              </a:xfrm>
              <a:prstGeom prst="rect">
                <a:avLst/>
              </a:prstGeom>
              <a:blipFill>
                <a:blip r:embed="rId11"/>
                <a:stretch>
                  <a:fillRect l="-6497" t="-4651" r="-6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8CC248-FD35-40BB-A1EA-51CF0818937A}"/>
              </a:ext>
            </a:extLst>
          </p:cNvPr>
          <p:cNvCxnSpPr>
            <a:cxnSpLocks/>
            <a:stCxn id="32" idx="2"/>
            <a:endCxn id="22" idx="1"/>
          </p:cNvCxnSpPr>
          <p:nvPr/>
        </p:nvCxnSpPr>
        <p:spPr>
          <a:xfrm>
            <a:off x="1056177" y="3168377"/>
            <a:ext cx="685614" cy="5619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7A1B960-5DE7-43D6-AC39-A4D5233B75D0}"/>
              </a:ext>
            </a:extLst>
          </p:cNvPr>
          <p:cNvSpPr/>
          <p:nvPr/>
        </p:nvSpPr>
        <p:spPr>
          <a:xfrm>
            <a:off x="4899071" y="5475709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45464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10542" y="5671433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0542" y="5671433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C7D2CC61-8A5A-4016-99C3-CDF8A1E6F9B1}"/>
              </a:ext>
            </a:extLst>
          </p:cNvPr>
          <p:cNvSpPr/>
          <p:nvPr/>
        </p:nvSpPr>
        <p:spPr>
          <a:xfrm>
            <a:off x="3590748" y="3414787"/>
            <a:ext cx="2160000" cy="216000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/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blipFill>
                <a:blip r:embed="rId7"/>
                <a:stretch>
                  <a:fillRect l="-477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9FA97C-54E7-4BA3-BAE6-D037C5F10696}"/>
              </a:ext>
            </a:extLst>
          </p:cNvPr>
          <p:cNvCxnSpPr>
            <a:cxnSpLocks/>
            <a:stCxn id="25" idx="2"/>
            <a:endCxn id="21" idx="7"/>
          </p:cNvCxnSpPr>
          <p:nvPr/>
        </p:nvCxnSpPr>
        <p:spPr>
          <a:xfrm flipH="1">
            <a:off x="5434423" y="2282203"/>
            <a:ext cx="372232" cy="1448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18D452B-48CB-4F54-A79D-F0CD29E081C0}"/>
              </a:ext>
            </a:extLst>
          </p:cNvPr>
          <p:cNvSpPr/>
          <p:nvPr/>
        </p:nvSpPr>
        <p:spPr>
          <a:xfrm>
            <a:off x="2202332" y="337347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8DACFCA-477D-4202-94A2-31602EC14097}"/>
              </a:ext>
            </a:extLst>
          </p:cNvPr>
          <p:cNvSpPr/>
          <p:nvPr/>
        </p:nvSpPr>
        <p:spPr>
          <a:xfrm>
            <a:off x="1960126" y="2606744"/>
            <a:ext cx="3780000" cy="3780000"/>
          </a:xfrm>
          <a:prstGeom prst="arc">
            <a:avLst>
              <a:gd name="adj1" fmla="val 12950001"/>
              <a:gd name="adj2" fmla="val 16496495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60C3F1-57BD-4881-8137-D117AEF57FC1}"/>
              </a:ext>
            </a:extLst>
          </p:cNvPr>
          <p:cNvCxnSpPr>
            <a:cxnSpLocks/>
            <a:endCxn id="35" idx="5"/>
          </p:cNvCxnSpPr>
          <p:nvPr/>
        </p:nvCxnSpPr>
        <p:spPr>
          <a:xfrm flipH="1" flipV="1">
            <a:off x="2325550" y="3496691"/>
            <a:ext cx="2666175" cy="20762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7A1B960-5DE7-43D6-AC39-A4D5233B75D0}"/>
              </a:ext>
            </a:extLst>
          </p:cNvPr>
          <p:cNvSpPr/>
          <p:nvPr/>
        </p:nvSpPr>
        <p:spPr>
          <a:xfrm>
            <a:off x="4899071" y="5475709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E5486-62DF-489D-8869-AC4BB2C261B3}"/>
                  </a:ext>
                </a:extLst>
              </p:cNvPr>
              <p:cNvSpPr txBox="1"/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E5486-62DF-489D-8869-AC4BB2C26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BF77A5-C59D-4D9D-948A-0D98D7546DDA}"/>
                  </a:ext>
                </a:extLst>
              </p:cNvPr>
              <p:cNvSpPr txBox="1"/>
              <p:nvPr/>
            </p:nvSpPr>
            <p:spPr>
              <a:xfrm>
                <a:off x="4441092" y="540131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BF77A5-C59D-4D9D-948A-0D98D7546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92" y="5401314"/>
                <a:ext cx="728300" cy="6463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c 31">
            <a:extLst>
              <a:ext uri="{FF2B5EF4-FFF2-40B4-BE49-F238E27FC236}">
                <a16:creationId xmlns:a16="http://schemas.microsoft.com/office/drawing/2014/main" id="{6528C93F-5F09-4DCD-AAF1-7B0927F05F62}"/>
              </a:ext>
            </a:extLst>
          </p:cNvPr>
          <p:cNvSpPr/>
          <p:nvPr/>
        </p:nvSpPr>
        <p:spPr>
          <a:xfrm>
            <a:off x="3601187" y="3417437"/>
            <a:ext cx="2160000" cy="2160000"/>
          </a:xfrm>
          <a:prstGeom prst="arc">
            <a:avLst>
              <a:gd name="adj1" fmla="val 4594461"/>
              <a:gd name="adj2" fmla="val 10509258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5A68AE-F797-4B65-9485-9B5E551A3DEA}"/>
                  </a:ext>
                </a:extLst>
              </p:cNvPr>
              <p:cNvSpPr txBox="1"/>
              <p:nvPr/>
            </p:nvSpPr>
            <p:spPr>
              <a:xfrm>
                <a:off x="3459708" y="3944048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5A68AE-F797-4B65-9485-9B5E551A3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708" y="3944048"/>
                <a:ext cx="728300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04B027CA-619E-4758-83E7-62237365935D}"/>
              </a:ext>
            </a:extLst>
          </p:cNvPr>
          <p:cNvSpPr/>
          <p:nvPr/>
        </p:nvSpPr>
        <p:spPr>
          <a:xfrm>
            <a:off x="3523272" y="4424464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85068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1,55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1,55&gt;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=1,55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=77,5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24571" y="5671433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571" y="5671433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418D452B-48CB-4F54-A79D-F0CD29E081C0}"/>
              </a:ext>
            </a:extLst>
          </p:cNvPr>
          <p:cNvSpPr/>
          <p:nvPr/>
        </p:nvSpPr>
        <p:spPr>
          <a:xfrm>
            <a:off x="2202332" y="3373473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8DACFCA-477D-4202-94A2-31602EC14097}"/>
              </a:ext>
            </a:extLst>
          </p:cNvPr>
          <p:cNvSpPr/>
          <p:nvPr/>
        </p:nvSpPr>
        <p:spPr>
          <a:xfrm>
            <a:off x="1960126" y="2606744"/>
            <a:ext cx="3780000" cy="3780000"/>
          </a:xfrm>
          <a:prstGeom prst="arc">
            <a:avLst>
              <a:gd name="adj1" fmla="val 12950001"/>
              <a:gd name="adj2" fmla="val 16496495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60C3F1-57BD-4881-8137-D117AEF57FC1}"/>
              </a:ext>
            </a:extLst>
          </p:cNvPr>
          <p:cNvCxnSpPr>
            <a:cxnSpLocks/>
            <a:endCxn id="35" idx="5"/>
          </p:cNvCxnSpPr>
          <p:nvPr/>
        </p:nvCxnSpPr>
        <p:spPr>
          <a:xfrm flipH="1" flipV="1">
            <a:off x="2325550" y="3496691"/>
            <a:ext cx="2666175" cy="20762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7A1B960-5DE7-43D6-AC39-A4D5233B75D0}"/>
              </a:ext>
            </a:extLst>
          </p:cNvPr>
          <p:cNvSpPr/>
          <p:nvPr/>
        </p:nvSpPr>
        <p:spPr>
          <a:xfrm>
            <a:off x="4899071" y="5475709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E5486-62DF-489D-8869-AC4BB2C261B3}"/>
                  </a:ext>
                </a:extLst>
              </p:cNvPr>
              <p:cNvSpPr txBox="1"/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29E5486-62DF-489D-8869-AC4BB2C26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316" y="3456658"/>
                <a:ext cx="728300" cy="6463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BF77A5-C59D-4D9D-948A-0D98D7546DDA}"/>
                  </a:ext>
                </a:extLst>
              </p:cNvPr>
              <p:cNvSpPr txBox="1"/>
              <p:nvPr/>
            </p:nvSpPr>
            <p:spPr>
              <a:xfrm>
                <a:off x="4441092" y="540131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9BF77A5-C59D-4D9D-948A-0D98D7546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92" y="5401314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c 31">
            <a:extLst>
              <a:ext uri="{FF2B5EF4-FFF2-40B4-BE49-F238E27FC236}">
                <a16:creationId xmlns:a16="http://schemas.microsoft.com/office/drawing/2014/main" id="{6528C93F-5F09-4DCD-AAF1-7B0927F05F62}"/>
              </a:ext>
            </a:extLst>
          </p:cNvPr>
          <p:cNvSpPr/>
          <p:nvPr/>
        </p:nvSpPr>
        <p:spPr>
          <a:xfrm>
            <a:off x="3601187" y="3417437"/>
            <a:ext cx="2160000" cy="2160000"/>
          </a:xfrm>
          <a:prstGeom prst="arc">
            <a:avLst>
              <a:gd name="adj1" fmla="val 4594461"/>
              <a:gd name="adj2" fmla="val 10509258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5A68AE-F797-4B65-9485-9B5E551A3DEA}"/>
                  </a:ext>
                </a:extLst>
              </p:cNvPr>
              <p:cNvSpPr txBox="1"/>
              <p:nvPr/>
            </p:nvSpPr>
            <p:spPr>
              <a:xfrm>
                <a:off x="3459708" y="3944048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5A68AE-F797-4B65-9485-9B5E551A3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708" y="3944048"/>
                <a:ext cx="7283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04B027CA-619E-4758-83E7-62237365935D}"/>
              </a:ext>
            </a:extLst>
          </p:cNvPr>
          <p:cNvSpPr/>
          <p:nvPr/>
        </p:nvSpPr>
        <p:spPr>
          <a:xfrm>
            <a:off x="3523272" y="4424464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45536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917" y="317644"/>
            <a:ext cx="4332158" cy="6278028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93166B9-386E-4A2F-89BC-7D2E2CC32861}"/>
              </a:ext>
            </a:extLst>
          </p:cNvPr>
          <p:cNvGrpSpPr/>
          <p:nvPr/>
        </p:nvGrpSpPr>
        <p:grpSpPr>
          <a:xfrm>
            <a:off x="534799" y="2444288"/>
            <a:ext cx="6598536" cy="2502442"/>
            <a:chOff x="534799" y="2459278"/>
            <a:chExt cx="6598536" cy="2502442"/>
          </a:xfrm>
        </p:grpSpPr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1B077383-7170-4715-9D9E-56F617849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3579" y="2934398"/>
              <a:ext cx="638175" cy="495300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94B0408-33F9-4D72-B7DB-3BF6505D9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400" y="3153711"/>
              <a:ext cx="802668" cy="1217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FC274E3-FE65-4B36-817F-9AD288F62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0399" y="4788957"/>
              <a:ext cx="4180272" cy="86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4716E5F-53AA-4C7C-9235-46DE86FB02B4}"/>
                </a:ext>
              </a:extLst>
            </p:cNvPr>
            <p:cNvGrpSpPr/>
            <p:nvPr/>
          </p:nvGrpSpPr>
          <p:grpSpPr>
            <a:xfrm>
              <a:off x="756657" y="2939746"/>
              <a:ext cx="404735" cy="375507"/>
              <a:chOff x="809470" y="3854210"/>
              <a:chExt cx="404735" cy="375507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E37B72F8-28C1-4561-8969-453B7E9848CA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42F0C20-1438-4F69-853F-D55027A9FA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7ABACBC-6757-4D4E-8C72-8FBF64A59A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708" y="3153710"/>
              <a:ext cx="2985936" cy="2572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F1728-F89F-4D01-B518-E74AA6CF80F8}"/>
                    </a:ext>
                  </a:extLst>
                </p:cNvPr>
                <p:cNvSpPr txBox="1"/>
                <p:nvPr/>
              </p:nvSpPr>
              <p:spPr>
                <a:xfrm>
                  <a:off x="1823068" y="2459278"/>
                  <a:ext cx="6859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F1728-F89F-4D01-B518-E74AA6CF8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3068" y="2459278"/>
                  <a:ext cx="68595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1FBC30C-55E2-42F1-99AF-2C9CC584441D}"/>
                </a:ext>
              </a:extLst>
            </p:cNvPr>
            <p:cNvGrpSpPr/>
            <p:nvPr/>
          </p:nvGrpSpPr>
          <p:grpSpPr>
            <a:xfrm>
              <a:off x="755672" y="4586212"/>
              <a:ext cx="404735" cy="375507"/>
              <a:chOff x="809470" y="3854210"/>
              <a:chExt cx="404735" cy="375507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24F49978-C586-4BD9-8ED8-50A410DEC6BE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0600A20-F6BB-4220-9D34-5D26446BC3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411BE56-D793-4BE6-8BB6-F07D13E38B4D}"/>
                </a:ext>
              </a:extLst>
            </p:cNvPr>
            <p:cNvGrpSpPr/>
            <p:nvPr/>
          </p:nvGrpSpPr>
          <p:grpSpPr>
            <a:xfrm>
              <a:off x="4261184" y="2975531"/>
              <a:ext cx="404735" cy="375507"/>
              <a:chOff x="809470" y="3854210"/>
              <a:chExt cx="404735" cy="375507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53C3704-A8AB-4604-B54F-ED37F62AC479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B75573D-24A5-4762-B25B-B1E1C2E62F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6CD2D58-4FA0-41DA-83C7-D239E352B6B5}"/>
                </a:ext>
              </a:extLst>
            </p:cNvPr>
            <p:cNvGrpSpPr/>
            <p:nvPr/>
          </p:nvGrpSpPr>
          <p:grpSpPr>
            <a:xfrm>
              <a:off x="4261184" y="4586213"/>
              <a:ext cx="404735" cy="375507"/>
              <a:chOff x="809470" y="3854210"/>
              <a:chExt cx="404735" cy="375507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E95AA8C-FB72-44F8-8558-DF05FA3B54BC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FE9EF3F-18D4-4D13-9A05-9859E85DDB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67421BF-193E-46EF-BFA3-42D024822990}"/>
                </a:ext>
              </a:extLst>
            </p:cNvPr>
            <p:cNvSpPr/>
            <p:nvPr/>
          </p:nvSpPr>
          <p:spPr>
            <a:xfrm>
              <a:off x="4979562" y="3649011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C7D5733-CA8F-4774-8416-D47FAB258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0675" y="3153710"/>
              <a:ext cx="9996" cy="51334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B22D4D2-5496-4A0E-B3E6-64E5457F1F9A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>
              <a:off x="5190674" y="4535929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F11E989-3AE9-4F6C-88C0-8DD6DA01A719}"/>
                    </a:ext>
                  </a:extLst>
                </p:cNvPr>
                <p:cNvSpPr txBox="1"/>
                <p:nvPr/>
              </p:nvSpPr>
              <p:spPr>
                <a:xfrm>
                  <a:off x="5495290" y="3465921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F11E989-3AE9-4F6C-88C0-8DD6DA01A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290" y="3465921"/>
                  <a:ext cx="66460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062FBBA9-A421-44CA-B868-71D52CEFF105}"/>
                    </a:ext>
                  </a:extLst>
                </p:cNvPr>
                <p:cNvSpPr txBox="1"/>
                <p:nvPr/>
              </p:nvSpPr>
              <p:spPr>
                <a:xfrm>
                  <a:off x="3866245" y="3704796"/>
                  <a:ext cx="69544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062FBBA9-A421-44CA-B868-71D52CEFF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6245" y="3704796"/>
                  <a:ext cx="695447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80380FC-ED0C-4363-B314-3AB5C548F961}"/>
                    </a:ext>
                  </a:extLst>
                </p:cNvPr>
                <p:cNvSpPr txBox="1"/>
                <p:nvPr/>
              </p:nvSpPr>
              <p:spPr>
                <a:xfrm>
                  <a:off x="1392804" y="3276544"/>
                  <a:ext cx="169071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7,5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𝑛𝐻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80380FC-ED0C-4363-B314-3AB5C548F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804" y="3276544"/>
                  <a:ext cx="1690719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A4309420-0B1A-48C8-9B51-F5C5CA91E48A}"/>
                    </a:ext>
                  </a:extLst>
                </p:cNvPr>
                <p:cNvSpPr txBox="1"/>
                <p:nvPr/>
              </p:nvSpPr>
              <p:spPr>
                <a:xfrm>
                  <a:off x="2347103" y="3997184"/>
                  <a:ext cx="13781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𝑛𝐻</m:t>
                        </m:r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A4309420-0B1A-48C8-9B51-F5C5CA91E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7103" y="3997184"/>
                  <a:ext cx="1378134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D568F88-475A-495B-A0CD-54A314A657F9}"/>
                    </a:ext>
                  </a:extLst>
                </p:cNvPr>
                <p:cNvSpPr txBox="1"/>
                <p:nvPr/>
              </p:nvSpPr>
              <p:spPr>
                <a:xfrm>
                  <a:off x="616103" y="3412409"/>
                  <a:ext cx="731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D568F88-475A-495B-A0CD-54A314A65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103" y="3412409"/>
                  <a:ext cx="731739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7D1CE36-15CA-4759-8B48-BD4E5309CAE8}"/>
                    </a:ext>
                  </a:extLst>
                </p:cNvPr>
                <p:cNvSpPr txBox="1"/>
                <p:nvPr/>
              </p:nvSpPr>
              <p:spPr>
                <a:xfrm>
                  <a:off x="534799" y="3851079"/>
                  <a:ext cx="94448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GB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l-GR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Ω</a:t>
                  </a:r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7D1CE36-15CA-4759-8B48-BD4E5309C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99" y="3851079"/>
                  <a:ext cx="944489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14583" r="-15484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6F0245CC-0681-45ED-8477-591023B8F09F}"/>
                    </a:ext>
                  </a:extLst>
                </p:cNvPr>
                <p:cNvSpPr txBox="1"/>
                <p:nvPr/>
              </p:nvSpPr>
              <p:spPr>
                <a:xfrm>
                  <a:off x="5341679" y="3997184"/>
                  <a:ext cx="1791656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10−</m:t>
                        </m:r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oMath>
                    </m:oMathPara>
                  </a14:m>
                  <a:endParaRPr lang="en-GB" sz="3200" i="1" dirty="0">
                    <a:solidFill>
                      <a:srgbClr val="7030A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6F0245CC-0681-45ED-8477-591023B8F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1679" y="3997184"/>
                  <a:ext cx="1791656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1" name="Picture 90" descr="Icon&#10;&#10;Description automatically generated">
              <a:extLst>
                <a:ext uri="{FF2B5EF4-FFF2-40B4-BE49-F238E27FC236}">
                  <a16:creationId xmlns:a16="http://schemas.microsoft.com/office/drawing/2014/main" id="{C17862DF-9B4B-4973-80EF-5CE42B114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580085">
              <a:off x="3450568" y="3770338"/>
              <a:ext cx="638175" cy="495300"/>
            </a:xfrm>
            <a:prstGeom prst="rect">
              <a:avLst/>
            </a:prstGeom>
          </p:spPr>
        </p:pic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01244B6-1CB4-4CA2-847C-A0B428D5A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057" y="3207077"/>
              <a:ext cx="12601" cy="6015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683D69-F44C-475E-BA59-080A40B53979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57" y="4150738"/>
              <a:ext cx="22598" cy="64474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B5F8469-0609-4968-A69A-16EBF1611145}"/>
                </a:ext>
              </a:extLst>
            </p:cNvPr>
            <p:cNvSpPr/>
            <p:nvPr/>
          </p:nvSpPr>
          <p:spPr>
            <a:xfrm>
              <a:off x="3689708" y="3085281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5EFAA71-E001-45BF-91B3-24EB36ECBB61}"/>
                </a:ext>
              </a:extLst>
            </p:cNvPr>
            <p:cNvSpPr/>
            <p:nvPr/>
          </p:nvSpPr>
          <p:spPr>
            <a:xfrm>
              <a:off x="3684709" y="4691727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781748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=−0,46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0,46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1,64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=−1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,64&lt;0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=1,64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=30,5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𝑛𝐻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1748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52389" y="5556120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2389" y="5556120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1DE03B-86E7-4B72-B08F-7586C20C9F63}"/>
                </a:ext>
              </a:extLst>
            </p:cNvPr>
            <p:cNvSpPr/>
            <p:nvPr/>
          </p:nvSpPr>
          <p:spPr>
            <a:xfrm>
              <a:off x="1954297" y="2602231"/>
              <a:ext cx="3769766" cy="378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/>
              <p:nvPr/>
            </p:nvSpPr>
            <p:spPr>
              <a:xfrm>
                <a:off x="-170971" y="5760462"/>
                <a:ext cx="2307499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=0,3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3D587D-B8C5-47DC-9436-9710DDB6F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0971" y="5760462"/>
                <a:ext cx="2307499" cy="1077218"/>
              </a:xfrm>
              <a:prstGeom prst="rect">
                <a:avLst/>
              </a:prstGeom>
              <a:blipFill>
                <a:blip r:embed="rId5"/>
                <a:stretch>
                  <a:fillRect l="-4762" t="-7345" r="-50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D9F0BF-8104-43DE-8F3F-DB92374B20CA}"/>
              </a:ext>
            </a:extLst>
          </p:cNvPr>
          <p:cNvCxnSpPr>
            <a:cxnSpLocks/>
            <a:stCxn id="26" idx="3"/>
            <a:endCxn id="9" idx="3"/>
          </p:cNvCxnSpPr>
          <p:nvPr/>
        </p:nvCxnSpPr>
        <p:spPr>
          <a:xfrm flipV="1">
            <a:off x="2136528" y="5828663"/>
            <a:ext cx="372797" cy="4704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C7D2CC61-8A5A-4016-99C3-CDF8A1E6F9B1}"/>
              </a:ext>
            </a:extLst>
          </p:cNvPr>
          <p:cNvSpPr/>
          <p:nvPr/>
        </p:nvSpPr>
        <p:spPr>
          <a:xfrm>
            <a:off x="3590748" y="3414787"/>
            <a:ext cx="2160000" cy="2160000"/>
          </a:xfrm>
          <a:prstGeom prst="ellipse">
            <a:avLst/>
          </a:prstGeom>
          <a:noFill/>
          <a:ln w="31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D1F881-6F54-432D-8E19-64BFCB27A08B}"/>
              </a:ext>
            </a:extLst>
          </p:cNvPr>
          <p:cNvSpPr/>
          <p:nvPr/>
        </p:nvSpPr>
        <p:spPr>
          <a:xfrm>
            <a:off x="1425466" y="3414010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/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blipFill>
                <a:blip r:embed="rId7"/>
                <a:stretch>
                  <a:fillRect l="-477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9FA97C-54E7-4BA3-BAE6-D037C5F10696}"/>
              </a:ext>
            </a:extLst>
          </p:cNvPr>
          <p:cNvCxnSpPr>
            <a:cxnSpLocks/>
            <a:stCxn id="25" idx="2"/>
            <a:endCxn id="21" idx="0"/>
          </p:cNvCxnSpPr>
          <p:nvPr/>
        </p:nvCxnSpPr>
        <p:spPr>
          <a:xfrm flipH="1">
            <a:off x="4670748" y="2282203"/>
            <a:ext cx="1135907" cy="11325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/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EB3D9D5E-2F76-44AE-80ED-09C3CA4F0F13}"/>
              </a:ext>
            </a:extLst>
          </p:cNvPr>
          <p:cNvSpPr/>
          <p:nvPr/>
        </p:nvSpPr>
        <p:spPr>
          <a:xfrm>
            <a:off x="1961492" y="2606040"/>
            <a:ext cx="3780000" cy="3780000"/>
          </a:xfrm>
          <a:prstGeom prst="arc">
            <a:avLst>
              <a:gd name="adj1" fmla="val 8849286"/>
              <a:gd name="adj2" fmla="val 16528212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9A4C2F27-FD2D-4AD4-AA47-89D25A8F564F}"/>
              </a:ext>
            </a:extLst>
          </p:cNvPr>
          <p:cNvSpPr/>
          <p:nvPr/>
        </p:nvSpPr>
        <p:spPr>
          <a:xfrm>
            <a:off x="-508733" y="4481654"/>
            <a:ext cx="12600000" cy="12600000"/>
          </a:xfrm>
          <a:prstGeom prst="arc">
            <a:avLst>
              <a:gd name="adj1" fmla="val 13894630"/>
              <a:gd name="adj2" fmla="val 16170412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E79047-73E3-4FEF-A03B-ED6A258001EC}"/>
                  </a:ext>
                </a:extLst>
              </p:cNvPr>
              <p:cNvSpPr txBox="1"/>
              <p:nvPr/>
            </p:nvSpPr>
            <p:spPr>
              <a:xfrm>
                <a:off x="5331759" y="5598676"/>
                <a:ext cx="2386631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=−0,46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9E79047-73E3-4FEF-A03B-ED6A25800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759" y="5598676"/>
                <a:ext cx="2386631" cy="1077218"/>
              </a:xfrm>
              <a:prstGeom prst="rect">
                <a:avLst/>
              </a:prstGeom>
              <a:blipFill>
                <a:blip r:embed="rId9"/>
                <a:stretch>
                  <a:fillRect l="-3325" t="-7345" r="-2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73E9D99-8DB3-4801-8BBE-C65B1F3588D1}"/>
              </a:ext>
            </a:extLst>
          </p:cNvPr>
          <p:cNvCxnSpPr>
            <a:cxnSpLocks/>
            <a:stCxn id="60" idx="1"/>
          </p:cNvCxnSpPr>
          <p:nvPr/>
        </p:nvCxnSpPr>
        <p:spPr>
          <a:xfrm flipH="1" flipV="1">
            <a:off x="4040370" y="4742092"/>
            <a:ext cx="1291389" cy="13951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52FED7C-4C64-489D-97D8-E41B2DB505AC}"/>
              </a:ext>
            </a:extLst>
          </p:cNvPr>
          <p:cNvSpPr/>
          <p:nvPr/>
        </p:nvSpPr>
        <p:spPr>
          <a:xfrm>
            <a:off x="2225462" y="5493706"/>
            <a:ext cx="144359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66382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trên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=+1,55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1,55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t="-291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652389" y="5556120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2389" y="5556120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C7D2CC61-8A5A-4016-99C3-CDF8A1E6F9B1}"/>
              </a:ext>
            </a:extLst>
          </p:cNvPr>
          <p:cNvSpPr/>
          <p:nvPr/>
        </p:nvSpPr>
        <p:spPr>
          <a:xfrm>
            <a:off x="3590748" y="3414787"/>
            <a:ext cx="2160000" cy="2160000"/>
          </a:xfrm>
          <a:prstGeom prst="ellipse">
            <a:avLst/>
          </a:prstGeom>
          <a:noFill/>
          <a:ln w="31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D1F881-6F54-432D-8E19-64BFCB27A08B}"/>
              </a:ext>
            </a:extLst>
          </p:cNvPr>
          <p:cNvSpPr/>
          <p:nvPr/>
        </p:nvSpPr>
        <p:spPr>
          <a:xfrm>
            <a:off x="1425466" y="3414010"/>
            <a:ext cx="2160000" cy="2160000"/>
          </a:xfrm>
          <a:prstGeom prst="ellipse">
            <a:avLst/>
          </a:prstGeom>
          <a:noFill/>
          <a:ln w="3175" cap="flat">
            <a:solidFill>
              <a:srgbClr val="0070C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/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blipFill>
                <a:blip r:embed="rId6"/>
                <a:stretch>
                  <a:fillRect l="-477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9FA97C-54E7-4BA3-BAE6-D037C5F10696}"/>
              </a:ext>
            </a:extLst>
          </p:cNvPr>
          <p:cNvCxnSpPr>
            <a:cxnSpLocks/>
            <a:stCxn id="25" idx="2"/>
            <a:endCxn id="21" idx="7"/>
          </p:cNvCxnSpPr>
          <p:nvPr/>
        </p:nvCxnSpPr>
        <p:spPr>
          <a:xfrm flipH="1">
            <a:off x="5434423" y="2282203"/>
            <a:ext cx="372232" cy="1448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52FED7C-4C64-489D-97D8-E41B2DB505AC}"/>
              </a:ext>
            </a:extLst>
          </p:cNvPr>
          <p:cNvSpPr/>
          <p:nvPr/>
        </p:nvSpPr>
        <p:spPr>
          <a:xfrm>
            <a:off x="2225462" y="5493706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/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EB3D9D5E-2F76-44AE-80ED-09C3CA4F0F13}"/>
              </a:ext>
            </a:extLst>
          </p:cNvPr>
          <p:cNvSpPr/>
          <p:nvPr/>
        </p:nvSpPr>
        <p:spPr>
          <a:xfrm>
            <a:off x="1961492" y="2606040"/>
            <a:ext cx="3780000" cy="3780000"/>
          </a:xfrm>
          <a:prstGeom prst="arc">
            <a:avLst>
              <a:gd name="adj1" fmla="val 8849286"/>
              <a:gd name="adj2" fmla="val 16528212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7CFE6-C410-4ADF-8F6C-9034E7E25B11}"/>
              </a:ext>
            </a:extLst>
          </p:cNvPr>
          <p:cNvCxnSpPr>
            <a:cxnSpLocks/>
            <a:endCxn id="36" idx="7"/>
          </p:cNvCxnSpPr>
          <p:nvPr/>
        </p:nvCxnSpPr>
        <p:spPr>
          <a:xfrm flipH="1">
            <a:off x="2348680" y="3429000"/>
            <a:ext cx="2493144" cy="2085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92063F-192F-4B84-8AB8-AEED3CA41C1E}"/>
                  </a:ext>
                </a:extLst>
              </p:cNvPr>
              <p:cNvSpPr txBox="1"/>
              <p:nvPr/>
            </p:nvSpPr>
            <p:spPr>
              <a:xfrm>
                <a:off x="4342565" y="3582086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92063F-192F-4B84-8AB8-AEED3CA41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565" y="3582086"/>
                <a:ext cx="728300" cy="6463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c 36">
            <a:extLst>
              <a:ext uri="{FF2B5EF4-FFF2-40B4-BE49-F238E27FC236}">
                <a16:creationId xmlns:a16="http://schemas.microsoft.com/office/drawing/2014/main" id="{BC25B8FF-86D2-4681-8035-899F9B078517}"/>
              </a:ext>
            </a:extLst>
          </p:cNvPr>
          <p:cNvSpPr/>
          <p:nvPr/>
        </p:nvSpPr>
        <p:spPr>
          <a:xfrm>
            <a:off x="4856813" y="2563213"/>
            <a:ext cx="1908000" cy="1908000"/>
          </a:xfrm>
          <a:prstGeom prst="arc">
            <a:avLst>
              <a:gd name="adj1" fmla="val 5726318"/>
              <a:gd name="adj2" fmla="val 13211903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DD1EEC0-991F-49CB-BFEB-FB72A0BB2CA2}"/>
              </a:ext>
            </a:extLst>
          </p:cNvPr>
          <p:cNvCxnSpPr>
            <a:cxnSpLocks/>
            <a:stCxn id="40" idx="0"/>
          </p:cNvCxnSpPr>
          <p:nvPr/>
        </p:nvCxnSpPr>
        <p:spPr>
          <a:xfrm flipH="1" flipV="1">
            <a:off x="5121630" y="4228481"/>
            <a:ext cx="1422779" cy="11867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DD3AAD-44BB-40CF-9CEE-82081A718C01}"/>
                  </a:ext>
                </a:extLst>
              </p:cNvPr>
              <p:cNvSpPr txBox="1"/>
              <p:nvPr/>
            </p:nvSpPr>
            <p:spPr>
              <a:xfrm>
                <a:off x="5431665" y="5415202"/>
                <a:ext cx="2225487" cy="107721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b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+1,55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DD3AAD-44BB-40CF-9CEE-82081A71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665" y="5415202"/>
                <a:ext cx="2225487" cy="1077218"/>
              </a:xfrm>
              <a:prstGeom prst="rect">
                <a:avLst/>
              </a:prstGeom>
              <a:blipFill>
                <a:blip r:embed="rId10"/>
                <a:stretch>
                  <a:fillRect l="-6849" t="-7345" r="-68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35B5B02-256A-4A93-A2A5-1997898AD8BD}"/>
                  </a:ext>
                </a:extLst>
              </p:cNvPr>
              <p:cNvSpPr txBox="1"/>
              <p:nvPr/>
            </p:nvSpPr>
            <p:spPr>
              <a:xfrm>
                <a:off x="-37963" y="1658983"/>
                <a:ext cx="2159997" cy="15696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35B5B02-256A-4A93-A2A5-1997898AD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963" y="1658983"/>
                <a:ext cx="2159997" cy="1569660"/>
              </a:xfrm>
              <a:prstGeom prst="rect">
                <a:avLst/>
              </a:prstGeom>
              <a:blipFill>
                <a:blip r:embed="rId11"/>
                <a:stretch>
                  <a:fillRect l="-6780" t="-5039" r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0697CCD-9720-4A9E-A3E6-1C38C285EF58}"/>
              </a:ext>
            </a:extLst>
          </p:cNvPr>
          <p:cNvCxnSpPr>
            <a:cxnSpLocks/>
            <a:stCxn id="43" idx="2"/>
            <a:endCxn id="22" idx="1"/>
          </p:cNvCxnSpPr>
          <p:nvPr/>
        </p:nvCxnSpPr>
        <p:spPr>
          <a:xfrm>
            <a:off x="1042036" y="3228643"/>
            <a:ext cx="699755" cy="5016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73F4591-5346-40AF-AFB6-21019CAAA0AE}"/>
              </a:ext>
            </a:extLst>
          </p:cNvPr>
          <p:cNvSpPr/>
          <p:nvPr/>
        </p:nvSpPr>
        <p:spPr>
          <a:xfrm>
            <a:off x="4799436" y="3366619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6020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559865" y="5726059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9865" y="5726059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C7D2CC61-8A5A-4016-99C3-CDF8A1E6F9B1}"/>
              </a:ext>
            </a:extLst>
          </p:cNvPr>
          <p:cNvSpPr/>
          <p:nvPr/>
        </p:nvSpPr>
        <p:spPr>
          <a:xfrm>
            <a:off x="3590748" y="3414787"/>
            <a:ext cx="2160000" cy="216000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/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B7B3A-0A82-4171-B9C6-56EF558B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108" y="1697428"/>
                <a:ext cx="3323094" cy="584775"/>
              </a:xfrm>
              <a:prstGeom prst="rect">
                <a:avLst/>
              </a:prstGeom>
              <a:blipFill>
                <a:blip r:embed="rId7"/>
                <a:stretch>
                  <a:fillRect l="-4771" t="-14583" b="-322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9FA97C-54E7-4BA3-BAE6-D037C5F10696}"/>
              </a:ext>
            </a:extLst>
          </p:cNvPr>
          <p:cNvCxnSpPr>
            <a:cxnSpLocks/>
            <a:stCxn id="25" idx="2"/>
            <a:endCxn id="21" idx="7"/>
          </p:cNvCxnSpPr>
          <p:nvPr/>
        </p:nvCxnSpPr>
        <p:spPr>
          <a:xfrm flipH="1">
            <a:off x="5434423" y="2282203"/>
            <a:ext cx="372232" cy="1448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52FED7C-4C64-489D-97D8-E41B2DB505AC}"/>
              </a:ext>
            </a:extLst>
          </p:cNvPr>
          <p:cNvSpPr/>
          <p:nvPr/>
        </p:nvSpPr>
        <p:spPr>
          <a:xfrm>
            <a:off x="2225462" y="5493706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/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EB3D9D5E-2F76-44AE-80ED-09C3CA4F0F13}"/>
              </a:ext>
            </a:extLst>
          </p:cNvPr>
          <p:cNvSpPr/>
          <p:nvPr/>
        </p:nvSpPr>
        <p:spPr>
          <a:xfrm>
            <a:off x="1960812" y="2606720"/>
            <a:ext cx="3780000" cy="3780000"/>
          </a:xfrm>
          <a:prstGeom prst="arc">
            <a:avLst>
              <a:gd name="adj1" fmla="val 8849286"/>
              <a:gd name="adj2" fmla="val 16528212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7CFE6-C410-4ADF-8F6C-9034E7E25B11}"/>
              </a:ext>
            </a:extLst>
          </p:cNvPr>
          <p:cNvCxnSpPr>
            <a:cxnSpLocks/>
          </p:cNvCxnSpPr>
          <p:nvPr/>
        </p:nvCxnSpPr>
        <p:spPr>
          <a:xfrm flipH="1">
            <a:off x="2369822" y="3429000"/>
            <a:ext cx="2472001" cy="20647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73F4591-5346-40AF-AFB6-21019CAAA0AE}"/>
              </a:ext>
            </a:extLst>
          </p:cNvPr>
          <p:cNvSpPr/>
          <p:nvPr/>
        </p:nvSpPr>
        <p:spPr>
          <a:xfrm>
            <a:off x="4799436" y="3366619"/>
            <a:ext cx="144359" cy="14435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92063F-192F-4B84-8AB8-AEED3CA41C1E}"/>
                  </a:ext>
                </a:extLst>
              </p:cNvPr>
              <p:cNvSpPr txBox="1"/>
              <p:nvPr/>
            </p:nvSpPr>
            <p:spPr>
              <a:xfrm>
                <a:off x="4679079" y="3370402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92063F-192F-4B84-8AB8-AEED3CA41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079" y="3370402"/>
                <a:ext cx="728300" cy="6463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c 40">
            <a:extLst>
              <a:ext uri="{FF2B5EF4-FFF2-40B4-BE49-F238E27FC236}">
                <a16:creationId xmlns:a16="http://schemas.microsoft.com/office/drawing/2014/main" id="{693961E3-D67B-43BA-8DF5-1E5C3D697748}"/>
              </a:ext>
            </a:extLst>
          </p:cNvPr>
          <p:cNvSpPr/>
          <p:nvPr/>
        </p:nvSpPr>
        <p:spPr>
          <a:xfrm>
            <a:off x="3599079" y="3421761"/>
            <a:ext cx="2160000" cy="2160000"/>
          </a:xfrm>
          <a:prstGeom prst="arc">
            <a:avLst>
              <a:gd name="adj1" fmla="val 10969309"/>
              <a:gd name="adj2" fmla="val 16615918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753BB2-7D05-4CF9-9EEF-D10E062D8CD0}"/>
                  </a:ext>
                </a:extLst>
              </p:cNvPr>
              <p:cNvSpPr txBox="1"/>
              <p:nvPr/>
            </p:nvSpPr>
            <p:spPr>
              <a:xfrm>
                <a:off x="3487023" y="4313804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753BB2-7D05-4CF9-9EEF-D10E062D8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23" y="4313804"/>
                <a:ext cx="72830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EB3B830E-1E6D-466D-9C53-3A13625B755D}"/>
              </a:ext>
            </a:extLst>
          </p:cNvPr>
          <p:cNvSpPr/>
          <p:nvPr/>
        </p:nvSpPr>
        <p:spPr>
          <a:xfrm>
            <a:off x="3523272" y="4424464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01464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1,55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Vậy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=−1,55&lt;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3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=1,55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=13 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𝑝𝐹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B952BB-ED35-4194-B73A-686EBFCE74E3}"/>
              </a:ext>
            </a:extLst>
          </p:cNvPr>
          <p:cNvGrpSpPr/>
          <p:nvPr/>
        </p:nvGrpSpPr>
        <p:grpSpPr>
          <a:xfrm>
            <a:off x="1416558" y="2312377"/>
            <a:ext cx="4331728" cy="4320000"/>
            <a:chOff x="1416558" y="2312377"/>
            <a:chExt cx="4320000" cy="43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F35DA8-97BD-4A30-815B-C49C0B7184C0}"/>
                </a:ext>
              </a:extLst>
            </p:cNvPr>
            <p:cNvSpPr/>
            <p:nvPr/>
          </p:nvSpPr>
          <p:spPr>
            <a:xfrm>
              <a:off x="1416558" y="2312377"/>
              <a:ext cx="4308304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/>
                <p:nvPr/>
              </p:nvSpPr>
              <p:spPr>
                <a:xfrm>
                  <a:off x="2576868" y="5695352"/>
                  <a:ext cx="72830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628600-AFA8-4987-BFD4-C66E101B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6868" y="5695352"/>
                  <a:ext cx="728300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439F71-08EC-4E10-A835-3441F946EB72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1416558" y="4472377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88EB7-8FD2-4481-9DCD-B515F89E9D32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3576558" y="2312377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904B01-9FCF-4BB5-99BB-D832C88FC84E}"/>
                </a:ext>
              </a:extLst>
            </p:cNvPr>
            <p:cNvSpPr/>
            <p:nvPr/>
          </p:nvSpPr>
          <p:spPr>
            <a:xfrm>
              <a:off x="3040461" y="6280128"/>
              <a:ext cx="144359" cy="14435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57BD9-B9EF-4B71-B4E0-5B0B3B0782AA}"/>
              </a:ext>
            </a:extLst>
          </p:cNvPr>
          <p:cNvCxnSpPr>
            <a:cxnSpLocks/>
          </p:cNvCxnSpPr>
          <p:nvPr/>
        </p:nvCxnSpPr>
        <p:spPr>
          <a:xfrm flipV="1">
            <a:off x="3134037" y="4481653"/>
            <a:ext cx="448385" cy="17984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3E1037-BDCD-4B59-98F1-866672BE0EE2}"/>
              </a:ext>
            </a:extLst>
          </p:cNvPr>
          <p:cNvCxnSpPr>
            <a:cxnSpLocks/>
          </p:cNvCxnSpPr>
          <p:nvPr/>
        </p:nvCxnSpPr>
        <p:spPr>
          <a:xfrm flipV="1">
            <a:off x="3597622" y="2653762"/>
            <a:ext cx="448385" cy="17984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E4999D-5DCD-4B0A-ADE5-FC1E603EBEF1}"/>
              </a:ext>
            </a:extLst>
          </p:cNvPr>
          <p:cNvSpPr/>
          <p:nvPr/>
        </p:nvSpPr>
        <p:spPr>
          <a:xfrm>
            <a:off x="3991221" y="2549555"/>
            <a:ext cx="144751" cy="1443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/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8CC561-CC89-4627-BA21-A0AEFE57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445" y="2565246"/>
                <a:ext cx="7283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452FED7C-4C64-489D-97D8-E41B2DB505AC}"/>
              </a:ext>
            </a:extLst>
          </p:cNvPr>
          <p:cNvSpPr/>
          <p:nvPr/>
        </p:nvSpPr>
        <p:spPr>
          <a:xfrm>
            <a:off x="2225462" y="5493706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/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3347A8-6C6F-4E73-BEB8-75A64658F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4724914"/>
                <a:ext cx="728300" cy="6463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EB3D9D5E-2F76-44AE-80ED-09C3CA4F0F13}"/>
              </a:ext>
            </a:extLst>
          </p:cNvPr>
          <p:cNvSpPr/>
          <p:nvPr/>
        </p:nvSpPr>
        <p:spPr>
          <a:xfrm>
            <a:off x="1960812" y="2606720"/>
            <a:ext cx="3780000" cy="3780000"/>
          </a:xfrm>
          <a:prstGeom prst="arc">
            <a:avLst>
              <a:gd name="adj1" fmla="val 8849286"/>
              <a:gd name="adj2" fmla="val 16528212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7CFE6-C410-4ADF-8F6C-9034E7E25B11}"/>
              </a:ext>
            </a:extLst>
          </p:cNvPr>
          <p:cNvCxnSpPr>
            <a:cxnSpLocks/>
          </p:cNvCxnSpPr>
          <p:nvPr/>
        </p:nvCxnSpPr>
        <p:spPr>
          <a:xfrm flipH="1">
            <a:off x="2369822" y="3429000"/>
            <a:ext cx="2472001" cy="20647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73F4591-5346-40AF-AFB6-21019CAAA0AE}"/>
              </a:ext>
            </a:extLst>
          </p:cNvPr>
          <p:cNvSpPr/>
          <p:nvPr/>
        </p:nvSpPr>
        <p:spPr>
          <a:xfrm>
            <a:off x="4799436" y="3366619"/>
            <a:ext cx="144359" cy="14435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92063F-192F-4B84-8AB8-AEED3CA41C1E}"/>
                  </a:ext>
                </a:extLst>
              </p:cNvPr>
              <p:cNvSpPr txBox="1"/>
              <p:nvPr/>
            </p:nvSpPr>
            <p:spPr>
              <a:xfrm>
                <a:off x="4720071" y="3369566"/>
                <a:ext cx="72830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92063F-192F-4B84-8AB8-AEED3CA41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071" y="3369566"/>
                <a:ext cx="728300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c 40">
            <a:extLst>
              <a:ext uri="{FF2B5EF4-FFF2-40B4-BE49-F238E27FC236}">
                <a16:creationId xmlns:a16="http://schemas.microsoft.com/office/drawing/2014/main" id="{693961E3-D67B-43BA-8DF5-1E5C3D697748}"/>
              </a:ext>
            </a:extLst>
          </p:cNvPr>
          <p:cNvSpPr/>
          <p:nvPr/>
        </p:nvSpPr>
        <p:spPr>
          <a:xfrm>
            <a:off x="3599079" y="3421761"/>
            <a:ext cx="2160000" cy="2160000"/>
          </a:xfrm>
          <a:prstGeom prst="arc">
            <a:avLst>
              <a:gd name="adj1" fmla="val 10969309"/>
              <a:gd name="adj2" fmla="val 16615918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753BB2-7D05-4CF9-9EEF-D10E062D8CD0}"/>
                  </a:ext>
                </a:extLst>
              </p:cNvPr>
              <p:cNvSpPr txBox="1"/>
              <p:nvPr/>
            </p:nvSpPr>
            <p:spPr>
              <a:xfrm>
                <a:off x="3487023" y="4313804"/>
                <a:ext cx="7283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753BB2-7D05-4CF9-9EEF-D10E062D8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023" y="4313804"/>
                <a:ext cx="7283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EB3B830E-1E6D-466D-9C53-3A13625B755D}"/>
              </a:ext>
            </a:extLst>
          </p:cNvPr>
          <p:cNvSpPr/>
          <p:nvPr/>
        </p:nvSpPr>
        <p:spPr>
          <a:xfrm>
            <a:off x="3523272" y="4424464"/>
            <a:ext cx="144359" cy="144359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78253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917" y="317644"/>
            <a:ext cx="4332158" cy="6278028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4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4200" dirty="0">
              <a:solidFill>
                <a:srgbClr val="C000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602A04D-4F9E-43C6-BA83-261204A7CC4B}"/>
              </a:ext>
            </a:extLst>
          </p:cNvPr>
          <p:cNvGrpSpPr/>
          <p:nvPr/>
        </p:nvGrpSpPr>
        <p:grpSpPr>
          <a:xfrm>
            <a:off x="534799" y="2309378"/>
            <a:ext cx="6598536" cy="2607372"/>
            <a:chOff x="534799" y="2354348"/>
            <a:chExt cx="6598536" cy="2607372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1D30793-2FBB-43DC-9358-3EDD200C9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400" y="3153711"/>
              <a:ext cx="924104" cy="65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C0CF24-8B92-4BD4-9591-FC57C2F1E5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0399" y="4788957"/>
              <a:ext cx="4180272" cy="86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CA2A317-8012-42AF-96B2-C14BBB492A60}"/>
                </a:ext>
              </a:extLst>
            </p:cNvPr>
            <p:cNvGrpSpPr/>
            <p:nvPr/>
          </p:nvGrpSpPr>
          <p:grpSpPr>
            <a:xfrm>
              <a:off x="756657" y="2939746"/>
              <a:ext cx="404735" cy="375507"/>
              <a:chOff x="809470" y="3854210"/>
              <a:chExt cx="404735" cy="375507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E541844-6B19-4B79-83A9-780C9609C73C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5DF9F2A-D2E5-4084-A25E-1F7C3FF9D9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F535A2-67F0-42D7-84C4-715BEDA7C9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9708" y="3153710"/>
              <a:ext cx="2985936" cy="2572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F77AA0D-465B-45CC-B216-42C55B7C43DE}"/>
                    </a:ext>
                  </a:extLst>
                </p:cNvPr>
                <p:cNvSpPr txBox="1"/>
                <p:nvPr/>
              </p:nvSpPr>
              <p:spPr>
                <a:xfrm>
                  <a:off x="1718138" y="2354348"/>
                  <a:ext cx="68916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F77AA0D-465B-45CC-B216-42C55B7C4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8138" y="2354348"/>
                  <a:ext cx="68916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7E1AE80-193C-4F1A-B0F4-50FCD26C9CF2}"/>
                </a:ext>
              </a:extLst>
            </p:cNvPr>
            <p:cNvGrpSpPr/>
            <p:nvPr/>
          </p:nvGrpSpPr>
          <p:grpSpPr>
            <a:xfrm>
              <a:off x="755672" y="4586212"/>
              <a:ext cx="404735" cy="375507"/>
              <a:chOff x="809470" y="3854210"/>
              <a:chExt cx="404735" cy="375507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4C3928B-2945-4F45-9956-E81E85F66911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CAE865F6-A443-49A8-9095-5AB90595D4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BCFB4C0-97A8-485F-A504-D90373FC56DD}"/>
                </a:ext>
              </a:extLst>
            </p:cNvPr>
            <p:cNvGrpSpPr/>
            <p:nvPr/>
          </p:nvGrpSpPr>
          <p:grpSpPr>
            <a:xfrm>
              <a:off x="4261184" y="2975531"/>
              <a:ext cx="404735" cy="375507"/>
              <a:chOff x="809470" y="3854210"/>
              <a:chExt cx="404735" cy="375507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F05A9C2-D206-4CE7-8F5D-594DEA15A399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AD3ECFD-0794-4852-899A-027AF97932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F1C5C07-C819-4F50-8CD4-629084449C5F}"/>
                </a:ext>
              </a:extLst>
            </p:cNvPr>
            <p:cNvGrpSpPr/>
            <p:nvPr/>
          </p:nvGrpSpPr>
          <p:grpSpPr>
            <a:xfrm>
              <a:off x="4261184" y="4586213"/>
              <a:ext cx="404735" cy="375507"/>
              <a:chOff x="809470" y="3854210"/>
              <a:chExt cx="404735" cy="375507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35C62B43-2A5C-49EB-93CA-3D6A3B8A1C62}"/>
                  </a:ext>
                </a:extLst>
              </p:cNvPr>
              <p:cNvSpPr/>
              <p:nvPr/>
            </p:nvSpPr>
            <p:spPr>
              <a:xfrm>
                <a:off x="933173" y="3971070"/>
                <a:ext cx="149900" cy="1499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67F71734-E145-4884-A15C-7DDAC42FC9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470" y="3854210"/>
                <a:ext cx="404735" cy="375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C8E708E-A9D2-4DA8-B0FF-7AEC82DBCE82}"/>
                </a:ext>
              </a:extLst>
            </p:cNvPr>
            <p:cNvSpPr/>
            <p:nvPr/>
          </p:nvSpPr>
          <p:spPr>
            <a:xfrm>
              <a:off x="4979562" y="3649011"/>
              <a:ext cx="422223" cy="8869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EF3B948-8A8C-4196-9C66-E8BEA58E8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0675" y="3153710"/>
              <a:ext cx="9996" cy="51334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61684F5-95EE-4E88-96A3-1254D2EF9F7C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>
              <a:off x="5190674" y="4535929"/>
              <a:ext cx="9997" cy="27107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FC18E3F-E9D7-49A3-B5B8-5CF6C9E41A4F}"/>
                    </a:ext>
                  </a:extLst>
                </p:cNvPr>
                <p:cNvSpPr txBox="1"/>
                <p:nvPr/>
              </p:nvSpPr>
              <p:spPr>
                <a:xfrm>
                  <a:off x="5495290" y="3465921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FC18E3F-E9D7-49A3-B5B8-5CF6C9E41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290" y="3465921"/>
                  <a:ext cx="66460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BC0874C-4A06-42FA-A183-D084829A92DF}"/>
                    </a:ext>
                  </a:extLst>
                </p:cNvPr>
                <p:cNvSpPr txBox="1"/>
                <p:nvPr/>
              </p:nvSpPr>
              <p:spPr>
                <a:xfrm>
                  <a:off x="3866245" y="3704796"/>
                  <a:ext cx="69544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BC0874C-4A06-42FA-A183-D084829A92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6245" y="3704796"/>
                  <a:ext cx="69544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47E7B21-24ED-4191-9B19-D247E61F761C}"/>
                    </a:ext>
                  </a:extLst>
                </p:cNvPr>
                <p:cNvSpPr txBox="1"/>
                <p:nvPr/>
              </p:nvSpPr>
              <p:spPr>
                <a:xfrm>
                  <a:off x="1392804" y="3276544"/>
                  <a:ext cx="132760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13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𝑝𝐹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47E7B21-24ED-4191-9B19-D247E61F7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804" y="3276544"/>
                  <a:ext cx="1327608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06AE8AB7-A7A1-476A-B720-8F61B5603FCE}"/>
                    </a:ext>
                  </a:extLst>
                </p:cNvPr>
                <p:cNvSpPr txBox="1"/>
                <p:nvPr/>
              </p:nvSpPr>
              <p:spPr>
                <a:xfrm>
                  <a:off x="2078936" y="4133172"/>
                  <a:ext cx="169071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30,5</m:t>
                        </m:r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𝑛𝐻</m:t>
                        </m:r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06AE8AB7-A7A1-476A-B720-8F61B5603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8936" y="4133172"/>
                  <a:ext cx="1690719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0BE8A3A1-FD8A-4692-A834-39B12AEDD34C}"/>
                    </a:ext>
                  </a:extLst>
                </p:cNvPr>
                <p:cNvSpPr txBox="1"/>
                <p:nvPr/>
              </p:nvSpPr>
              <p:spPr>
                <a:xfrm>
                  <a:off x="616103" y="3412409"/>
                  <a:ext cx="731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0BE8A3A1-FD8A-4692-A834-39B12AEDD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103" y="3412409"/>
                  <a:ext cx="731739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8A9D3F5-33BA-4ABA-BE2F-ACB3FBBE6E24}"/>
                    </a:ext>
                  </a:extLst>
                </p:cNvPr>
                <p:cNvSpPr txBox="1"/>
                <p:nvPr/>
              </p:nvSpPr>
              <p:spPr>
                <a:xfrm>
                  <a:off x="534799" y="3851079"/>
                  <a:ext cx="94448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GB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l-GR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Ω</a:t>
                  </a:r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8A9D3F5-33BA-4ABA-BE2F-ACB3FBBE6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99" y="3851079"/>
                  <a:ext cx="944489" cy="584775"/>
                </a:xfrm>
                <a:prstGeom prst="rect">
                  <a:avLst/>
                </a:prstGeom>
                <a:blipFill>
                  <a:blip r:embed="rId9"/>
                  <a:stretch>
                    <a:fillRect t="-14583" r="-15484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1DA9EBA-ED13-40DB-8872-78AEAFD9D430}"/>
                    </a:ext>
                  </a:extLst>
                </p:cNvPr>
                <p:cNvSpPr txBox="1"/>
                <p:nvPr/>
              </p:nvSpPr>
              <p:spPr>
                <a:xfrm>
                  <a:off x="5341679" y="3997184"/>
                  <a:ext cx="1791656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10−</m:t>
                        </m:r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oMath>
                    </m:oMathPara>
                  </a14:m>
                  <a:endParaRPr lang="en-GB" sz="3200" i="1" dirty="0">
                    <a:solidFill>
                      <a:srgbClr val="7030A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1DA9EBA-ED13-40DB-8872-78AEAFD9D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1679" y="3997184"/>
                  <a:ext cx="1791656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5" name="Picture 74" descr="Icon&#10;&#10;Description automatically generated">
              <a:extLst>
                <a:ext uri="{FF2B5EF4-FFF2-40B4-BE49-F238E27FC236}">
                  <a16:creationId xmlns:a16="http://schemas.microsoft.com/office/drawing/2014/main" id="{ADA3DDB3-1ADD-4C54-B53B-422D39B8D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5580085">
              <a:off x="3450568" y="3770338"/>
              <a:ext cx="638175" cy="495300"/>
            </a:xfrm>
            <a:prstGeom prst="rect">
              <a:avLst/>
            </a:prstGeom>
          </p:spPr>
        </p:pic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D506E58-FFC3-4413-BF09-341B2A4C8C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057" y="3207077"/>
              <a:ext cx="12601" cy="6015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0C3386F-C7EC-40E8-8D70-C39AA18D1700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57" y="4150738"/>
              <a:ext cx="22598" cy="64474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F596E1C-B3BA-4BAF-B3D9-EFF68EC2EE54}"/>
                </a:ext>
              </a:extLst>
            </p:cNvPr>
            <p:cNvSpPr/>
            <p:nvPr/>
          </p:nvSpPr>
          <p:spPr>
            <a:xfrm>
              <a:off x="3689708" y="3085281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E44A3F6-3687-4B8F-9AA6-E018FA001602}"/>
                </a:ext>
              </a:extLst>
            </p:cNvPr>
            <p:cNvSpPr/>
            <p:nvPr/>
          </p:nvSpPr>
          <p:spPr>
            <a:xfrm>
              <a:off x="3684709" y="4691727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C1D0307-9336-4E0B-966B-89F150E59DC4}"/>
              </a:ext>
            </a:extLst>
          </p:cNvPr>
          <p:cNvCxnSpPr>
            <a:cxnSpLocks/>
          </p:cNvCxnSpPr>
          <p:nvPr/>
        </p:nvCxnSpPr>
        <p:spPr>
          <a:xfrm>
            <a:off x="1927990" y="2849420"/>
            <a:ext cx="0" cy="45710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AF2360E-4E8A-4D4B-BC1E-6842D7A7173E}"/>
              </a:ext>
            </a:extLst>
          </p:cNvPr>
          <p:cNvCxnSpPr>
            <a:cxnSpLocks/>
          </p:cNvCxnSpPr>
          <p:nvPr/>
        </p:nvCxnSpPr>
        <p:spPr>
          <a:xfrm>
            <a:off x="2245280" y="2866910"/>
            <a:ext cx="0" cy="45710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81435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514224"/>
                <a:ext cx="10772775" cy="320087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Ί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 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 vi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chết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514224"/>
                <a:ext cx="10772775" cy="3200876"/>
              </a:xfrm>
              <a:prstGeom prst="rect">
                <a:avLst/>
              </a:prstGeom>
              <a:blipFill>
                <a:blip r:embed="rId2"/>
                <a:stretch>
                  <a:fillRect l="-1244" t="-2091" r="-1414" b="-55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8980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944836"/>
                <a:ext cx="10772775" cy="433965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điểm trở kháng tải chuẩn 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nằm ngoài vòng 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vòng tròn ảnh của nó qua gốc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 ta luôn luôn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thể thực hiện phối hợp trở kháng bằng mạch dạng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Ί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 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 lại, nếu </a:t>
                </a:r>
                <a:r>
                  <a:rPr lang="vi-VN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điểm trở kháng tải chuẩn hóa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nằm trong phạm vi của một trong hai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 tròn đó thì ta chỉ áp dụng được một phương 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 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944836"/>
                <a:ext cx="10772775" cy="4339650"/>
              </a:xfrm>
              <a:prstGeom prst="rect">
                <a:avLst/>
              </a:prstGeom>
              <a:blipFill>
                <a:blip r:embed="rId2"/>
                <a:stretch>
                  <a:fillRect l="-1244" t="-1545" r="-1414" b="-39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08749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C5E5F9-B544-4C91-900D-9150493414AD}"/>
              </a:ext>
            </a:extLst>
          </p:cNvPr>
          <p:cNvSpPr txBox="1">
            <a:spLocks/>
          </p:cNvSpPr>
          <p:nvPr/>
        </p:nvSpPr>
        <p:spPr>
          <a:xfrm>
            <a:off x="709612" y="4953053"/>
            <a:ext cx="10772775" cy="1570276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1F6F391-2187-42AC-85EE-9D51C4221D8D}"/>
              </a:ext>
            </a:extLst>
          </p:cNvPr>
          <p:cNvSpPr/>
          <p:nvPr/>
        </p:nvSpPr>
        <p:spPr>
          <a:xfrm>
            <a:off x="3923581" y="113583"/>
            <a:ext cx="4320000" cy="4320000"/>
          </a:xfrm>
          <a:prstGeom prst="ellipse">
            <a:avLst/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050DF27-F2C7-4908-A704-0BF922F22AC3}"/>
              </a:ext>
            </a:extLst>
          </p:cNvPr>
          <p:cNvSpPr/>
          <p:nvPr/>
        </p:nvSpPr>
        <p:spPr>
          <a:xfrm>
            <a:off x="6102816" y="1194991"/>
            <a:ext cx="2160000" cy="2160000"/>
          </a:xfrm>
          <a:prstGeom prst="ellipse">
            <a:avLst/>
          </a:prstGeom>
          <a:pattFill prst="shingle">
            <a:fgClr>
              <a:srgbClr val="7030A0"/>
            </a:fgClr>
            <a:bgClr>
              <a:schemeClr val="bg1"/>
            </a:bgClr>
          </a:pattFill>
          <a:ln w="31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2BE7FF6-59BC-46FF-9315-B795DBB1C711}"/>
              </a:ext>
            </a:extLst>
          </p:cNvPr>
          <p:cNvSpPr/>
          <p:nvPr/>
        </p:nvSpPr>
        <p:spPr>
          <a:xfrm>
            <a:off x="3933157" y="1219285"/>
            <a:ext cx="2160000" cy="2160000"/>
          </a:xfrm>
          <a:prstGeom prst="ellipse">
            <a:avLst/>
          </a:prstGeom>
          <a:pattFill prst="ltUpDiag">
            <a:fgClr>
              <a:srgbClr val="FF0000"/>
            </a:fgClr>
            <a:bgClr>
              <a:schemeClr val="bg1">
                <a:lumMod val="95000"/>
              </a:schemeClr>
            </a:bgClr>
          </a:pattFill>
          <a:ln w="3175" cap="flat">
            <a:solidFill>
              <a:srgbClr val="00B050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7ED78-8E3F-4644-89A5-7D77DBDCEDB5}"/>
              </a:ext>
            </a:extLst>
          </p:cNvPr>
          <p:cNvSpPr txBox="1"/>
          <p:nvPr/>
        </p:nvSpPr>
        <p:spPr>
          <a:xfrm>
            <a:off x="134911" y="59960"/>
            <a:ext cx="2833141" cy="20621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Ί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688E5E-2F6C-4D37-95D1-23592C049766}"/>
              </a:ext>
            </a:extLst>
          </p:cNvPr>
          <p:cNvSpPr txBox="1"/>
          <p:nvPr/>
        </p:nvSpPr>
        <p:spPr>
          <a:xfrm>
            <a:off x="9125714" y="59959"/>
            <a:ext cx="2833141" cy="206210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en-GB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03DD5B7-9B97-4B43-AFD3-BF7C900CCE34}"/>
              </a:ext>
            </a:extLst>
          </p:cNvPr>
          <p:cNvSpPr txBox="1"/>
          <p:nvPr/>
        </p:nvSpPr>
        <p:spPr>
          <a:xfrm>
            <a:off x="134911" y="2449938"/>
            <a:ext cx="3616023" cy="206210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Ί</a:t>
            </a:r>
            <a:endParaRPr lang="en-GB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E8C292-2D65-42F2-A9AD-313866494E2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968052" y="1091012"/>
            <a:ext cx="1506822" cy="9547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D571F04-4CC5-435A-B581-65F54682140A}"/>
              </a:ext>
            </a:extLst>
          </p:cNvPr>
          <p:cNvCxnSpPr>
            <a:cxnSpLocks/>
            <a:stCxn id="81" idx="1"/>
          </p:cNvCxnSpPr>
          <p:nvPr/>
        </p:nvCxnSpPr>
        <p:spPr>
          <a:xfrm flipH="1">
            <a:off x="7300210" y="1091011"/>
            <a:ext cx="1825504" cy="119499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08D4022-1CAD-4E44-BE61-35F9115C197A}"/>
              </a:ext>
            </a:extLst>
          </p:cNvPr>
          <p:cNvCxnSpPr>
            <a:cxnSpLocks/>
            <a:stCxn id="82" idx="3"/>
          </p:cNvCxnSpPr>
          <p:nvPr/>
        </p:nvCxnSpPr>
        <p:spPr>
          <a:xfrm flipV="1">
            <a:off x="3750934" y="790518"/>
            <a:ext cx="2339676" cy="26904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DC74F07-1B44-470E-B5A9-62FF0D674BFB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3750934" y="3480990"/>
            <a:ext cx="2347064" cy="4041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62748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mạch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điện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hoặc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Ί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867893"/>
                <a:ext cx="10772775" cy="44935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Ưu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dễ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Smith.</a:t>
                </a: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Nhược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Sai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lệch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hẹp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67893"/>
                <a:ext cx="10772775" cy="4493538"/>
              </a:xfrm>
              <a:prstGeom prst="rect">
                <a:avLst/>
              </a:prstGeom>
              <a:blipFill>
                <a:blip r:embed="rId2"/>
                <a:stretch>
                  <a:fillRect l="-1244" t="-1355" r="-1414" b="-37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03077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rgbClr val="D9D9D9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85958323"/>
                  </p:ext>
                </p:extLst>
              </p:nvPr>
            </p:nvGraphicFramePr>
            <p:xfrm>
              <a:off x="5288347" y="644577"/>
              <a:ext cx="6254724" cy="54879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2" name="Content Placeholder 2">
                <a:extLst>
                  <a:ext uri="{FF2B5EF4-FFF2-40B4-BE49-F238E27FC236}">
                    <a16:creationId xmlns:a16="http://schemas.microsoft.com/office/drawing/2014/main" id="{4288E8F1-BADC-44EC-8579-259A2AAD76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85958323"/>
                  </p:ext>
                </p:extLst>
              </p:nvPr>
            </p:nvGraphicFramePr>
            <p:xfrm>
              <a:off x="5288347" y="644577"/>
              <a:ext cx="6254724" cy="54879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143469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561869"/>
                <a:ext cx="10772775" cy="327551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phương pháp phối hợp trở kháng giữa một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đường dây có trở kháng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một 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trở kháng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 một đoạn dây truyền sóng 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đặc tính</a:t>
                </a:r>
                <a:r>
                  <a:rPr lang="vi-VN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đặt ở giữa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561869"/>
                <a:ext cx="10772775" cy="3275512"/>
              </a:xfrm>
              <a:prstGeom prst="rect">
                <a:avLst/>
              </a:prstGeom>
              <a:blipFill>
                <a:blip r:embed="rId3"/>
                <a:stretch>
                  <a:fillRect l="-1244" t="-2045" r="-1414" b="-5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/>
              <p:nvPr/>
            </p:nvSpPr>
            <p:spPr>
              <a:xfrm>
                <a:off x="8248314" y="4320644"/>
                <a:ext cx="2177207" cy="614399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314" y="4320644"/>
                <a:ext cx="2177207" cy="614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0DDC16D4-C7CB-4547-ADD0-C45923F174A9}"/>
              </a:ext>
            </a:extLst>
          </p:cNvPr>
          <p:cNvGrpSpPr/>
          <p:nvPr/>
        </p:nvGrpSpPr>
        <p:grpSpPr>
          <a:xfrm>
            <a:off x="2855080" y="4743737"/>
            <a:ext cx="6481838" cy="2088268"/>
            <a:chOff x="2587212" y="4751722"/>
            <a:chExt cx="6481838" cy="208826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3619FEE-0E24-44E7-BE11-0F84C6D4DD95}"/>
                </a:ext>
              </a:extLst>
            </p:cNvPr>
            <p:cNvGrpSpPr/>
            <p:nvPr/>
          </p:nvGrpSpPr>
          <p:grpSpPr>
            <a:xfrm>
              <a:off x="2593298" y="5366476"/>
              <a:ext cx="6475752" cy="1351614"/>
              <a:chOff x="2593298" y="5216576"/>
              <a:chExt cx="6475752" cy="135161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E432013-FB9E-43FA-B3E7-C1DE53028DBA}"/>
                  </a:ext>
                </a:extLst>
              </p:cNvPr>
              <p:cNvGrpSpPr/>
              <p:nvPr/>
            </p:nvGrpSpPr>
            <p:grpSpPr>
              <a:xfrm>
                <a:off x="4886794" y="5216576"/>
                <a:ext cx="1888760" cy="119922"/>
                <a:chOff x="4886794" y="5216576"/>
                <a:chExt cx="1888760" cy="119922"/>
              </a:xfrm>
            </p:grpSpPr>
            <p:cxnSp>
              <p:nvCxnSpPr>
                <p:cNvPr id="3" name="Straight Connector 2">
                  <a:extLst>
                    <a:ext uri="{FF2B5EF4-FFF2-40B4-BE49-F238E27FC236}">
                      <a16:creationId xmlns:a16="http://schemas.microsoft.com/office/drawing/2014/main" id="{98D6077F-8CE3-4F90-8186-1E99E028E19F}"/>
                    </a:ext>
                  </a:extLst>
                </p:cNvPr>
                <p:cNvCxnSpPr/>
                <p:nvPr/>
              </p:nvCxnSpPr>
              <p:spPr>
                <a:xfrm>
                  <a:off x="5006715" y="5276538"/>
                  <a:ext cx="1648918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6B3FABE-772A-4C66-909B-F4423293E297}"/>
                    </a:ext>
                  </a:extLst>
                </p:cNvPr>
                <p:cNvSpPr/>
                <p:nvPr/>
              </p:nvSpPr>
              <p:spPr>
                <a:xfrm>
                  <a:off x="4886794" y="5216577"/>
                  <a:ext cx="119921" cy="119921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174716B5-EE4D-4633-BECC-2838FD0479CC}"/>
                    </a:ext>
                  </a:extLst>
                </p:cNvPr>
                <p:cNvSpPr/>
                <p:nvPr/>
              </p:nvSpPr>
              <p:spPr>
                <a:xfrm>
                  <a:off x="6655633" y="5216576"/>
                  <a:ext cx="119921" cy="119921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9433EBE-D277-48B2-A860-61280D384F3F}"/>
                  </a:ext>
                </a:extLst>
              </p:cNvPr>
              <p:cNvGrpSpPr/>
              <p:nvPr/>
            </p:nvGrpSpPr>
            <p:grpSpPr>
              <a:xfrm>
                <a:off x="4886794" y="6448268"/>
                <a:ext cx="1888760" cy="119922"/>
                <a:chOff x="4886794" y="5216576"/>
                <a:chExt cx="1888760" cy="119922"/>
              </a:xfrm>
            </p:grpSpPr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13C06CBF-123A-4149-B0BE-C7AD322EC4A7}"/>
                    </a:ext>
                  </a:extLst>
                </p:cNvPr>
                <p:cNvCxnSpPr/>
                <p:nvPr/>
              </p:nvCxnSpPr>
              <p:spPr>
                <a:xfrm>
                  <a:off x="5006715" y="5276538"/>
                  <a:ext cx="1648918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1EAAAA03-732A-460C-851F-EDF7480F94A3}"/>
                    </a:ext>
                  </a:extLst>
                </p:cNvPr>
                <p:cNvSpPr/>
                <p:nvPr/>
              </p:nvSpPr>
              <p:spPr>
                <a:xfrm>
                  <a:off x="4886794" y="5216577"/>
                  <a:ext cx="119921" cy="119921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3FF62CC-0DCF-4D35-BF95-E2B55FF500DE}"/>
                    </a:ext>
                  </a:extLst>
                </p:cNvPr>
                <p:cNvSpPr/>
                <p:nvPr/>
              </p:nvSpPr>
              <p:spPr>
                <a:xfrm>
                  <a:off x="6655633" y="5216576"/>
                  <a:ext cx="119921" cy="119921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D6FA714-75CE-4836-A2E0-6D357F104681}"/>
                  </a:ext>
                </a:extLst>
              </p:cNvPr>
              <p:cNvCxnSpPr>
                <a:cxnSpLocks/>
                <a:endCxn id="5" idx="2"/>
              </p:cNvCxnSpPr>
              <p:nvPr/>
            </p:nvCxnSpPr>
            <p:spPr>
              <a:xfrm>
                <a:off x="2593298" y="5276536"/>
                <a:ext cx="2293496" cy="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ABFB154-668C-4EA0-8C9E-45FEB95AC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3298" y="6508228"/>
                <a:ext cx="2293496" cy="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906AE2F-5072-44FD-BBCE-F523B8ED8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5554" y="5276536"/>
                <a:ext cx="2293496" cy="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D2DFD6B-722C-4163-8901-8BB5B7790A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5554" y="6523216"/>
                <a:ext cx="2293496" cy="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350BBCD-27C1-4653-AD00-9DE87DAC31D1}"/>
                      </a:ext>
                    </a:extLst>
                  </p:cNvPr>
                  <p:cNvSpPr txBox="1"/>
                  <p:nvPr/>
                </p:nvSpPr>
                <p:spPr>
                  <a:xfrm>
                    <a:off x="5039818" y="5646053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350BBCD-27C1-4653-AD00-9DE87DAC31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9818" y="5646053"/>
                    <a:ext cx="65581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AC4178-213C-40E8-AED3-5304A5516333}"/>
                      </a:ext>
                    </a:extLst>
                  </p:cNvPr>
                  <p:cNvSpPr txBox="1"/>
                  <p:nvPr/>
                </p:nvSpPr>
                <p:spPr>
                  <a:xfrm>
                    <a:off x="5954218" y="5921263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AC4178-213C-40E8-AED3-5304A55163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4218" y="5921263"/>
                    <a:ext cx="655819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9F4A228-2BF5-45B0-9690-19686E2DEC44}"/>
                      </a:ext>
                    </a:extLst>
                  </p:cNvPr>
                  <p:cNvSpPr txBox="1"/>
                  <p:nvPr/>
                </p:nvSpPr>
                <p:spPr>
                  <a:xfrm>
                    <a:off x="4014946" y="5938441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9F4A228-2BF5-45B0-9690-19686E2DEC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4946" y="5938441"/>
                    <a:ext cx="655819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8E74248-0728-41D6-808D-A865C44C44A2}"/>
                </a:ext>
              </a:extLst>
            </p:cNvPr>
            <p:cNvCxnSpPr>
              <a:cxnSpLocks/>
            </p:cNvCxnSpPr>
            <p:nvPr/>
          </p:nvCxnSpPr>
          <p:spPr>
            <a:xfrm>
              <a:off x="4916774" y="4930672"/>
              <a:ext cx="1858780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27CDBC8-1382-49AB-95D6-8F0F783AC3F7}"/>
                </a:ext>
              </a:extLst>
            </p:cNvPr>
            <p:cNvSpPr/>
            <p:nvPr/>
          </p:nvSpPr>
          <p:spPr>
            <a:xfrm>
              <a:off x="4421940" y="4751722"/>
              <a:ext cx="464854" cy="46485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19F7FB0-B206-4E44-8C09-7D6A4F4DFC32}"/>
                </a:ext>
              </a:extLst>
            </p:cNvPr>
            <p:cNvSpPr/>
            <p:nvPr/>
          </p:nvSpPr>
          <p:spPr>
            <a:xfrm>
              <a:off x="6775554" y="4769487"/>
              <a:ext cx="464854" cy="46485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0D97082-620C-4CFA-8F3B-A1029650794A}"/>
                    </a:ext>
                  </a:extLst>
                </p:cNvPr>
                <p:cNvSpPr txBox="1"/>
                <p:nvPr/>
              </p:nvSpPr>
              <p:spPr>
                <a:xfrm>
                  <a:off x="5070424" y="4861788"/>
                  <a:ext cx="157021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0D97082-620C-4CFA-8F3B-A10296507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424" y="4861788"/>
                  <a:ext cx="1570219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664F39D-8A4D-473C-8020-D40B86698054}"/>
                </a:ext>
              </a:extLst>
            </p:cNvPr>
            <p:cNvGrpSpPr/>
            <p:nvPr/>
          </p:nvGrpSpPr>
          <p:grpSpPr>
            <a:xfrm>
              <a:off x="4551702" y="5729671"/>
              <a:ext cx="524655" cy="1107823"/>
              <a:chOff x="884420" y="5234341"/>
              <a:chExt cx="524655" cy="1107823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116779A-A9E9-43D3-8406-7FA17E739390}"/>
                  </a:ext>
                </a:extLst>
              </p:cNvPr>
              <p:cNvCxnSpPr/>
              <p:nvPr/>
            </p:nvCxnSpPr>
            <p:spPr>
              <a:xfrm>
                <a:off x="884420" y="5234341"/>
                <a:ext cx="0" cy="110782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E6B2102-627A-4EF1-8B40-C046150DAF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420" y="5234341"/>
                <a:ext cx="524655" cy="0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D3A08C5-D0D9-48B1-8F66-ED6900ADD5EB}"/>
                </a:ext>
              </a:extLst>
            </p:cNvPr>
            <p:cNvGrpSpPr/>
            <p:nvPr/>
          </p:nvGrpSpPr>
          <p:grpSpPr>
            <a:xfrm>
              <a:off x="6513226" y="5732167"/>
              <a:ext cx="524655" cy="1107823"/>
              <a:chOff x="884420" y="5234341"/>
              <a:chExt cx="524655" cy="1107823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5287590-B285-4D7A-B1AE-605D4B1F0034}"/>
                  </a:ext>
                </a:extLst>
              </p:cNvPr>
              <p:cNvCxnSpPr/>
              <p:nvPr/>
            </p:nvCxnSpPr>
            <p:spPr>
              <a:xfrm>
                <a:off x="884420" y="5234341"/>
                <a:ext cx="0" cy="110782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2F1D880-24E6-49A8-9D1D-65CC9531B4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420" y="5234341"/>
                <a:ext cx="524655" cy="0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870CAA2-60C9-4EF2-8E19-3BEBFBA55C66}"/>
                    </a:ext>
                  </a:extLst>
                </p:cNvPr>
                <p:cNvSpPr txBox="1"/>
                <p:nvPr/>
              </p:nvSpPr>
              <p:spPr>
                <a:xfrm>
                  <a:off x="2587212" y="5723899"/>
                  <a:ext cx="65581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870CAA2-60C9-4EF2-8E19-3BEBFBA55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212" y="5723899"/>
                  <a:ext cx="655819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C059814-EC61-4211-9951-0DCE2B70EA36}"/>
                    </a:ext>
                  </a:extLst>
                </p:cNvPr>
                <p:cNvSpPr txBox="1"/>
                <p:nvPr/>
              </p:nvSpPr>
              <p:spPr>
                <a:xfrm>
                  <a:off x="8273002" y="5706171"/>
                  <a:ext cx="65581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C059814-EC61-4211-9951-0DCE2B70E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3002" y="5706171"/>
                  <a:ext cx="655819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7041590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09" y="1929760"/>
                <a:ext cx="10772775" cy="426039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này được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 dụng dễ dàng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đường dây không tổn hao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đặc tính là số thực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 lý phối hợp trở kháng đơn giản nhưng trong thực tế sẽ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gặp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khó khăn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gặp hiện tượng sóng đứng 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Khi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xuất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9" y="1929760"/>
                <a:ext cx="10772775" cy="4260397"/>
              </a:xfrm>
              <a:prstGeom prst="rect">
                <a:avLst/>
              </a:prstGeom>
              <a:blipFill>
                <a:blip r:embed="rId3"/>
                <a:stretch>
                  <a:fillRect l="-1244" t="-1576" r="-1414" b="-42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/>
              <p:nvPr/>
            </p:nvSpPr>
            <p:spPr>
              <a:xfrm>
                <a:off x="4942095" y="3168286"/>
                <a:ext cx="2307805" cy="614399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095" y="3168286"/>
                <a:ext cx="2307805" cy="614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01998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05" y="1880148"/>
                <a:ext cx="10772775" cy="452431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Clr>
                    <a:schemeClr val="tx1"/>
                  </a:buClr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5" y="1880148"/>
                <a:ext cx="10772775" cy="4524315"/>
              </a:xfrm>
              <a:prstGeom prst="rect">
                <a:avLst/>
              </a:prstGeom>
              <a:blipFill>
                <a:blip r:embed="rId3"/>
                <a:stretch>
                  <a:fillRect l="-1244" t="-1346" r="-1414" b="-3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/>
              <p:nvPr/>
            </p:nvSpPr>
            <p:spPr>
              <a:xfrm>
                <a:off x="5111806" y="3440901"/>
                <a:ext cx="1968371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806" y="3440901"/>
                <a:ext cx="196837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4D6EFA-14CE-478E-BCAC-13906CD6B094}"/>
                  </a:ext>
                </a:extLst>
              </p:cNvPr>
              <p:cNvSpPr txBox="1"/>
              <p:nvPr/>
            </p:nvSpPr>
            <p:spPr>
              <a:xfrm>
                <a:off x="5271613" y="4282550"/>
                <a:ext cx="1648756" cy="1097929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4D6EFA-14CE-478E-BCAC-13906CD6B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613" y="4282550"/>
                <a:ext cx="1648756" cy="1097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CD5F20-AD25-4B92-8D09-EEFF1B866BA0}"/>
                  </a:ext>
                </a:extLst>
              </p:cNvPr>
              <p:cNvSpPr txBox="1"/>
              <p:nvPr/>
            </p:nvSpPr>
            <p:spPr>
              <a:xfrm>
                <a:off x="2695804" y="5556950"/>
                <a:ext cx="1771265" cy="1094852"/>
              </a:xfrm>
              <a:prstGeom prst="rect">
                <a:avLst/>
              </a:prstGeom>
              <a:solidFill>
                <a:srgbClr val="B9E1E9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CD5F20-AD25-4B92-8D09-EEFF1B866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804" y="5556950"/>
                <a:ext cx="1771265" cy="10948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3041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05" y="1880148"/>
                <a:ext cx="10772775" cy="452431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Clr>
                    <a:schemeClr val="tx1"/>
                  </a:buClr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5" y="1880148"/>
                <a:ext cx="10772775" cy="4524315"/>
              </a:xfrm>
              <a:prstGeom prst="rect">
                <a:avLst/>
              </a:prstGeom>
              <a:blipFill>
                <a:blip r:embed="rId3"/>
                <a:stretch>
                  <a:fillRect l="-1244" t="-1346" r="-1414" b="-3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/>
              <p:nvPr/>
            </p:nvSpPr>
            <p:spPr>
              <a:xfrm>
                <a:off x="5024275" y="3385881"/>
                <a:ext cx="2143431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AE4C-3113-4706-B12C-90B34415A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275" y="3385881"/>
                <a:ext cx="214343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4D6EFA-14CE-478E-BCAC-13906CD6B094}"/>
                  </a:ext>
                </a:extLst>
              </p:cNvPr>
              <p:cNvSpPr txBox="1"/>
              <p:nvPr/>
            </p:nvSpPr>
            <p:spPr>
              <a:xfrm>
                <a:off x="5271612" y="4378460"/>
                <a:ext cx="1648756" cy="1097929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4D6EFA-14CE-478E-BCAC-13906CD6B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612" y="4378460"/>
                <a:ext cx="1648756" cy="1097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CD5F20-AD25-4B92-8D09-EEFF1B866BA0}"/>
                  </a:ext>
                </a:extLst>
              </p:cNvPr>
              <p:cNvSpPr txBox="1"/>
              <p:nvPr/>
            </p:nvSpPr>
            <p:spPr>
              <a:xfrm>
                <a:off x="2725785" y="5552626"/>
                <a:ext cx="1771264" cy="1098058"/>
              </a:xfrm>
              <a:prstGeom prst="rect">
                <a:avLst/>
              </a:prstGeom>
              <a:solidFill>
                <a:srgbClr val="B9E1E9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CD5F20-AD25-4B92-8D09-EEFF1B866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785" y="5552626"/>
                <a:ext cx="1771264" cy="10980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73967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671900"/>
                <a:ext cx="10772775" cy="498598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đường dây nguồn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phối hợp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tần số bị lệch đi thì sẽ mất phối hợp trở kháng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xảy ra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 tượng sóng đứng trên đường dây nguồn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tăng)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hẹp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hẹp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671900"/>
                <a:ext cx="10772775" cy="4985980"/>
              </a:xfrm>
              <a:prstGeom prst="rect">
                <a:avLst/>
              </a:prstGeom>
              <a:blipFill>
                <a:blip r:embed="rId3"/>
                <a:stretch>
                  <a:fillRect l="-1244" t="-1222" r="-1414" b="-34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61591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3133102"/>
                <a:ext cx="10772775" cy="206357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3133102"/>
                <a:ext cx="10772775" cy="2063578"/>
              </a:xfrm>
              <a:prstGeom prst="rect">
                <a:avLst/>
              </a:prstGeom>
              <a:blipFill>
                <a:blip r:embed="rId3"/>
                <a:stretch>
                  <a:fillRect l="-1244" r="-1414" b="-94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27009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03" y="1774410"/>
                <a:ext cx="10772775" cy="35394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3" y="1774410"/>
                <a:ext cx="10772775" cy="3539430"/>
              </a:xfrm>
              <a:prstGeom prst="rect">
                <a:avLst/>
              </a:prstGeom>
              <a:blipFill>
                <a:blip r:embed="rId3"/>
                <a:stretch>
                  <a:fillRect l="-1244" t="-1893" b="-49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AB257F-37C5-4574-98D3-93FF9478C6F9}"/>
                  </a:ext>
                </a:extLst>
              </p:cNvPr>
              <p:cNvSpPr txBox="1"/>
              <p:nvPr/>
            </p:nvSpPr>
            <p:spPr>
              <a:xfrm>
                <a:off x="3846252" y="2014800"/>
                <a:ext cx="4499475" cy="109485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=25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AB257F-37C5-4574-98D3-93FF9478C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252" y="2014800"/>
                <a:ext cx="4499475" cy="1094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02CB3A-DA5B-4A04-B9EE-70C86190CB09}"/>
                  </a:ext>
                </a:extLst>
              </p:cNvPr>
              <p:cNvSpPr txBox="1"/>
              <p:nvPr/>
            </p:nvSpPr>
            <p:spPr>
              <a:xfrm>
                <a:off x="4364705" y="4215911"/>
                <a:ext cx="3462568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02CB3A-DA5B-4A04-B9EE-70C86190C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705" y="4215911"/>
                <a:ext cx="346256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08CA77-49D9-4D3C-8488-D4218EE82638}"/>
                  </a:ext>
                </a:extLst>
              </p:cNvPr>
              <p:cNvSpPr txBox="1"/>
              <p:nvPr/>
            </p:nvSpPr>
            <p:spPr>
              <a:xfrm>
                <a:off x="4769439" y="5313840"/>
                <a:ext cx="2653099" cy="1097929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08CA77-49D9-4D3C-8488-D4218EE82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439" y="5313840"/>
                <a:ext cx="2653099" cy="10979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33999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682717"/>
                <a:ext cx="10772775" cy="483209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lệch tần số, hệ số sóng đứng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trên đường dây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vượt qua giá trị 1,5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32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3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682717"/>
                <a:ext cx="10772775" cy="4832092"/>
              </a:xfrm>
              <a:prstGeom prst="rect">
                <a:avLst/>
              </a:prstGeom>
              <a:blipFill>
                <a:blip r:embed="rId3"/>
                <a:stretch>
                  <a:fillRect l="-1244" t="-1387" r="-1414" b="-3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24347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344D0B1-F93D-47E5-B77D-143ABFA4DE21}"/>
              </a:ext>
            </a:extLst>
          </p:cNvPr>
          <p:cNvCxnSpPr>
            <a:cxnSpLocks/>
          </p:cNvCxnSpPr>
          <p:nvPr/>
        </p:nvCxnSpPr>
        <p:spPr>
          <a:xfrm rot="600000" flipV="1">
            <a:off x="3064403" y="4591950"/>
            <a:ext cx="3077942" cy="15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C6CD4D-2913-45CE-A7FD-7B17AC605866}"/>
              </a:ext>
            </a:extLst>
          </p:cNvPr>
          <p:cNvCxnSpPr>
            <a:cxnSpLocks/>
          </p:cNvCxnSpPr>
          <p:nvPr/>
        </p:nvCxnSpPr>
        <p:spPr>
          <a:xfrm rot="-600000" flipH="1">
            <a:off x="3034155" y="4014327"/>
            <a:ext cx="3523318" cy="4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3177752-8EBB-46A2-A775-D8D619A3C8F7}"/>
              </a:ext>
            </a:extLst>
          </p:cNvPr>
          <p:cNvSpPr/>
          <p:nvPr/>
        </p:nvSpPr>
        <p:spPr>
          <a:xfrm>
            <a:off x="896725" y="2157579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EF30228-CE72-4392-B0C9-9727244DFB0A}"/>
              </a:ext>
            </a:extLst>
          </p:cNvPr>
          <p:cNvSpPr/>
          <p:nvPr/>
        </p:nvSpPr>
        <p:spPr>
          <a:xfrm>
            <a:off x="1612776" y="2898281"/>
            <a:ext cx="2880000" cy="2880000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6EF2442-496B-48BA-B31B-C3C5D5714AE2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896725" y="4317579"/>
            <a:ext cx="53218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0F36616-3E1F-48B4-B677-EBFC3ED83837}"/>
              </a:ext>
            </a:extLst>
          </p:cNvPr>
          <p:cNvCxnSpPr>
            <a:cxnSpLocks/>
            <a:stCxn id="45" idx="0"/>
            <a:endCxn id="45" idx="4"/>
          </p:cNvCxnSpPr>
          <p:nvPr/>
        </p:nvCxnSpPr>
        <p:spPr>
          <a:xfrm>
            <a:off x="3056725" y="2157579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267B756-1F32-481C-9B76-2431E4FEE238}"/>
              </a:ext>
            </a:extLst>
          </p:cNvPr>
          <p:cNvSpPr/>
          <p:nvPr/>
        </p:nvSpPr>
        <p:spPr>
          <a:xfrm>
            <a:off x="4270303" y="4071348"/>
            <a:ext cx="496800" cy="49680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3563A25-70DB-4247-B69F-4AE6864B0BA4}"/>
              </a:ext>
            </a:extLst>
          </p:cNvPr>
          <p:cNvSpPr/>
          <p:nvPr/>
        </p:nvSpPr>
        <p:spPr>
          <a:xfrm>
            <a:off x="4404693" y="4000358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6C9B647-A21C-4013-9F1C-197F8A38A425}"/>
              </a:ext>
            </a:extLst>
          </p:cNvPr>
          <p:cNvSpPr/>
          <p:nvPr/>
        </p:nvSpPr>
        <p:spPr>
          <a:xfrm>
            <a:off x="4405326" y="450600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1585482-81BD-44BE-9827-52F3F0FD6A4D}"/>
              </a:ext>
            </a:extLst>
          </p:cNvPr>
          <p:cNvSpPr/>
          <p:nvPr/>
        </p:nvSpPr>
        <p:spPr>
          <a:xfrm>
            <a:off x="1540776" y="4257997"/>
            <a:ext cx="144000" cy="14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D1C53A7-3336-4769-8C45-6B826078A069}"/>
              </a:ext>
            </a:extLst>
          </p:cNvPr>
          <p:cNvSpPr/>
          <p:nvPr/>
        </p:nvSpPr>
        <p:spPr>
          <a:xfrm>
            <a:off x="4413098" y="4228939"/>
            <a:ext cx="144000" cy="14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C0C4B-0FED-4382-9290-8D70595DF379}"/>
              </a:ext>
            </a:extLst>
          </p:cNvPr>
          <p:cNvSpPr txBox="1"/>
          <p:nvPr/>
        </p:nvSpPr>
        <p:spPr>
          <a:xfrm>
            <a:off x="1081377" y="4312415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9BA1A87-31BF-4EF6-AE6F-C8D38523CA4A}"/>
              </a:ext>
            </a:extLst>
          </p:cNvPr>
          <p:cNvSpPr/>
          <p:nvPr/>
        </p:nvSpPr>
        <p:spPr>
          <a:xfrm>
            <a:off x="5586828" y="3765196"/>
            <a:ext cx="631724" cy="631724"/>
          </a:xfrm>
          <a:prstGeom prst="arc">
            <a:avLst>
              <a:gd name="adj1" fmla="val 18006079"/>
              <a:gd name="adj2" fmla="val 3142430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A0935B-B1DA-4460-B203-193B1D9EF846}"/>
              </a:ext>
            </a:extLst>
          </p:cNvPr>
          <p:cNvSpPr txBox="1"/>
          <p:nvPr/>
        </p:nvSpPr>
        <p:spPr>
          <a:xfrm>
            <a:off x="3941702" y="3536851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EC1A81-BE97-436A-842D-695ABCB69669}"/>
              </a:ext>
            </a:extLst>
          </p:cNvPr>
          <p:cNvSpPr txBox="1"/>
          <p:nvPr/>
        </p:nvSpPr>
        <p:spPr>
          <a:xfrm>
            <a:off x="4439223" y="4706865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6C77AD-2E18-4CAA-A4D9-E982C5638258}"/>
              </a:ext>
            </a:extLst>
          </p:cNvPr>
          <p:cNvSpPr txBox="1"/>
          <p:nvPr/>
        </p:nvSpPr>
        <p:spPr>
          <a:xfrm>
            <a:off x="2346421" y="4532803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A34BC09-E066-4541-AD2A-644BA21C410E}"/>
              </a:ext>
            </a:extLst>
          </p:cNvPr>
          <p:cNvCxnSpPr>
            <a:cxnSpLocks/>
            <a:stCxn id="78" idx="3"/>
            <a:endCxn id="55" idx="3"/>
          </p:cNvCxnSpPr>
          <p:nvPr/>
        </p:nvCxnSpPr>
        <p:spPr>
          <a:xfrm flipV="1">
            <a:off x="2827643" y="4351851"/>
            <a:ext cx="1606543" cy="473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Chiều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=0,25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±0,014</m:t>
                      </m:r>
                      <m: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≤1,5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×0,014</m:t>
                        </m:r>
                      </m:num>
                      <m:den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0,25</m:t>
                        </m:r>
                      </m:den>
                    </m:f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≈11%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516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07DCEB2-DFB1-4D9B-A0F6-6A69514E90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722" y="103358"/>
                <a:ext cx="7092690" cy="1535486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4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4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4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07DCEB2-DFB1-4D9B-A0F6-6A69514E9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22" y="103358"/>
                <a:ext cx="7092690" cy="1535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-10952" y="1673359"/>
                <a:ext cx="230109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952" y="1673359"/>
                <a:ext cx="2301096" cy="1077218"/>
              </a:xfrm>
              <a:prstGeom prst="rect">
                <a:avLst/>
              </a:prstGeom>
              <a:blipFill>
                <a:blip r:embed="rId5"/>
                <a:stretch>
                  <a:fillRect l="-5026" t="-7955" r="-4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7E0274E-53A4-46C6-9450-544B0EB4C399}"/>
                  </a:ext>
                </a:extLst>
              </p:cNvPr>
              <p:cNvSpPr txBox="1"/>
              <p:nvPr/>
            </p:nvSpPr>
            <p:spPr>
              <a:xfrm>
                <a:off x="3647835" y="1658918"/>
                <a:ext cx="38779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7E0274E-53A4-46C6-9450-544B0EB4C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835" y="1658918"/>
                <a:ext cx="3877985" cy="584775"/>
              </a:xfrm>
              <a:prstGeom prst="rect">
                <a:avLst/>
              </a:prstGeom>
              <a:blipFill>
                <a:blip r:embed="rId6"/>
                <a:stretch>
                  <a:fillRect l="-3925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2"/>
            <a:endCxn id="46" idx="1"/>
          </p:cNvCxnSpPr>
          <p:nvPr/>
        </p:nvCxnSpPr>
        <p:spPr>
          <a:xfrm>
            <a:off x="1139596" y="2750577"/>
            <a:ext cx="894946" cy="5694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87CBFB-D94B-4C11-BA60-BC4696DC3D14}"/>
              </a:ext>
            </a:extLst>
          </p:cNvPr>
          <p:cNvCxnSpPr>
            <a:cxnSpLocks/>
            <a:stCxn id="80" idx="2"/>
            <a:endCxn id="51" idx="7"/>
          </p:cNvCxnSpPr>
          <p:nvPr/>
        </p:nvCxnSpPr>
        <p:spPr>
          <a:xfrm flipH="1">
            <a:off x="4694348" y="2243693"/>
            <a:ext cx="892480" cy="19004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7D7D740-37AB-4D6D-917D-E43398C40566}"/>
                  </a:ext>
                </a:extLst>
              </p:cNvPr>
              <p:cNvSpPr txBox="1"/>
              <p:nvPr/>
            </p:nvSpPr>
            <p:spPr>
              <a:xfrm>
                <a:off x="6179443" y="3724252"/>
                <a:ext cx="15029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0,014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7D7D740-37AB-4D6D-917D-E43398C40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443" y="3724252"/>
                <a:ext cx="150291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30222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3133102"/>
                <a:ext cx="10772775" cy="206357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i="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3133102"/>
                <a:ext cx="10772775" cy="2063578"/>
              </a:xfrm>
              <a:prstGeom prst="rect">
                <a:avLst/>
              </a:prstGeom>
              <a:blipFill>
                <a:blip r:embed="rId3"/>
                <a:stretch>
                  <a:fillRect l="-1244" r="-1414" b="-94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23181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03" y="1774410"/>
                <a:ext cx="10772775" cy="35394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03" y="1774410"/>
                <a:ext cx="10772775" cy="3539430"/>
              </a:xfrm>
              <a:prstGeom prst="rect">
                <a:avLst/>
              </a:prstGeom>
              <a:blipFill>
                <a:blip r:embed="rId3"/>
                <a:stretch>
                  <a:fillRect l="-1244" t="-1893" b="-49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AB257F-37C5-4574-98D3-93FF9478C6F9}"/>
                  </a:ext>
                </a:extLst>
              </p:cNvPr>
              <p:cNvSpPr txBox="1"/>
              <p:nvPr/>
            </p:nvSpPr>
            <p:spPr>
              <a:xfrm>
                <a:off x="3846252" y="2014800"/>
                <a:ext cx="4499475" cy="109485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AB257F-37C5-4574-98D3-93FF9478C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252" y="2014800"/>
                <a:ext cx="4499475" cy="1094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02CB3A-DA5B-4A04-B9EE-70C86190CB09}"/>
                  </a:ext>
                </a:extLst>
              </p:cNvPr>
              <p:cNvSpPr txBox="1"/>
              <p:nvPr/>
            </p:nvSpPr>
            <p:spPr>
              <a:xfrm>
                <a:off x="4364705" y="4215911"/>
                <a:ext cx="3462568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02CB3A-DA5B-4A04-B9EE-70C86190C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705" y="4215911"/>
                <a:ext cx="346256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08CA77-49D9-4D3C-8488-D4218EE82638}"/>
                  </a:ext>
                </a:extLst>
              </p:cNvPr>
              <p:cNvSpPr txBox="1"/>
              <p:nvPr/>
            </p:nvSpPr>
            <p:spPr>
              <a:xfrm>
                <a:off x="4769439" y="5313840"/>
                <a:ext cx="2653099" cy="1097929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08CA77-49D9-4D3C-8488-D4218EE82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439" y="5313840"/>
                <a:ext cx="2653099" cy="10979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11318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5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682717"/>
                <a:ext cx="10772775" cy="483209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lệch tần số, hệ số sóng đứng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trên đường dây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vượt qua giá trị 1,5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GB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32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3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≤1,5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682717"/>
                <a:ext cx="10772775" cy="4832092"/>
              </a:xfrm>
              <a:prstGeom prst="rect">
                <a:avLst/>
              </a:prstGeom>
              <a:blipFill>
                <a:blip r:embed="rId3"/>
                <a:stretch>
                  <a:fillRect l="-1244" t="-1387" r="-1414" b="-3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09028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344D0B1-F93D-47E5-B77D-143ABFA4DE21}"/>
              </a:ext>
            </a:extLst>
          </p:cNvPr>
          <p:cNvCxnSpPr>
            <a:cxnSpLocks/>
          </p:cNvCxnSpPr>
          <p:nvPr/>
        </p:nvCxnSpPr>
        <p:spPr>
          <a:xfrm rot="1860000" flipH="1" flipV="1">
            <a:off x="2800253" y="5237709"/>
            <a:ext cx="3589396" cy="13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C6CD4D-2913-45CE-A7FD-7B17AC605866}"/>
              </a:ext>
            </a:extLst>
          </p:cNvPr>
          <p:cNvCxnSpPr>
            <a:cxnSpLocks/>
          </p:cNvCxnSpPr>
          <p:nvPr/>
        </p:nvCxnSpPr>
        <p:spPr>
          <a:xfrm rot="-1860000" flipH="1" flipV="1">
            <a:off x="2793370" y="3343416"/>
            <a:ext cx="3794348" cy="15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3177752-8EBB-46A2-A775-D8D619A3C8F7}"/>
              </a:ext>
            </a:extLst>
          </p:cNvPr>
          <p:cNvSpPr/>
          <p:nvPr/>
        </p:nvSpPr>
        <p:spPr>
          <a:xfrm>
            <a:off x="896725" y="2157579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EF30228-CE72-4392-B0C9-9727244DFB0A}"/>
              </a:ext>
            </a:extLst>
          </p:cNvPr>
          <p:cNvSpPr/>
          <p:nvPr/>
        </p:nvSpPr>
        <p:spPr>
          <a:xfrm>
            <a:off x="2338544" y="3623511"/>
            <a:ext cx="1440000" cy="1440000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6EF2442-496B-48BA-B31B-C3C5D5714AE2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896725" y="4317579"/>
            <a:ext cx="5399144" cy="12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0F36616-3E1F-48B4-B677-EBFC3ED83837}"/>
              </a:ext>
            </a:extLst>
          </p:cNvPr>
          <p:cNvCxnSpPr>
            <a:cxnSpLocks/>
            <a:stCxn id="45" idx="0"/>
            <a:endCxn id="45" idx="4"/>
          </p:cNvCxnSpPr>
          <p:nvPr/>
        </p:nvCxnSpPr>
        <p:spPr>
          <a:xfrm>
            <a:off x="3056725" y="2157579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267B756-1F32-481C-9B76-2431E4FEE238}"/>
              </a:ext>
            </a:extLst>
          </p:cNvPr>
          <p:cNvSpPr/>
          <p:nvPr/>
        </p:nvSpPr>
        <p:spPr>
          <a:xfrm>
            <a:off x="3454739" y="3938187"/>
            <a:ext cx="770400" cy="77040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3563A25-70DB-4247-B69F-4AE6864B0BA4}"/>
              </a:ext>
            </a:extLst>
          </p:cNvPr>
          <p:cNvSpPr/>
          <p:nvPr/>
        </p:nvSpPr>
        <p:spPr>
          <a:xfrm>
            <a:off x="3579445" y="390747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6C9B647-A21C-4013-9F1C-197F8A38A425}"/>
              </a:ext>
            </a:extLst>
          </p:cNvPr>
          <p:cNvSpPr/>
          <p:nvPr/>
        </p:nvSpPr>
        <p:spPr>
          <a:xfrm>
            <a:off x="3612137" y="460948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D1C53A7-3336-4769-8C45-6B826078A069}"/>
              </a:ext>
            </a:extLst>
          </p:cNvPr>
          <p:cNvSpPr/>
          <p:nvPr/>
        </p:nvSpPr>
        <p:spPr>
          <a:xfrm>
            <a:off x="3716321" y="4251980"/>
            <a:ext cx="144000" cy="14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C0C4B-0FED-4382-9290-8D70595DF379}"/>
              </a:ext>
            </a:extLst>
          </p:cNvPr>
          <p:cNvSpPr txBox="1"/>
          <p:nvPr/>
        </p:nvSpPr>
        <p:spPr>
          <a:xfrm>
            <a:off x="1904534" y="4224502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9BA1A87-31BF-4EF6-AE6F-C8D38523CA4A}"/>
              </a:ext>
            </a:extLst>
          </p:cNvPr>
          <p:cNvSpPr/>
          <p:nvPr/>
        </p:nvSpPr>
        <p:spPr>
          <a:xfrm>
            <a:off x="4306059" y="2685783"/>
            <a:ext cx="1800000" cy="1800000"/>
          </a:xfrm>
          <a:prstGeom prst="arc">
            <a:avLst>
              <a:gd name="adj1" fmla="val 18006079"/>
              <a:gd name="adj2" fmla="val 3142430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A0935B-B1DA-4460-B203-193B1D9EF846}"/>
              </a:ext>
            </a:extLst>
          </p:cNvPr>
          <p:cNvSpPr txBox="1"/>
          <p:nvPr/>
        </p:nvSpPr>
        <p:spPr>
          <a:xfrm>
            <a:off x="3478891" y="3415809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EC1A81-BE97-436A-842D-695ABCB69669}"/>
              </a:ext>
            </a:extLst>
          </p:cNvPr>
          <p:cNvSpPr txBox="1"/>
          <p:nvPr/>
        </p:nvSpPr>
        <p:spPr>
          <a:xfrm>
            <a:off x="3533892" y="4718689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6C77AD-2E18-4CAA-A4D9-E982C5638258}"/>
              </a:ext>
            </a:extLst>
          </p:cNvPr>
          <p:cNvSpPr txBox="1"/>
          <p:nvPr/>
        </p:nvSpPr>
        <p:spPr>
          <a:xfrm>
            <a:off x="2173854" y="5139818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A34BC09-E066-4541-AD2A-644BA21C410E}"/>
              </a:ext>
            </a:extLst>
          </p:cNvPr>
          <p:cNvCxnSpPr>
            <a:cxnSpLocks/>
            <a:stCxn id="78" idx="3"/>
            <a:endCxn id="55" idx="3"/>
          </p:cNvCxnSpPr>
          <p:nvPr/>
        </p:nvCxnSpPr>
        <p:spPr>
          <a:xfrm flipV="1">
            <a:off x="2655076" y="4374892"/>
            <a:ext cx="1082333" cy="10573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=0,25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±0,044</m:t>
                      </m:r>
                      <m: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≤1,5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×0,0</m:t>
                        </m:r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0,25</m:t>
                        </m:r>
                      </m:den>
                    </m:f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≈35%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516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07DCEB2-DFB1-4D9B-A0F6-6A69514E90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722" y="103358"/>
                <a:ext cx="7092690" cy="1535486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4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4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4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4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4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07DCEB2-DFB1-4D9B-A0F6-6A69514E9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22" y="103358"/>
                <a:ext cx="7092690" cy="1535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-25020" y="1673359"/>
                <a:ext cx="230109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020" y="1673359"/>
                <a:ext cx="2301096" cy="1077218"/>
              </a:xfrm>
              <a:prstGeom prst="rect">
                <a:avLst/>
              </a:prstGeom>
              <a:blipFill>
                <a:blip r:embed="rId5"/>
                <a:stretch>
                  <a:fillRect l="-5305" t="-7955" r="-4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7E0274E-53A4-46C6-9450-544B0EB4C399}"/>
                  </a:ext>
                </a:extLst>
              </p:cNvPr>
              <p:cNvSpPr txBox="1"/>
              <p:nvPr/>
            </p:nvSpPr>
            <p:spPr>
              <a:xfrm>
                <a:off x="3647835" y="1658918"/>
                <a:ext cx="38779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7E0274E-53A4-46C6-9450-544B0EB4C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835" y="1658918"/>
                <a:ext cx="3877985" cy="584775"/>
              </a:xfrm>
              <a:prstGeom prst="rect">
                <a:avLst/>
              </a:prstGeom>
              <a:blipFill>
                <a:blip r:embed="rId6"/>
                <a:stretch>
                  <a:fillRect l="-3925" t="-1562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2"/>
            <a:endCxn id="46" idx="1"/>
          </p:cNvCxnSpPr>
          <p:nvPr/>
        </p:nvCxnSpPr>
        <p:spPr>
          <a:xfrm>
            <a:off x="1125528" y="2750577"/>
            <a:ext cx="1423899" cy="10838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C87CBFB-D94B-4C11-BA60-BC4696DC3D14}"/>
              </a:ext>
            </a:extLst>
          </p:cNvPr>
          <p:cNvCxnSpPr>
            <a:cxnSpLocks/>
            <a:stCxn id="80" idx="2"/>
            <a:endCxn id="51" idx="7"/>
          </p:cNvCxnSpPr>
          <p:nvPr/>
        </p:nvCxnSpPr>
        <p:spPr>
          <a:xfrm flipH="1">
            <a:off x="4112317" y="2243693"/>
            <a:ext cx="1474511" cy="1807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7D7D740-37AB-4D6D-917D-E43398C40566}"/>
                  </a:ext>
                </a:extLst>
              </p:cNvPr>
              <p:cNvSpPr txBox="1"/>
              <p:nvPr/>
            </p:nvSpPr>
            <p:spPr>
              <a:xfrm>
                <a:off x="6013210" y="3192542"/>
                <a:ext cx="15029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0,0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7D7D740-37AB-4D6D-917D-E43398C40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10" y="3192542"/>
                <a:ext cx="150291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>
            <a:extLst>
              <a:ext uri="{FF2B5EF4-FFF2-40B4-BE49-F238E27FC236}">
                <a16:creationId xmlns:a16="http://schemas.microsoft.com/office/drawing/2014/main" id="{F1585482-81BD-44BE-9827-52F3F0FD6A4D}"/>
              </a:ext>
            </a:extLst>
          </p:cNvPr>
          <p:cNvSpPr/>
          <p:nvPr/>
        </p:nvSpPr>
        <p:spPr>
          <a:xfrm>
            <a:off x="2282664" y="4242343"/>
            <a:ext cx="144000" cy="14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19152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solidFill>
                <a:srgbClr val="8AE2C7"/>
              </a:solidFill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5400" kern="1200" spc="-12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ctr"/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a.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Dùng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đoạn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dây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chiều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GB" sz="54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dài</a:t>
                </a:r>
                <a:r>
                  <a:rPr lang="en-GB" sz="5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5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5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/4</m:t>
                    </m:r>
                  </m:oMath>
                </a14:m>
                <a:endParaRPr lang="en-GB" sz="5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552CF5C-E9CE-4193-B73E-C2343012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19920"/>
                <a:ext cx="10772775" cy="15140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529937"/>
                <a:ext cx="10772775" cy="31376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sub>
                        </m:sSub>
                      </m:den>
                    </m:f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</m:sub>
                    </m:sSub>
                    <m:r>
                      <a:rPr lang="en-GB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529937"/>
                <a:ext cx="10772775" cy="3137654"/>
              </a:xfrm>
              <a:prstGeom prst="rect">
                <a:avLst/>
              </a:prstGeom>
              <a:blipFill>
                <a:blip r:embed="rId3"/>
                <a:stretch>
                  <a:fillRect l="-1244" t="-2136" r="-1414" b="-5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151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chiều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dài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bất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kỳ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012763"/>
                <a:ext cx="10772775" cy="430425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 pháp dùng đoạn dây chiều dài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 phối hợp trở kháng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 chỉ được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 dụng cho trường hợp tải là điện trở (số thực).</a:t>
                </a:r>
                <a:endParaRPr lang="en-GB" sz="3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phức, ta xét phương pháp dùng đoạn dây phối hợp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b="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 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ậy phương pháp dùng đoạn dây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 tải trở được coi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một trường hợp riêng của phương pháp 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012763"/>
                <a:ext cx="10772775" cy="4304255"/>
              </a:xfrm>
              <a:prstGeom prst="rect">
                <a:avLst/>
              </a:prstGeom>
              <a:blipFill>
                <a:blip r:embed="rId2"/>
                <a:stretch>
                  <a:fillRect l="-1244" r="-1414" b="-42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87299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chiều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dài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bất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kỳ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3753157"/>
                <a:ext cx="10772775" cy="222875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số tỉ lệ của 2 điện trở đặc 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3753157"/>
                <a:ext cx="10772775" cy="2228752"/>
              </a:xfrm>
              <a:prstGeom prst="rect">
                <a:avLst/>
              </a:prstGeom>
              <a:blipFill>
                <a:blip r:embed="rId2"/>
                <a:stretch>
                  <a:fillRect t="-3562" b="-5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D74CB913-A50F-4458-BEC9-A9A5AEE036BA}"/>
              </a:ext>
            </a:extLst>
          </p:cNvPr>
          <p:cNvGrpSpPr/>
          <p:nvPr/>
        </p:nvGrpSpPr>
        <p:grpSpPr>
          <a:xfrm>
            <a:off x="3670482" y="2034977"/>
            <a:ext cx="4851032" cy="1471018"/>
            <a:chOff x="4171000" y="3735509"/>
            <a:chExt cx="4851032" cy="14710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796BB96-84B0-4C35-8775-8F79F88AE720}"/>
                </a:ext>
              </a:extLst>
            </p:cNvPr>
            <p:cNvGrpSpPr/>
            <p:nvPr/>
          </p:nvGrpSpPr>
          <p:grpSpPr>
            <a:xfrm>
              <a:off x="4171000" y="3735509"/>
              <a:ext cx="4851032" cy="1471018"/>
              <a:chOff x="3318516" y="5366476"/>
              <a:chExt cx="4851032" cy="147101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4C95629-87E1-413C-9126-941AA0911534}"/>
                  </a:ext>
                </a:extLst>
              </p:cNvPr>
              <p:cNvGrpSpPr/>
              <p:nvPr/>
            </p:nvGrpSpPr>
            <p:grpSpPr>
              <a:xfrm>
                <a:off x="3575114" y="5366476"/>
                <a:ext cx="3770147" cy="1351614"/>
                <a:chOff x="3575114" y="5216576"/>
                <a:chExt cx="3770147" cy="1351614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82DF3C16-EEC9-4BD0-A956-58C8AA33D40C}"/>
                    </a:ext>
                  </a:extLst>
                </p:cNvPr>
                <p:cNvGrpSpPr/>
                <p:nvPr/>
              </p:nvGrpSpPr>
              <p:grpSpPr>
                <a:xfrm>
                  <a:off x="4886794" y="5216576"/>
                  <a:ext cx="1888760" cy="119922"/>
                  <a:chOff x="4886794" y="5216576"/>
                  <a:chExt cx="1888760" cy="119922"/>
                </a:xfrm>
              </p:grpSpPr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893F5DF2-3BA4-4CA4-BCA3-512004811314}"/>
                      </a:ext>
                    </a:extLst>
                  </p:cNvPr>
                  <p:cNvCxnSpPr/>
                  <p:nvPr/>
                </p:nvCxnSpPr>
                <p:spPr>
                  <a:xfrm>
                    <a:off x="5006715" y="5276538"/>
                    <a:ext cx="1648918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2D3839E8-1F2B-48AC-A644-076D447F610B}"/>
                      </a:ext>
                    </a:extLst>
                  </p:cNvPr>
                  <p:cNvSpPr/>
                  <p:nvPr/>
                </p:nvSpPr>
                <p:spPr>
                  <a:xfrm>
                    <a:off x="4886794" y="5216577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E16D6518-B935-4250-B7E5-1053383BFBA7}"/>
                      </a:ext>
                    </a:extLst>
                  </p:cNvPr>
                  <p:cNvSpPr/>
                  <p:nvPr/>
                </p:nvSpPr>
                <p:spPr>
                  <a:xfrm>
                    <a:off x="6655633" y="5216576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72640389-D1A0-4D5B-B00C-13D59371A164}"/>
                    </a:ext>
                  </a:extLst>
                </p:cNvPr>
                <p:cNvGrpSpPr/>
                <p:nvPr/>
              </p:nvGrpSpPr>
              <p:grpSpPr>
                <a:xfrm>
                  <a:off x="4886794" y="6448268"/>
                  <a:ext cx="1888760" cy="119922"/>
                  <a:chOff x="4886794" y="5216576"/>
                  <a:chExt cx="1888760" cy="119922"/>
                </a:xfrm>
              </p:grpSpPr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057E78F1-719C-4E60-A469-21FB544E2EFE}"/>
                      </a:ext>
                    </a:extLst>
                  </p:cNvPr>
                  <p:cNvCxnSpPr/>
                  <p:nvPr/>
                </p:nvCxnSpPr>
                <p:spPr>
                  <a:xfrm>
                    <a:off x="5006715" y="5276538"/>
                    <a:ext cx="1648918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7A7A449-0A8A-4376-93E6-7B1297299A9E}"/>
                      </a:ext>
                    </a:extLst>
                  </p:cNvPr>
                  <p:cNvSpPr/>
                  <p:nvPr/>
                </p:nvSpPr>
                <p:spPr>
                  <a:xfrm>
                    <a:off x="4886794" y="5216577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1097806F-A2BE-48B6-9FBB-A18875DB12F7}"/>
                      </a:ext>
                    </a:extLst>
                  </p:cNvPr>
                  <p:cNvSpPr/>
                  <p:nvPr/>
                </p:nvSpPr>
                <p:spPr>
                  <a:xfrm>
                    <a:off x="6655633" y="5216576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F3A291C0-B162-4C67-9534-C7900317E4AD}"/>
                    </a:ext>
                  </a:extLst>
                </p:cNvPr>
                <p:cNvCxnSpPr>
                  <a:cxnSpLocks/>
                  <a:endCxn id="33" idx="2"/>
                </p:cNvCxnSpPr>
                <p:nvPr/>
              </p:nvCxnSpPr>
              <p:spPr>
                <a:xfrm>
                  <a:off x="3575114" y="5276538"/>
                  <a:ext cx="13116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6F62F08-DB91-4C47-8DD6-AD829350F7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5114" y="6508230"/>
                  <a:ext cx="13116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F7D5CC4-0E34-49E0-B590-FA5B58ADBA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5554" y="5276536"/>
                  <a:ext cx="569707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AF16D79-C9FC-48F9-9639-93D950905C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5554" y="6523216"/>
                  <a:ext cx="569707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C21A16E3-5B3F-4848-AFE0-38587308B3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30107" y="5336488"/>
                      <a:ext cx="655819" cy="6463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vi-VN" sz="32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sz="32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n-GB" sz="3200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C21A16E3-5B3F-4848-AFE0-38587308B3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30107" y="5336488"/>
                      <a:ext cx="655819" cy="64639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8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4EEC8348-27A3-4B63-8E2E-920C945D09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14946" y="5938441"/>
                      <a:ext cx="655819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vi-VN" sz="32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4EEC8348-27A3-4B63-8E2E-920C945D09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14946" y="5938441"/>
                      <a:ext cx="655819" cy="58477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40E9992-4D22-4F09-B587-307F93F4B2C5}"/>
                  </a:ext>
                </a:extLst>
              </p:cNvPr>
              <p:cNvGrpSpPr/>
              <p:nvPr/>
            </p:nvGrpSpPr>
            <p:grpSpPr>
              <a:xfrm>
                <a:off x="4551702" y="5729671"/>
                <a:ext cx="524655" cy="1107823"/>
                <a:chOff x="884420" y="5234341"/>
                <a:chExt cx="524655" cy="1107823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AD5C34AC-C93A-40C4-B95F-525598CE7CCB}"/>
                    </a:ext>
                  </a:extLst>
                </p:cNvPr>
                <p:cNvCxnSpPr/>
                <p:nvPr/>
              </p:nvCxnSpPr>
              <p:spPr>
                <a:xfrm>
                  <a:off x="884420" y="5234341"/>
                  <a:ext cx="0" cy="1107823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FDB2F0D1-5D83-4F37-AFBE-C6BF8B9C22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4420" y="5234341"/>
                  <a:ext cx="524655" cy="0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C064D82-F225-4A0C-98C3-96732A6E1859}"/>
                      </a:ext>
                    </a:extLst>
                  </p:cNvPr>
                  <p:cNvSpPr txBox="1"/>
                  <p:nvPr/>
                </p:nvSpPr>
                <p:spPr>
                  <a:xfrm>
                    <a:off x="3318516" y="5681855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C064D82-F225-4A0C-98C3-96732A6E18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8516" y="5681855"/>
                    <a:ext cx="65581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9F48FC3-7E60-4CD2-860E-B36B77B32D1F}"/>
                      </a:ext>
                    </a:extLst>
                  </p:cNvPr>
                  <p:cNvSpPr txBox="1"/>
                  <p:nvPr/>
                </p:nvSpPr>
                <p:spPr>
                  <a:xfrm>
                    <a:off x="7513729" y="5705355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9F48FC3-7E60-4CD2-860E-B36B77B32D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13729" y="5705355"/>
                    <a:ext cx="655819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62D931B-3139-4B26-B5AE-ED658169F828}"/>
                </a:ext>
              </a:extLst>
            </p:cNvPr>
            <p:cNvSpPr/>
            <p:nvPr/>
          </p:nvSpPr>
          <p:spPr>
            <a:xfrm>
              <a:off x="7986726" y="4015706"/>
              <a:ext cx="407456" cy="798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6810FD-1667-45A4-AB12-2CFFEAF7027F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8190454" y="3795469"/>
              <a:ext cx="0" cy="220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7069A0-5B9D-4AD7-816A-4E96C856CC1C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>
              <a:off x="8190454" y="4814506"/>
              <a:ext cx="7291" cy="2276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636295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chiều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dài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bất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kỳ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3384648"/>
                <a:ext cx="10772775" cy="344408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Mục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đưa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nhìn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ngang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vi-VN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đường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ngang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3384648"/>
                <a:ext cx="10772775" cy="3444084"/>
              </a:xfrm>
              <a:prstGeom prst="rect">
                <a:avLst/>
              </a:prstGeom>
              <a:blipFill>
                <a:blip r:embed="rId2"/>
                <a:stretch>
                  <a:fillRect l="-1244" t="-1947" r="-1414" b="-5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9D0A253E-067D-4B80-BBA5-A77BF046D39E}"/>
              </a:ext>
            </a:extLst>
          </p:cNvPr>
          <p:cNvGrpSpPr/>
          <p:nvPr/>
        </p:nvGrpSpPr>
        <p:grpSpPr>
          <a:xfrm>
            <a:off x="3670482" y="2034977"/>
            <a:ext cx="4851032" cy="1471018"/>
            <a:chOff x="4171000" y="3735509"/>
            <a:chExt cx="4851032" cy="147101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C07ED51-8B76-48C2-B6CF-D4E0A13B988A}"/>
                </a:ext>
              </a:extLst>
            </p:cNvPr>
            <p:cNvGrpSpPr/>
            <p:nvPr/>
          </p:nvGrpSpPr>
          <p:grpSpPr>
            <a:xfrm>
              <a:off x="4171000" y="3735509"/>
              <a:ext cx="4851032" cy="1471018"/>
              <a:chOff x="3318516" y="5366476"/>
              <a:chExt cx="4851032" cy="147101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84ECCFE2-64D8-4964-BF4B-093C6ED38929}"/>
                  </a:ext>
                </a:extLst>
              </p:cNvPr>
              <p:cNvGrpSpPr/>
              <p:nvPr/>
            </p:nvGrpSpPr>
            <p:grpSpPr>
              <a:xfrm>
                <a:off x="3575114" y="5366476"/>
                <a:ext cx="3770147" cy="1351614"/>
                <a:chOff x="3575114" y="5216576"/>
                <a:chExt cx="3770147" cy="1351614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450CAD24-0451-4CFC-9AE0-AF4B3B5B42EE}"/>
                    </a:ext>
                  </a:extLst>
                </p:cNvPr>
                <p:cNvGrpSpPr/>
                <p:nvPr/>
              </p:nvGrpSpPr>
              <p:grpSpPr>
                <a:xfrm>
                  <a:off x="4886794" y="5216576"/>
                  <a:ext cx="1888760" cy="119922"/>
                  <a:chOff x="4886794" y="5216576"/>
                  <a:chExt cx="1888760" cy="119922"/>
                </a:xfrm>
              </p:grpSpPr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2837BE38-9970-4A60-B063-9C9019690993}"/>
                      </a:ext>
                    </a:extLst>
                  </p:cNvPr>
                  <p:cNvCxnSpPr/>
                  <p:nvPr/>
                </p:nvCxnSpPr>
                <p:spPr>
                  <a:xfrm>
                    <a:off x="5006715" y="5276538"/>
                    <a:ext cx="1648918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F5554DB9-EA8D-490C-BF17-B21A63DBDF7C}"/>
                      </a:ext>
                    </a:extLst>
                  </p:cNvPr>
                  <p:cNvSpPr/>
                  <p:nvPr/>
                </p:nvSpPr>
                <p:spPr>
                  <a:xfrm>
                    <a:off x="4886794" y="5216577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B8AC020D-FBCD-4E09-8BEF-5221AE9C2511}"/>
                      </a:ext>
                    </a:extLst>
                  </p:cNvPr>
                  <p:cNvSpPr/>
                  <p:nvPr/>
                </p:nvSpPr>
                <p:spPr>
                  <a:xfrm>
                    <a:off x="6655633" y="5216576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9BA00F2C-A3E1-475D-B165-D08665B50FA1}"/>
                    </a:ext>
                  </a:extLst>
                </p:cNvPr>
                <p:cNvGrpSpPr/>
                <p:nvPr/>
              </p:nvGrpSpPr>
              <p:grpSpPr>
                <a:xfrm>
                  <a:off x="4886794" y="6448268"/>
                  <a:ext cx="1888760" cy="119922"/>
                  <a:chOff x="4886794" y="5216576"/>
                  <a:chExt cx="1888760" cy="119922"/>
                </a:xfrm>
              </p:grpSpPr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4A0340C9-CA9A-4D2E-88BC-EA132CE8DE7D}"/>
                      </a:ext>
                    </a:extLst>
                  </p:cNvPr>
                  <p:cNvCxnSpPr/>
                  <p:nvPr/>
                </p:nvCxnSpPr>
                <p:spPr>
                  <a:xfrm>
                    <a:off x="5006715" y="5276538"/>
                    <a:ext cx="1648918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ADDC575D-2701-4A26-8D88-B6FA093F7426}"/>
                      </a:ext>
                    </a:extLst>
                  </p:cNvPr>
                  <p:cNvSpPr/>
                  <p:nvPr/>
                </p:nvSpPr>
                <p:spPr>
                  <a:xfrm>
                    <a:off x="4886794" y="5216577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B04D0A8F-C770-4A06-8347-37BE024F9C73}"/>
                      </a:ext>
                    </a:extLst>
                  </p:cNvPr>
                  <p:cNvSpPr/>
                  <p:nvPr/>
                </p:nvSpPr>
                <p:spPr>
                  <a:xfrm>
                    <a:off x="6655633" y="5216576"/>
                    <a:ext cx="119921" cy="119921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F7F15246-E4E6-4F39-993B-59EF1E0E29E8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>
                  <a:off x="3575114" y="5276538"/>
                  <a:ext cx="13116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5EC2805B-40B5-4E10-87A2-BA523E635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75114" y="6508230"/>
                  <a:ext cx="131168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95EE3B65-6A86-4E02-AD1B-7631BEA0B5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5554" y="5276536"/>
                  <a:ext cx="569707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7893CCE3-10A4-4B33-AB80-A120A5C3B7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5554" y="6523216"/>
                  <a:ext cx="569707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F8715C07-A91B-4355-B630-0885815F98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30107" y="5336488"/>
                      <a:ext cx="655819" cy="6463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vi-VN" sz="32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sz="32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3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n-GB" sz="3200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F8715C07-A91B-4355-B630-0885815F98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30107" y="5336488"/>
                      <a:ext cx="655819" cy="64639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8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E8F6B826-25A3-4F6E-B15F-8737EF1454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14946" y="5938441"/>
                      <a:ext cx="655819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vi-VN" sz="32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3200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E8F6B826-25A3-4F6E-B15F-8737EF1454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14946" y="5938441"/>
                      <a:ext cx="655819" cy="58477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978D1D4-71CE-4D4C-9D30-28BC3237B61F}"/>
                  </a:ext>
                </a:extLst>
              </p:cNvPr>
              <p:cNvGrpSpPr/>
              <p:nvPr/>
            </p:nvGrpSpPr>
            <p:grpSpPr>
              <a:xfrm>
                <a:off x="4551702" y="5729671"/>
                <a:ext cx="524655" cy="1107823"/>
                <a:chOff x="884420" y="5234341"/>
                <a:chExt cx="524655" cy="1107823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5C7FA748-D16A-4DAE-8045-8B771F44D79B}"/>
                    </a:ext>
                  </a:extLst>
                </p:cNvPr>
                <p:cNvCxnSpPr/>
                <p:nvPr/>
              </p:nvCxnSpPr>
              <p:spPr>
                <a:xfrm>
                  <a:off x="884420" y="5234341"/>
                  <a:ext cx="0" cy="1107823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99AFCF6D-5F7D-43FD-A2C5-BCDA43B9F3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4420" y="5234341"/>
                  <a:ext cx="524655" cy="0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BF082C84-C081-4A1A-9999-9D209DAC35A6}"/>
                      </a:ext>
                    </a:extLst>
                  </p:cNvPr>
                  <p:cNvSpPr txBox="1"/>
                  <p:nvPr/>
                </p:nvSpPr>
                <p:spPr>
                  <a:xfrm>
                    <a:off x="3318516" y="5681855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BF082C84-C081-4A1A-9999-9D209DAC35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8516" y="5681855"/>
                    <a:ext cx="65581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DB6068E1-BB02-4222-9F1C-2D744783F598}"/>
                      </a:ext>
                    </a:extLst>
                  </p:cNvPr>
                  <p:cNvSpPr txBox="1"/>
                  <p:nvPr/>
                </p:nvSpPr>
                <p:spPr>
                  <a:xfrm>
                    <a:off x="7513729" y="5705355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DB6068E1-BB02-4222-9F1C-2D744783F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13729" y="5705355"/>
                    <a:ext cx="655819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E38C7CE-0D32-46B1-8569-5CA91A0DECDD}"/>
                </a:ext>
              </a:extLst>
            </p:cNvPr>
            <p:cNvSpPr/>
            <p:nvPr/>
          </p:nvSpPr>
          <p:spPr>
            <a:xfrm>
              <a:off x="7986726" y="4015706"/>
              <a:ext cx="407456" cy="798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37E565-C401-457B-AB1B-9026AF45AC1F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8190454" y="3795469"/>
              <a:ext cx="0" cy="22023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8D32D2B-9DB7-4220-991E-F4039E5EC887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>
              <a:off x="8190454" y="4814506"/>
              <a:ext cx="7291" cy="2276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320704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1D9FF60-DF64-43E9-A4CD-AC1AC8CCFF7F}"/>
              </a:ext>
            </a:extLst>
          </p:cNvPr>
          <p:cNvGrpSpPr/>
          <p:nvPr/>
        </p:nvGrpSpPr>
        <p:grpSpPr>
          <a:xfrm>
            <a:off x="1416456" y="1918743"/>
            <a:ext cx="4924615" cy="4908194"/>
            <a:chOff x="1416456" y="1918743"/>
            <a:chExt cx="4924615" cy="49081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F00603B-91A7-47A9-961E-02E09D7D5738}"/>
                    </a:ext>
                  </a:extLst>
                </p:cNvPr>
                <p:cNvSpPr txBox="1"/>
                <p:nvPr/>
              </p:nvSpPr>
              <p:spPr>
                <a:xfrm>
                  <a:off x="1416456" y="1918743"/>
                  <a:ext cx="4924615" cy="4908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>
                      <a:gd name="adj" fmla="val 10849885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Đồ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thị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Smith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chuẩn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hóa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theo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endPara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F00603B-91A7-47A9-961E-02E09D7D5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456" y="1918743"/>
                  <a:ext cx="4924615" cy="4908194"/>
                </a:xfrm>
                <a:prstGeom prst="rect">
                  <a:avLst/>
                </a:prstGeom>
                <a:blipFill>
                  <a:blip r:embed="rId3"/>
                  <a:stretch>
                    <a:fillRect t="-5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8A52EF8-6F68-4F9D-AADC-57FBFFCFB618}"/>
                </a:ext>
              </a:extLst>
            </p:cNvPr>
            <p:cNvSpPr/>
            <p:nvPr/>
          </p:nvSpPr>
          <p:spPr>
            <a:xfrm>
              <a:off x="3830146" y="3282845"/>
              <a:ext cx="2160000" cy="2160000"/>
            </a:xfrm>
            <a:prstGeom prst="ellipse">
              <a:avLst/>
            </a:prstGeom>
            <a:noFill/>
            <a:ln w="127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Giả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&gt;1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blipFill>
                <a:blip r:embed="rId5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/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blipFill>
                <a:blip r:embed="rId6"/>
                <a:stretch>
                  <a:fillRect l="-7008" t="-7910" r="-4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EB8D827-9A28-4CDE-B4DC-DCC47DB189C2}"/>
              </a:ext>
            </a:extLst>
          </p:cNvPr>
          <p:cNvGrpSpPr/>
          <p:nvPr/>
        </p:nvGrpSpPr>
        <p:grpSpPr>
          <a:xfrm>
            <a:off x="1661649" y="2202263"/>
            <a:ext cx="4320000" cy="4320000"/>
            <a:chOff x="896725" y="2157579"/>
            <a:chExt cx="4320000" cy="432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3177752-8EBB-46A2-A775-D8D619A3C8F7}"/>
                </a:ext>
              </a:extLst>
            </p:cNvPr>
            <p:cNvSpPr/>
            <p:nvPr/>
          </p:nvSpPr>
          <p:spPr>
            <a:xfrm>
              <a:off x="896725" y="2157579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EF30228-CE72-4392-B0C9-9727244DFB0A}"/>
                </a:ext>
              </a:extLst>
            </p:cNvPr>
            <p:cNvSpPr/>
            <p:nvPr/>
          </p:nvSpPr>
          <p:spPr>
            <a:xfrm>
              <a:off x="3079754" y="3643485"/>
              <a:ext cx="1368000" cy="1368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6EF2442-496B-48BA-B31B-C3C5D5714AE2}"/>
                </a:ext>
              </a:extLst>
            </p:cNvPr>
            <p:cNvCxnSpPr>
              <a:cxnSpLocks/>
              <a:stCxn id="45" idx="2"/>
              <a:endCxn id="45" idx="6"/>
            </p:cNvCxnSpPr>
            <p:nvPr/>
          </p:nvCxnSpPr>
          <p:spPr>
            <a:xfrm>
              <a:off x="896725" y="4317579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F36616-3E1F-48B4-B677-EBFC3ED83837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3056725" y="2157579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1C53A7-3336-4769-8C45-6B826078A069}"/>
                </a:ext>
              </a:extLst>
            </p:cNvPr>
            <p:cNvSpPr/>
            <p:nvPr/>
          </p:nvSpPr>
          <p:spPr>
            <a:xfrm>
              <a:off x="4089244" y="4811752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/>
                <p:nvPr/>
              </p:nvSpPr>
              <p:spPr>
                <a:xfrm>
                  <a:off x="4004023" y="4760041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4023" y="4760041"/>
                  <a:ext cx="664605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4"/>
          </p:cNvCxnSpPr>
          <p:nvPr/>
        </p:nvCxnSpPr>
        <p:spPr>
          <a:xfrm flipV="1">
            <a:off x="1461426" y="5056169"/>
            <a:ext cx="3067252" cy="10313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5135C9-83A3-48AF-AB31-78C6E98FEAC6}"/>
              </a:ext>
            </a:extLst>
          </p:cNvPr>
          <p:cNvCxnSpPr>
            <a:cxnSpLocks/>
            <a:stCxn id="25" idx="0"/>
            <a:endCxn id="23" idx="5"/>
          </p:cNvCxnSpPr>
          <p:nvPr/>
        </p:nvCxnSpPr>
        <p:spPr>
          <a:xfrm flipH="1" flipV="1">
            <a:off x="5673821" y="5126520"/>
            <a:ext cx="834543" cy="5723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35355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1D9FF60-DF64-43E9-A4CD-AC1AC8CCFF7F}"/>
              </a:ext>
            </a:extLst>
          </p:cNvPr>
          <p:cNvGrpSpPr/>
          <p:nvPr/>
        </p:nvGrpSpPr>
        <p:grpSpPr>
          <a:xfrm>
            <a:off x="1416456" y="1918743"/>
            <a:ext cx="4924615" cy="4908194"/>
            <a:chOff x="1416456" y="1918743"/>
            <a:chExt cx="4924615" cy="49081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F00603B-91A7-47A9-961E-02E09D7D5738}"/>
                    </a:ext>
                  </a:extLst>
                </p:cNvPr>
                <p:cNvSpPr txBox="1"/>
                <p:nvPr/>
              </p:nvSpPr>
              <p:spPr>
                <a:xfrm>
                  <a:off x="1416456" y="1918743"/>
                  <a:ext cx="4924615" cy="4908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>
                      <a:gd name="adj" fmla="val 10849885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Đồ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thị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Smith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chuẩn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hóa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b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theo</a:t>
                  </a:r>
                  <a:r>
                    <a:rPr lang="en-GB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endPara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F00603B-91A7-47A9-961E-02E09D7D5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456" y="1918743"/>
                  <a:ext cx="4924615" cy="4908194"/>
                </a:xfrm>
                <a:prstGeom prst="rect">
                  <a:avLst/>
                </a:prstGeom>
                <a:blipFill>
                  <a:blip r:embed="rId3"/>
                  <a:stretch>
                    <a:fillRect t="-5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8A52EF8-6F68-4F9D-AADC-57FBFFCFB618}"/>
                </a:ext>
              </a:extLst>
            </p:cNvPr>
            <p:cNvSpPr/>
            <p:nvPr/>
          </p:nvSpPr>
          <p:spPr>
            <a:xfrm>
              <a:off x="3830146" y="3282845"/>
              <a:ext cx="2160000" cy="2160000"/>
            </a:xfrm>
            <a:prstGeom prst="ellipse">
              <a:avLst/>
            </a:prstGeom>
            <a:noFill/>
            <a:ln w="12700"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blipFill>
                <a:blip r:embed="rId5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/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blipFill>
                <a:blip r:embed="rId6"/>
                <a:stretch>
                  <a:fillRect l="-7008" t="-7910" r="-4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EB8D827-9A28-4CDE-B4DC-DCC47DB189C2}"/>
              </a:ext>
            </a:extLst>
          </p:cNvPr>
          <p:cNvGrpSpPr/>
          <p:nvPr/>
        </p:nvGrpSpPr>
        <p:grpSpPr>
          <a:xfrm>
            <a:off x="1661649" y="2202263"/>
            <a:ext cx="4320000" cy="4320000"/>
            <a:chOff x="896725" y="2157579"/>
            <a:chExt cx="4320000" cy="432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3177752-8EBB-46A2-A775-D8D619A3C8F7}"/>
                </a:ext>
              </a:extLst>
            </p:cNvPr>
            <p:cNvSpPr/>
            <p:nvPr/>
          </p:nvSpPr>
          <p:spPr>
            <a:xfrm>
              <a:off x="896725" y="2157579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EF30228-CE72-4392-B0C9-9727244DFB0A}"/>
                </a:ext>
              </a:extLst>
            </p:cNvPr>
            <p:cNvSpPr/>
            <p:nvPr/>
          </p:nvSpPr>
          <p:spPr>
            <a:xfrm>
              <a:off x="3079754" y="3643485"/>
              <a:ext cx="1368000" cy="1368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6EF2442-496B-48BA-B31B-C3C5D5714AE2}"/>
                </a:ext>
              </a:extLst>
            </p:cNvPr>
            <p:cNvCxnSpPr>
              <a:cxnSpLocks/>
              <a:stCxn id="45" idx="2"/>
              <a:endCxn id="45" idx="6"/>
            </p:cNvCxnSpPr>
            <p:nvPr/>
          </p:nvCxnSpPr>
          <p:spPr>
            <a:xfrm>
              <a:off x="896725" y="4317579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F36616-3E1F-48B4-B677-EBFC3ED83837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3056725" y="2157579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1C53A7-3336-4769-8C45-6B826078A069}"/>
                </a:ext>
              </a:extLst>
            </p:cNvPr>
            <p:cNvSpPr/>
            <p:nvPr/>
          </p:nvSpPr>
          <p:spPr>
            <a:xfrm>
              <a:off x="4089244" y="4811752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/>
                <p:nvPr/>
              </p:nvSpPr>
              <p:spPr>
                <a:xfrm>
                  <a:off x="4061704" y="4719097"/>
                  <a:ext cx="6646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1704" y="4719097"/>
                  <a:ext cx="664605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4"/>
          </p:cNvCxnSpPr>
          <p:nvPr/>
        </p:nvCxnSpPr>
        <p:spPr>
          <a:xfrm flipV="1">
            <a:off x="1461426" y="5056169"/>
            <a:ext cx="3067252" cy="10313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5135C9-83A3-48AF-AB31-78C6E98FEAC6}"/>
              </a:ext>
            </a:extLst>
          </p:cNvPr>
          <p:cNvCxnSpPr>
            <a:cxnSpLocks/>
            <a:stCxn id="25" idx="0"/>
            <a:endCxn id="23" idx="5"/>
          </p:cNvCxnSpPr>
          <p:nvPr/>
        </p:nvCxnSpPr>
        <p:spPr>
          <a:xfrm flipH="1" flipV="1">
            <a:off x="5673821" y="5126520"/>
            <a:ext cx="834543" cy="5723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7B5EB5C-D997-4935-B438-C92E963DDE4D}"/>
              </a:ext>
            </a:extLst>
          </p:cNvPr>
          <p:cNvSpPr/>
          <p:nvPr/>
        </p:nvSpPr>
        <p:spPr>
          <a:xfrm>
            <a:off x="3762067" y="430268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F8E6681-591E-4CE8-9451-DBC9D1F7F74F}"/>
              </a:ext>
            </a:extLst>
          </p:cNvPr>
          <p:cNvSpPr/>
          <p:nvPr/>
        </p:nvSpPr>
        <p:spPr>
          <a:xfrm>
            <a:off x="5154992" y="430268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4D540E-A6A7-4C83-9894-2AE90FADC4E4}"/>
                  </a:ext>
                </a:extLst>
              </p:cNvPr>
              <p:cNvSpPr txBox="1"/>
              <p:nvPr/>
            </p:nvSpPr>
            <p:spPr>
              <a:xfrm>
                <a:off x="2796963" y="3740284"/>
                <a:ext cx="10402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4D540E-A6A7-4C83-9894-2AE90FADC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963" y="3740284"/>
                <a:ext cx="1040221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0CEC8A-9C2F-4934-B7C8-E2FD10B894BA}"/>
                  </a:ext>
                </a:extLst>
              </p:cNvPr>
              <p:cNvSpPr txBox="1"/>
              <p:nvPr/>
            </p:nvSpPr>
            <p:spPr>
              <a:xfrm>
                <a:off x="4253395" y="3763289"/>
                <a:ext cx="108420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0CEC8A-9C2F-4934-B7C8-E2FD10B89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395" y="3763289"/>
                <a:ext cx="108420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45786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chiều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dài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bất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kỳ</a:t>
            </a:r>
            <a:endParaRPr lang="en-GB" sz="5400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F0932-320D-4210-B601-6D150CADA81F}"/>
              </a:ext>
            </a:extLst>
          </p:cNvPr>
          <p:cNvSpPr txBox="1"/>
          <p:nvPr/>
        </p:nvSpPr>
        <p:spPr>
          <a:xfrm>
            <a:off x="709611" y="1628162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90488" indent="-90488" algn="just">
              <a:buClr>
                <a:schemeClr val="tx1"/>
              </a:buClr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1DBD30-47EF-4427-A907-0109A920F927}"/>
                  </a:ext>
                </a:extLst>
              </p:cNvPr>
              <p:cNvSpPr txBox="1"/>
              <p:nvPr/>
            </p:nvSpPr>
            <p:spPr>
              <a:xfrm>
                <a:off x="2402209" y="1711761"/>
                <a:ext cx="5348922" cy="110113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1DBD30-47EF-4427-A907-0109A920F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209" y="1711761"/>
                <a:ext cx="5348922" cy="1101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909079-E60B-48FD-96A4-21DAEAAE9C63}"/>
                  </a:ext>
                </a:extLst>
              </p:cNvPr>
              <p:cNvSpPr txBox="1"/>
              <p:nvPr/>
            </p:nvSpPr>
            <p:spPr>
              <a:xfrm>
                <a:off x="2402209" y="2916962"/>
                <a:ext cx="5348922" cy="1137363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909079-E60B-48FD-96A4-21DAEAAE9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209" y="2916962"/>
                <a:ext cx="5348922" cy="1137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847302-1147-4B9C-9078-2245C51E8465}"/>
              </a:ext>
            </a:extLst>
          </p:cNvPr>
          <p:cNvSpPr txBox="1"/>
          <p:nvPr/>
        </p:nvSpPr>
        <p:spPr>
          <a:xfrm>
            <a:off x="7868254" y="1699649"/>
            <a:ext cx="36142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Smith-slide 63-70)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F3AC4-AEA1-4495-B5B2-9B818B3E0A3D}"/>
              </a:ext>
            </a:extLst>
          </p:cNvPr>
          <p:cNvSpPr txBox="1"/>
          <p:nvPr/>
        </p:nvSpPr>
        <p:spPr>
          <a:xfrm>
            <a:off x="709611" y="3985923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90488" indent="-90488" algn="just">
              <a:buClr>
                <a:schemeClr val="tx1"/>
              </a:buClr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F16682-F4B8-4751-9B74-E611AED6B7A0}"/>
                  </a:ext>
                </a:extLst>
              </p:cNvPr>
              <p:cNvSpPr txBox="1"/>
              <p:nvPr/>
            </p:nvSpPr>
            <p:spPr>
              <a:xfrm>
                <a:off x="4308425" y="4148606"/>
                <a:ext cx="3428965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F16682-F4B8-4751-9B74-E611AED6B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425" y="4148606"/>
                <a:ext cx="342896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A8AA5A-57D8-45EC-BF92-69BF06327015}"/>
                  </a:ext>
                </a:extLst>
              </p:cNvPr>
              <p:cNvSpPr txBox="1"/>
              <p:nvPr/>
            </p:nvSpPr>
            <p:spPr>
              <a:xfrm>
                <a:off x="4174763" y="4828248"/>
                <a:ext cx="3576368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A8AA5A-57D8-45EC-BF92-69BF06327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763" y="4828248"/>
                <a:ext cx="357636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0E0DFA3-0C25-4C5B-8723-E0AAD9BA9410}"/>
              </a:ext>
            </a:extLst>
          </p:cNvPr>
          <p:cNvSpPr txBox="1"/>
          <p:nvPr/>
        </p:nvSpPr>
        <p:spPr>
          <a:xfrm>
            <a:off x="709611" y="5332282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90488" indent="-90488" algn="just">
              <a:buClr>
                <a:schemeClr val="tx1"/>
              </a:buClr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7F76-2EE7-4130-9E07-1F99973AA6A4}"/>
                  </a:ext>
                </a:extLst>
              </p:cNvPr>
              <p:cNvSpPr txBox="1"/>
              <p:nvPr/>
            </p:nvSpPr>
            <p:spPr>
              <a:xfrm>
                <a:off x="4656305" y="5969524"/>
                <a:ext cx="2613283" cy="62985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7F76-2EE7-4130-9E07-1F99973AA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305" y="5969524"/>
                <a:ext cx="2613283" cy="6298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77128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6F6C8C-258E-409E-BD29-72E740ECA3B9}"/>
                  </a:ext>
                </a:extLst>
              </p:cNvPr>
              <p:cNvSpPr txBox="1"/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849885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6F6C8C-258E-409E-BD29-72E740ECA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blipFill>
                <a:blip r:embed="rId3"/>
                <a:stretch>
                  <a:fillRect t="-64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Để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blipFill>
                <a:blip r:embed="rId5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EB8D827-9A28-4CDE-B4DC-DCC47DB189C2}"/>
              </a:ext>
            </a:extLst>
          </p:cNvPr>
          <p:cNvGrpSpPr/>
          <p:nvPr/>
        </p:nvGrpSpPr>
        <p:grpSpPr>
          <a:xfrm>
            <a:off x="1661649" y="2202263"/>
            <a:ext cx="4320000" cy="4320000"/>
            <a:chOff x="896725" y="2157579"/>
            <a:chExt cx="4320000" cy="432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3177752-8EBB-46A2-A775-D8D619A3C8F7}"/>
                </a:ext>
              </a:extLst>
            </p:cNvPr>
            <p:cNvSpPr/>
            <p:nvPr/>
          </p:nvSpPr>
          <p:spPr>
            <a:xfrm>
              <a:off x="896725" y="2157579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EF30228-CE72-4392-B0C9-9727244DFB0A}"/>
                </a:ext>
              </a:extLst>
            </p:cNvPr>
            <p:cNvSpPr/>
            <p:nvPr/>
          </p:nvSpPr>
          <p:spPr>
            <a:xfrm>
              <a:off x="1900430" y="3162262"/>
              <a:ext cx="2340000" cy="23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6EF2442-496B-48BA-B31B-C3C5D5714AE2}"/>
                </a:ext>
              </a:extLst>
            </p:cNvPr>
            <p:cNvCxnSpPr>
              <a:cxnSpLocks/>
              <a:stCxn id="45" idx="2"/>
              <a:endCxn id="45" idx="6"/>
            </p:cNvCxnSpPr>
            <p:nvPr/>
          </p:nvCxnSpPr>
          <p:spPr>
            <a:xfrm>
              <a:off x="896725" y="4317579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F36616-3E1F-48B4-B677-EBFC3ED83837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3056725" y="2157579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1C53A7-3336-4769-8C45-6B826078A069}"/>
                </a:ext>
              </a:extLst>
            </p:cNvPr>
            <p:cNvSpPr/>
            <p:nvPr/>
          </p:nvSpPr>
          <p:spPr>
            <a:xfrm>
              <a:off x="3665520" y="5215196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/>
                <p:nvPr/>
              </p:nvSpPr>
              <p:spPr>
                <a:xfrm>
                  <a:off x="3665520" y="5312163"/>
                  <a:ext cx="842154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5520" y="5312163"/>
                  <a:ext cx="842154" cy="6270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3"/>
          </p:cNvCxnSpPr>
          <p:nvPr/>
        </p:nvCxnSpPr>
        <p:spPr>
          <a:xfrm flipV="1">
            <a:off x="1461426" y="5204261"/>
            <a:ext cx="1546613" cy="8832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1409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E13361-DD3E-4970-9750-32551C3295F0}"/>
                  </a:ext>
                </a:extLst>
              </p:cNvPr>
              <p:cNvSpPr txBox="1"/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849885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E13361-DD3E-4970-9750-32551C329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blipFill>
                <a:blip r:embed="rId3"/>
                <a:stretch>
                  <a:fillRect t="-64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4865226" y="6242176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226" y="6242176"/>
                <a:ext cx="2883708" cy="584775"/>
              </a:xfrm>
              <a:prstGeom prst="rect">
                <a:avLst/>
              </a:prstGeom>
              <a:blipFill>
                <a:blip r:embed="rId5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EB8D827-9A28-4CDE-B4DC-DCC47DB189C2}"/>
              </a:ext>
            </a:extLst>
          </p:cNvPr>
          <p:cNvGrpSpPr/>
          <p:nvPr/>
        </p:nvGrpSpPr>
        <p:grpSpPr>
          <a:xfrm>
            <a:off x="1661649" y="2202263"/>
            <a:ext cx="4320000" cy="4320000"/>
            <a:chOff x="896725" y="2157579"/>
            <a:chExt cx="4320000" cy="432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3177752-8EBB-46A2-A775-D8D619A3C8F7}"/>
                </a:ext>
              </a:extLst>
            </p:cNvPr>
            <p:cNvSpPr/>
            <p:nvPr/>
          </p:nvSpPr>
          <p:spPr>
            <a:xfrm>
              <a:off x="896725" y="2157579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EF30228-CE72-4392-B0C9-9727244DFB0A}"/>
                </a:ext>
              </a:extLst>
            </p:cNvPr>
            <p:cNvSpPr/>
            <p:nvPr/>
          </p:nvSpPr>
          <p:spPr>
            <a:xfrm>
              <a:off x="1900430" y="3162262"/>
              <a:ext cx="2340000" cy="23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6EF2442-496B-48BA-B31B-C3C5D5714AE2}"/>
                </a:ext>
              </a:extLst>
            </p:cNvPr>
            <p:cNvCxnSpPr>
              <a:cxnSpLocks/>
              <a:stCxn id="45" idx="2"/>
              <a:endCxn id="45" idx="6"/>
            </p:cNvCxnSpPr>
            <p:nvPr/>
          </p:nvCxnSpPr>
          <p:spPr>
            <a:xfrm>
              <a:off x="896725" y="4317579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F36616-3E1F-48B4-B677-EBFC3ED83837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3056725" y="2157579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1C53A7-3336-4769-8C45-6B826078A069}"/>
                </a:ext>
              </a:extLst>
            </p:cNvPr>
            <p:cNvSpPr/>
            <p:nvPr/>
          </p:nvSpPr>
          <p:spPr>
            <a:xfrm>
              <a:off x="3665520" y="5215196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/>
                <p:nvPr/>
              </p:nvSpPr>
              <p:spPr>
                <a:xfrm>
                  <a:off x="3665520" y="5312163"/>
                  <a:ext cx="842154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5520" y="5312163"/>
                  <a:ext cx="842154" cy="6270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5"/>
          </p:cNvCxnSpPr>
          <p:nvPr/>
        </p:nvCxnSpPr>
        <p:spPr>
          <a:xfrm flipH="1" flipV="1">
            <a:off x="4662669" y="5204261"/>
            <a:ext cx="1644411" cy="10379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03D9EEF-F2F0-4CA1-9D0C-73065AF67DD2}"/>
              </a:ext>
            </a:extLst>
          </p:cNvPr>
          <p:cNvSpPr/>
          <p:nvPr/>
        </p:nvSpPr>
        <p:spPr>
          <a:xfrm>
            <a:off x="2595422" y="428972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2D9B25-A6C1-4A87-9509-0EAB13967862}"/>
              </a:ext>
            </a:extLst>
          </p:cNvPr>
          <p:cNvSpPr/>
          <p:nvPr/>
        </p:nvSpPr>
        <p:spPr>
          <a:xfrm>
            <a:off x="4943703" y="428972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910CB6-FA7B-43B7-ACE6-6006AC97BD1B}"/>
                  </a:ext>
                </a:extLst>
              </p:cNvPr>
              <p:cNvSpPr txBox="1"/>
              <p:nvPr/>
            </p:nvSpPr>
            <p:spPr>
              <a:xfrm>
                <a:off x="4865226" y="3665738"/>
                <a:ext cx="1202445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910CB6-FA7B-43B7-ACE6-6006AC97B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226" y="3665738"/>
                <a:ext cx="1202445" cy="6295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CC9755-E07E-41D6-A039-0B5558430978}"/>
                  </a:ext>
                </a:extLst>
              </p:cNvPr>
              <p:cNvSpPr txBox="1"/>
              <p:nvPr/>
            </p:nvSpPr>
            <p:spPr>
              <a:xfrm>
                <a:off x="1675713" y="3688353"/>
                <a:ext cx="1147943" cy="6326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CC9755-E07E-41D6-A039-0B5558430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13" y="3688353"/>
                <a:ext cx="1147943" cy="6326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>
            <a:extLst>
              <a:ext uri="{FF2B5EF4-FFF2-40B4-BE49-F238E27FC236}">
                <a16:creationId xmlns:a16="http://schemas.microsoft.com/office/drawing/2014/main" id="{F0398AAD-AA49-44AB-8D76-D15B047FE727}"/>
              </a:ext>
            </a:extLst>
          </p:cNvPr>
          <p:cNvSpPr/>
          <p:nvPr/>
        </p:nvSpPr>
        <p:spPr>
          <a:xfrm>
            <a:off x="2658358" y="3206974"/>
            <a:ext cx="2340000" cy="2340000"/>
          </a:xfrm>
          <a:prstGeom prst="arc">
            <a:avLst>
              <a:gd name="adj1" fmla="val 3526065"/>
              <a:gd name="adj2" fmla="val 1074129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625646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57ED2E-F29E-4991-AC6F-2C70F3DE7F26}"/>
                  </a:ext>
                </a:extLst>
              </p:cNvPr>
              <p:cNvSpPr txBox="1"/>
              <p:nvPr/>
            </p:nvSpPr>
            <p:spPr>
              <a:xfrm>
                <a:off x="1416456" y="1918743"/>
                <a:ext cx="4924615" cy="490819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849885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57ED2E-F29E-4991-AC6F-2C70F3DE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56" y="1918743"/>
                <a:ext cx="4924615" cy="4908194"/>
              </a:xfrm>
              <a:prstGeom prst="rect">
                <a:avLst/>
              </a:prstGeom>
              <a:blipFill>
                <a:blip r:embed="rId3"/>
                <a:stretch>
                  <a:fillRect t="-5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Giả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đường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t="-1456" r="-3516" b="-33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blipFill>
                <a:blip r:embed="rId5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/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blipFill>
                <a:blip r:embed="rId6"/>
                <a:stretch>
                  <a:fillRect l="-7008" t="-7910" r="-4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2929AD-E706-4B51-B9AE-08A8C3265CC1}"/>
              </a:ext>
            </a:extLst>
          </p:cNvPr>
          <p:cNvGrpSpPr/>
          <p:nvPr/>
        </p:nvGrpSpPr>
        <p:grpSpPr>
          <a:xfrm>
            <a:off x="1661649" y="2202263"/>
            <a:ext cx="4342565" cy="4320000"/>
            <a:chOff x="1661649" y="2202263"/>
            <a:chExt cx="4342565" cy="4320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033CDBB-203D-4225-A381-463C96FB9E8C}"/>
                </a:ext>
              </a:extLst>
            </p:cNvPr>
            <p:cNvGrpSpPr/>
            <p:nvPr/>
          </p:nvGrpSpPr>
          <p:grpSpPr>
            <a:xfrm>
              <a:off x="1671796" y="3281923"/>
              <a:ext cx="4332418" cy="2170265"/>
              <a:chOff x="1671796" y="3281923"/>
              <a:chExt cx="4332418" cy="2170265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E071926-0B73-44AD-AF77-AEC545E54E19}"/>
                  </a:ext>
                </a:extLst>
              </p:cNvPr>
              <p:cNvSpPr/>
              <p:nvPr/>
            </p:nvSpPr>
            <p:spPr>
              <a:xfrm>
                <a:off x="1671796" y="3292188"/>
                <a:ext cx="2160000" cy="2160000"/>
              </a:xfrm>
              <a:prstGeom prst="ellipse">
                <a:avLst/>
              </a:prstGeom>
              <a:noFill/>
              <a:ln w="12700"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8A52EF8-6F68-4F9D-AADC-57FBFFCFB618}"/>
                  </a:ext>
                </a:extLst>
              </p:cNvPr>
              <p:cNvSpPr/>
              <p:nvPr/>
            </p:nvSpPr>
            <p:spPr>
              <a:xfrm>
                <a:off x="3844214" y="3281923"/>
                <a:ext cx="2160000" cy="2160000"/>
              </a:xfrm>
              <a:prstGeom prst="ellipse">
                <a:avLst/>
              </a:prstGeom>
              <a:noFill/>
              <a:ln w="12700">
                <a:solidFill>
                  <a:srgbClr val="7030A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EB8D827-9A28-4CDE-B4DC-DCC47DB189C2}"/>
                </a:ext>
              </a:extLst>
            </p:cNvPr>
            <p:cNvGrpSpPr/>
            <p:nvPr/>
          </p:nvGrpSpPr>
          <p:grpSpPr>
            <a:xfrm>
              <a:off x="1661649" y="2202263"/>
              <a:ext cx="4320000" cy="4320000"/>
              <a:chOff x="896725" y="2157579"/>
              <a:chExt cx="4320000" cy="4320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3177752-8EBB-46A2-A775-D8D619A3C8F7}"/>
                  </a:ext>
                </a:extLst>
              </p:cNvPr>
              <p:cNvSpPr/>
              <p:nvPr/>
            </p:nvSpPr>
            <p:spPr>
              <a:xfrm>
                <a:off x="896725" y="2157579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EF30228-CE72-4392-B0C9-9727244DFB0A}"/>
                  </a:ext>
                </a:extLst>
              </p:cNvPr>
              <p:cNvSpPr/>
              <p:nvPr/>
            </p:nvSpPr>
            <p:spPr>
              <a:xfrm>
                <a:off x="1698397" y="3655153"/>
                <a:ext cx="1368000" cy="13680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6EF2442-496B-48BA-B31B-C3C5D5714AE2}"/>
                  </a:ext>
                </a:extLst>
              </p:cNvPr>
              <p:cNvCxnSpPr>
                <a:cxnSpLocks/>
                <a:stCxn id="45" idx="2"/>
                <a:endCxn id="45" idx="6"/>
              </p:cNvCxnSpPr>
              <p:nvPr/>
            </p:nvCxnSpPr>
            <p:spPr>
              <a:xfrm>
                <a:off x="896725" y="4317579"/>
                <a:ext cx="432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0F36616-3E1F-48B4-B677-EBFC3ED83837}"/>
                  </a:ext>
                </a:extLst>
              </p:cNvPr>
              <p:cNvCxnSpPr>
                <a:cxnSpLocks/>
                <a:stCxn id="45" idx="0"/>
                <a:endCxn id="45" idx="4"/>
              </p:cNvCxnSpPr>
              <p:nvPr/>
            </p:nvCxnSpPr>
            <p:spPr>
              <a:xfrm>
                <a:off x="3056725" y="2157579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D1C53A7-3336-4769-8C45-6B826078A069}"/>
                  </a:ext>
                </a:extLst>
              </p:cNvPr>
              <p:cNvSpPr/>
              <p:nvPr/>
            </p:nvSpPr>
            <p:spPr>
              <a:xfrm>
                <a:off x="1912476" y="4830812"/>
                <a:ext cx="144000" cy="1440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09EC1A81-BE97-436A-842D-695ABCB69669}"/>
                      </a:ext>
                    </a:extLst>
                  </p:cNvPr>
                  <p:cNvSpPr txBox="1"/>
                  <p:nvPr/>
                </p:nvSpPr>
                <p:spPr>
                  <a:xfrm>
                    <a:off x="1414613" y="4610424"/>
                    <a:ext cx="664605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09EC1A81-BE97-436A-842D-695ABCB69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4613" y="4610424"/>
                    <a:ext cx="664605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4"/>
          </p:cNvCxnSpPr>
          <p:nvPr/>
        </p:nvCxnSpPr>
        <p:spPr>
          <a:xfrm flipV="1">
            <a:off x="1461426" y="5067837"/>
            <a:ext cx="1685895" cy="10197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5135C9-83A3-48AF-AB31-78C6E98FEAC6}"/>
              </a:ext>
            </a:extLst>
          </p:cNvPr>
          <p:cNvCxnSpPr>
            <a:cxnSpLocks/>
            <a:stCxn id="25" idx="0"/>
            <a:endCxn id="23" idx="5"/>
          </p:cNvCxnSpPr>
          <p:nvPr/>
        </p:nvCxnSpPr>
        <p:spPr>
          <a:xfrm flipH="1" flipV="1">
            <a:off x="5687889" y="5125598"/>
            <a:ext cx="820475" cy="573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77F16-7A0B-4384-B67F-3C4828D12539}"/>
                  </a:ext>
                </a:extLst>
              </p:cNvPr>
              <p:cNvSpPr txBox="1"/>
              <p:nvPr/>
            </p:nvSpPr>
            <p:spPr>
              <a:xfrm>
                <a:off x="95536" y="1650777"/>
                <a:ext cx="1578178" cy="2062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77F16-7A0B-4384-B67F-3C4828D12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6" y="1650777"/>
                <a:ext cx="1578178" cy="2062103"/>
              </a:xfrm>
              <a:prstGeom prst="rect">
                <a:avLst/>
              </a:prstGeom>
              <a:blipFill>
                <a:blip r:embed="rId8"/>
                <a:stretch>
                  <a:fillRect l="-9653" t="-4142" r="-88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075CE0-22A7-4C9B-9DCF-D25CCFC139FC}"/>
              </a:ext>
            </a:extLst>
          </p:cNvPr>
          <p:cNvCxnSpPr>
            <a:cxnSpLocks/>
            <a:stCxn id="24" idx="2"/>
            <a:endCxn id="20" idx="3"/>
          </p:cNvCxnSpPr>
          <p:nvPr/>
        </p:nvCxnSpPr>
        <p:spPr>
          <a:xfrm>
            <a:off x="884625" y="3712880"/>
            <a:ext cx="1103496" cy="14229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93332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07FD6-4962-4F5B-A78E-1B05281B92F0}"/>
                  </a:ext>
                </a:extLst>
              </p:cNvPr>
              <p:cNvSpPr txBox="1"/>
              <p:nvPr/>
            </p:nvSpPr>
            <p:spPr>
              <a:xfrm>
                <a:off x="1416456" y="1918743"/>
                <a:ext cx="4924615" cy="490819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849885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07FD6-4962-4F5B-A78E-1B05281B9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56" y="1918743"/>
                <a:ext cx="4924615" cy="4908194"/>
              </a:xfrm>
              <a:prstGeom prst="rect">
                <a:avLst/>
              </a:prstGeom>
              <a:blipFill>
                <a:blip r:embed="rId3"/>
                <a:stretch>
                  <a:fillRect t="-5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2" y="6087559"/>
                <a:ext cx="2883708" cy="584775"/>
              </a:xfrm>
              <a:prstGeom prst="rect">
                <a:avLst/>
              </a:prstGeom>
              <a:blipFill>
                <a:blip r:embed="rId5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/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B7128D-487F-4515-AC26-4095CA6D3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871" y="5698895"/>
                <a:ext cx="2264986" cy="1077218"/>
              </a:xfrm>
              <a:prstGeom prst="rect">
                <a:avLst/>
              </a:prstGeom>
              <a:blipFill>
                <a:blip r:embed="rId6"/>
                <a:stretch>
                  <a:fillRect l="-7008" t="-7910" r="-4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2929AD-E706-4B51-B9AE-08A8C3265CC1}"/>
              </a:ext>
            </a:extLst>
          </p:cNvPr>
          <p:cNvGrpSpPr/>
          <p:nvPr/>
        </p:nvGrpSpPr>
        <p:grpSpPr>
          <a:xfrm>
            <a:off x="1661649" y="2202263"/>
            <a:ext cx="4342565" cy="4320000"/>
            <a:chOff x="1661649" y="2202263"/>
            <a:chExt cx="4342565" cy="4320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033CDBB-203D-4225-A381-463C96FB9E8C}"/>
                </a:ext>
              </a:extLst>
            </p:cNvPr>
            <p:cNvGrpSpPr/>
            <p:nvPr/>
          </p:nvGrpSpPr>
          <p:grpSpPr>
            <a:xfrm>
              <a:off x="1671796" y="3281923"/>
              <a:ext cx="4332418" cy="2170265"/>
              <a:chOff x="1671796" y="3281923"/>
              <a:chExt cx="4332418" cy="2170265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E071926-0B73-44AD-AF77-AEC545E54E19}"/>
                  </a:ext>
                </a:extLst>
              </p:cNvPr>
              <p:cNvSpPr/>
              <p:nvPr/>
            </p:nvSpPr>
            <p:spPr>
              <a:xfrm>
                <a:off x="1671796" y="3292188"/>
                <a:ext cx="2160000" cy="2160000"/>
              </a:xfrm>
              <a:prstGeom prst="ellipse">
                <a:avLst/>
              </a:prstGeom>
              <a:noFill/>
              <a:ln w="12700"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8A52EF8-6F68-4F9D-AADC-57FBFFCFB618}"/>
                  </a:ext>
                </a:extLst>
              </p:cNvPr>
              <p:cNvSpPr/>
              <p:nvPr/>
            </p:nvSpPr>
            <p:spPr>
              <a:xfrm>
                <a:off x="3844214" y="3281923"/>
                <a:ext cx="2160000" cy="2160000"/>
              </a:xfrm>
              <a:prstGeom prst="ellipse">
                <a:avLst/>
              </a:prstGeom>
              <a:noFill/>
              <a:ln w="12700">
                <a:solidFill>
                  <a:srgbClr val="7030A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EB8D827-9A28-4CDE-B4DC-DCC47DB189C2}"/>
                </a:ext>
              </a:extLst>
            </p:cNvPr>
            <p:cNvGrpSpPr/>
            <p:nvPr/>
          </p:nvGrpSpPr>
          <p:grpSpPr>
            <a:xfrm>
              <a:off x="1661649" y="2202263"/>
              <a:ext cx="4320000" cy="4320000"/>
              <a:chOff x="896725" y="2157579"/>
              <a:chExt cx="4320000" cy="4320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3177752-8EBB-46A2-A775-D8D619A3C8F7}"/>
                  </a:ext>
                </a:extLst>
              </p:cNvPr>
              <p:cNvSpPr/>
              <p:nvPr/>
            </p:nvSpPr>
            <p:spPr>
              <a:xfrm>
                <a:off x="896725" y="2157579"/>
                <a:ext cx="4320000" cy="43200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EF30228-CE72-4392-B0C9-9727244DFB0A}"/>
                  </a:ext>
                </a:extLst>
              </p:cNvPr>
              <p:cNvSpPr/>
              <p:nvPr/>
            </p:nvSpPr>
            <p:spPr>
              <a:xfrm>
                <a:off x="1698397" y="3655153"/>
                <a:ext cx="1368000" cy="136800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6EF2442-496B-48BA-B31B-C3C5D5714AE2}"/>
                  </a:ext>
                </a:extLst>
              </p:cNvPr>
              <p:cNvCxnSpPr>
                <a:cxnSpLocks/>
                <a:stCxn id="45" idx="2"/>
                <a:endCxn id="45" idx="6"/>
              </p:cNvCxnSpPr>
              <p:nvPr/>
            </p:nvCxnSpPr>
            <p:spPr>
              <a:xfrm>
                <a:off x="896725" y="4317579"/>
                <a:ext cx="4320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0F36616-3E1F-48B4-B677-EBFC3ED83837}"/>
                  </a:ext>
                </a:extLst>
              </p:cNvPr>
              <p:cNvCxnSpPr>
                <a:cxnSpLocks/>
                <a:stCxn id="45" idx="0"/>
                <a:endCxn id="45" idx="4"/>
              </p:cNvCxnSpPr>
              <p:nvPr/>
            </p:nvCxnSpPr>
            <p:spPr>
              <a:xfrm>
                <a:off x="3056725" y="2157579"/>
                <a:ext cx="0" cy="4320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D1C53A7-3336-4769-8C45-6B826078A069}"/>
                  </a:ext>
                </a:extLst>
              </p:cNvPr>
              <p:cNvSpPr/>
              <p:nvPr/>
            </p:nvSpPr>
            <p:spPr>
              <a:xfrm>
                <a:off x="1912476" y="4830812"/>
                <a:ext cx="144000" cy="1440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09EC1A81-BE97-436A-842D-695ABCB69669}"/>
                      </a:ext>
                    </a:extLst>
                  </p:cNvPr>
                  <p:cNvSpPr txBox="1"/>
                  <p:nvPr/>
                </p:nvSpPr>
                <p:spPr>
                  <a:xfrm>
                    <a:off x="1431133" y="4623018"/>
                    <a:ext cx="664605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09EC1A81-BE97-436A-842D-695ABCB69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1133" y="4623018"/>
                    <a:ext cx="664605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4"/>
          </p:cNvCxnSpPr>
          <p:nvPr/>
        </p:nvCxnSpPr>
        <p:spPr>
          <a:xfrm flipV="1">
            <a:off x="1461426" y="5067837"/>
            <a:ext cx="1685895" cy="10197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5135C9-83A3-48AF-AB31-78C6E98FEAC6}"/>
              </a:ext>
            </a:extLst>
          </p:cNvPr>
          <p:cNvCxnSpPr>
            <a:cxnSpLocks/>
            <a:stCxn id="25" idx="0"/>
            <a:endCxn id="23" idx="5"/>
          </p:cNvCxnSpPr>
          <p:nvPr/>
        </p:nvCxnSpPr>
        <p:spPr>
          <a:xfrm flipH="1" flipV="1">
            <a:off x="5687889" y="5125598"/>
            <a:ext cx="820475" cy="573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77F16-7A0B-4384-B67F-3C4828D12539}"/>
                  </a:ext>
                </a:extLst>
              </p:cNvPr>
              <p:cNvSpPr txBox="1"/>
              <p:nvPr/>
            </p:nvSpPr>
            <p:spPr>
              <a:xfrm>
                <a:off x="95536" y="1650777"/>
                <a:ext cx="1578178" cy="2062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77F16-7A0B-4384-B67F-3C4828D12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6" y="1650777"/>
                <a:ext cx="1578178" cy="2062103"/>
              </a:xfrm>
              <a:prstGeom prst="rect">
                <a:avLst/>
              </a:prstGeom>
              <a:blipFill>
                <a:blip r:embed="rId12"/>
                <a:stretch>
                  <a:fillRect l="-9653" t="-4142" r="-88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075CE0-22A7-4C9B-9DCF-D25CCFC139FC}"/>
              </a:ext>
            </a:extLst>
          </p:cNvPr>
          <p:cNvCxnSpPr>
            <a:cxnSpLocks/>
            <a:stCxn id="24" idx="2"/>
            <a:endCxn id="20" idx="3"/>
          </p:cNvCxnSpPr>
          <p:nvPr/>
        </p:nvCxnSpPr>
        <p:spPr>
          <a:xfrm>
            <a:off x="884625" y="3712880"/>
            <a:ext cx="1103496" cy="14229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6BA6DA3-5404-4EF1-AAAF-AF2160B508CB}"/>
              </a:ext>
            </a:extLst>
          </p:cNvPr>
          <p:cNvSpPr/>
          <p:nvPr/>
        </p:nvSpPr>
        <p:spPr>
          <a:xfrm>
            <a:off x="2399153" y="4288364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3F6666-1ED2-4D8A-94A3-CDC736545D28}"/>
              </a:ext>
            </a:extLst>
          </p:cNvPr>
          <p:cNvSpPr/>
          <p:nvPr/>
        </p:nvSpPr>
        <p:spPr>
          <a:xfrm>
            <a:off x="3763242" y="430289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8386DE-4CD0-4EB4-BB45-238577C00D83}"/>
                  </a:ext>
                </a:extLst>
              </p:cNvPr>
              <p:cNvSpPr txBox="1"/>
              <p:nvPr/>
            </p:nvSpPr>
            <p:spPr>
              <a:xfrm>
                <a:off x="1589581" y="3785523"/>
                <a:ext cx="10402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8386DE-4CD0-4EB4-BB45-238577C00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581" y="3785523"/>
                <a:ext cx="1040221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9533B6-DBED-4C34-9313-A5F75820D9C4}"/>
                  </a:ext>
                </a:extLst>
              </p:cNvPr>
              <p:cNvSpPr txBox="1"/>
              <p:nvPr/>
            </p:nvSpPr>
            <p:spPr>
              <a:xfrm>
                <a:off x="3769960" y="3822493"/>
                <a:ext cx="108420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9533B6-DBED-4C34-9313-A5F75820D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960" y="3822493"/>
                <a:ext cx="108420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06852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chiều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dài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bất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kỳ</a:t>
            </a:r>
            <a:endParaRPr lang="en-GB" sz="5400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F0932-320D-4210-B601-6D150CADA81F}"/>
              </a:ext>
            </a:extLst>
          </p:cNvPr>
          <p:cNvSpPr txBox="1"/>
          <p:nvPr/>
        </p:nvSpPr>
        <p:spPr>
          <a:xfrm>
            <a:off x="709611" y="1628162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90488" indent="-90488" algn="just">
              <a:buClr>
                <a:schemeClr val="tx1"/>
              </a:buClr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1DBD30-47EF-4427-A907-0109A920F927}"/>
                  </a:ext>
                </a:extLst>
              </p:cNvPr>
              <p:cNvSpPr txBox="1"/>
              <p:nvPr/>
            </p:nvSpPr>
            <p:spPr>
              <a:xfrm>
                <a:off x="2402209" y="1711761"/>
                <a:ext cx="5348922" cy="110113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1DBD30-47EF-4427-A907-0109A920F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209" y="1711761"/>
                <a:ext cx="5348922" cy="1101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909079-E60B-48FD-96A4-21DAEAAE9C63}"/>
                  </a:ext>
                </a:extLst>
              </p:cNvPr>
              <p:cNvSpPr txBox="1"/>
              <p:nvPr/>
            </p:nvSpPr>
            <p:spPr>
              <a:xfrm>
                <a:off x="2402209" y="2916962"/>
                <a:ext cx="5348922" cy="1137363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909079-E60B-48FD-96A4-21DAEAAE9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209" y="2916962"/>
                <a:ext cx="5348922" cy="1137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847302-1147-4B9C-9078-2245C51E8465}"/>
              </a:ext>
            </a:extLst>
          </p:cNvPr>
          <p:cNvSpPr txBox="1"/>
          <p:nvPr/>
        </p:nvSpPr>
        <p:spPr>
          <a:xfrm>
            <a:off x="7868254" y="1699649"/>
            <a:ext cx="36142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Smith-slide 63-70)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F3AC4-AEA1-4495-B5B2-9B818B3E0A3D}"/>
              </a:ext>
            </a:extLst>
          </p:cNvPr>
          <p:cNvSpPr txBox="1"/>
          <p:nvPr/>
        </p:nvSpPr>
        <p:spPr>
          <a:xfrm>
            <a:off x="709611" y="3985923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90488" indent="-90488" algn="just">
              <a:buClr>
                <a:schemeClr val="tx1"/>
              </a:buClr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F16682-F4B8-4751-9B74-E611AED6B7A0}"/>
                  </a:ext>
                </a:extLst>
              </p:cNvPr>
              <p:cNvSpPr txBox="1"/>
              <p:nvPr/>
            </p:nvSpPr>
            <p:spPr>
              <a:xfrm>
                <a:off x="3693219" y="4265566"/>
                <a:ext cx="6844865" cy="1100686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F16682-F4B8-4751-9B74-E611AED6B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219" y="4265566"/>
                <a:ext cx="6844865" cy="11006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0E0DFA3-0C25-4C5B-8723-E0AAD9BA9410}"/>
              </a:ext>
            </a:extLst>
          </p:cNvPr>
          <p:cNvSpPr txBox="1"/>
          <p:nvPr/>
        </p:nvSpPr>
        <p:spPr>
          <a:xfrm>
            <a:off x="709611" y="5332282"/>
            <a:ext cx="107727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90488" indent="-90488" algn="just">
              <a:buClr>
                <a:schemeClr val="tx1"/>
              </a:buClr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7F76-2EE7-4130-9E07-1F99973AA6A4}"/>
                  </a:ext>
                </a:extLst>
              </p:cNvPr>
              <p:cNvSpPr txBox="1"/>
              <p:nvPr/>
            </p:nvSpPr>
            <p:spPr>
              <a:xfrm>
                <a:off x="4656305" y="5969524"/>
                <a:ext cx="2613283" cy="629852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7F76-2EE7-4130-9E07-1F99973AA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305" y="5969524"/>
                <a:ext cx="2613283" cy="6298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72925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6F6C8C-258E-409E-BD29-72E740ECA3B9}"/>
                  </a:ext>
                </a:extLst>
              </p:cNvPr>
              <p:cNvSpPr txBox="1"/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849885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6F6C8C-258E-409E-BD29-72E740ECA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blipFill>
                <a:blip r:embed="rId3"/>
                <a:stretch>
                  <a:fillRect t="-64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EB8D827-9A28-4CDE-B4DC-DCC47DB189C2}"/>
              </a:ext>
            </a:extLst>
          </p:cNvPr>
          <p:cNvGrpSpPr/>
          <p:nvPr/>
        </p:nvGrpSpPr>
        <p:grpSpPr>
          <a:xfrm>
            <a:off x="1661649" y="2202263"/>
            <a:ext cx="4320000" cy="4320000"/>
            <a:chOff x="896725" y="2157579"/>
            <a:chExt cx="4320000" cy="432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3177752-8EBB-46A2-A775-D8D619A3C8F7}"/>
                </a:ext>
              </a:extLst>
            </p:cNvPr>
            <p:cNvSpPr/>
            <p:nvPr/>
          </p:nvSpPr>
          <p:spPr>
            <a:xfrm>
              <a:off x="896725" y="2157579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EF30228-CE72-4392-B0C9-9727244DFB0A}"/>
                </a:ext>
              </a:extLst>
            </p:cNvPr>
            <p:cNvSpPr/>
            <p:nvPr/>
          </p:nvSpPr>
          <p:spPr>
            <a:xfrm>
              <a:off x="1900430" y="3148194"/>
              <a:ext cx="2340000" cy="23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6EF2442-496B-48BA-B31B-C3C5D5714AE2}"/>
                </a:ext>
              </a:extLst>
            </p:cNvPr>
            <p:cNvCxnSpPr>
              <a:cxnSpLocks/>
              <a:stCxn id="45" idx="2"/>
              <a:endCxn id="45" idx="6"/>
            </p:cNvCxnSpPr>
            <p:nvPr/>
          </p:nvCxnSpPr>
          <p:spPr>
            <a:xfrm>
              <a:off x="896725" y="4317579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F36616-3E1F-48B4-B677-EBFC3ED83837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3056725" y="2157579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1C53A7-3336-4769-8C45-6B826078A069}"/>
                </a:ext>
              </a:extLst>
            </p:cNvPr>
            <p:cNvSpPr/>
            <p:nvPr/>
          </p:nvSpPr>
          <p:spPr>
            <a:xfrm>
              <a:off x="2099115" y="4988021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/>
                <p:nvPr/>
              </p:nvSpPr>
              <p:spPr>
                <a:xfrm>
                  <a:off x="1593043" y="4929725"/>
                  <a:ext cx="842154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043" y="4929725"/>
                  <a:ext cx="842154" cy="6270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Để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5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4768499" y="6228724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499" y="6228724"/>
                <a:ext cx="2883708" cy="584775"/>
              </a:xfrm>
              <a:prstGeom prst="rect">
                <a:avLst/>
              </a:prstGeom>
              <a:blipFill>
                <a:blip r:embed="rId6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5"/>
          </p:cNvCxnSpPr>
          <p:nvPr/>
        </p:nvCxnSpPr>
        <p:spPr>
          <a:xfrm flipH="1" flipV="1">
            <a:off x="4662669" y="5190193"/>
            <a:ext cx="1547684" cy="10385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06321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6F6C8C-258E-409E-BD29-72E740ECA3B9}"/>
                  </a:ext>
                </a:extLst>
              </p:cNvPr>
              <p:cNvSpPr txBox="1"/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10849885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</m:oMath>
                </a14:m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6F6C8C-258E-409E-BD29-72E740ECA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320" y="2003151"/>
                <a:ext cx="4924615" cy="4908194"/>
              </a:xfrm>
              <a:prstGeom prst="rect">
                <a:avLst/>
              </a:prstGeom>
              <a:blipFill>
                <a:blip r:embed="rId3"/>
                <a:stretch>
                  <a:fillRect t="-64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535486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/>
              <p:nvPr/>
            </p:nvSpPr>
            <p:spPr>
              <a:xfrm>
                <a:off x="4768499" y="6228724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122BBF2-D42C-4EBB-AE8C-4F0782F33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499" y="6228724"/>
                <a:ext cx="2883708" cy="584775"/>
              </a:xfrm>
              <a:prstGeom prst="rect">
                <a:avLst/>
              </a:prstGeom>
              <a:blipFill>
                <a:blip r:embed="rId5"/>
                <a:stretch>
                  <a:fillRect l="-5285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EB8D827-9A28-4CDE-B4DC-DCC47DB189C2}"/>
              </a:ext>
            </a:extLst>
          </p:cNvPr>
          <p:cNvGrpSpPr/>
          <p:nvPr/>
        </p:nvGrpSpPr>
        <p:grpSpPr>
          <a:xfrm>
            <a:off x="1661649" y="2202263"/>
            <a:ext cx="4320000" cy="4320000"/>
            <a:chOff x="896725" y="2157579"/>
            <a:chExt cx="4320000" cy="432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3177752-8EBB-46A2-A775-D8D619A3C8F7}"/>
                </a:ext>
              </a:extLst>
            </p:cNvPr>
            <p:cNvSpPr/>
            <p:nvPr/>
          </p:nvSpPr>
          <p:spPr>
            <a:xfrm>
              <a:off x="896725" y="2157579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EF30228-CE72-4392-B0C9-9727244DFB0A}"/>
                </a:ext>
              </a:extLst>
            </p:cNvPr>
            <p:cNvSpPr/>
            <p:nvPr/>
          </p:nvSpPr>
          <p:spPr>
            <a:xfrm>
              <a:off x="1900430" y="3148194"/>
              <a:ext cx="2340000" cy="23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6EF2442-496B-48BA-B31B-C3C5D5714AE2}"/>
                </a:ext>
              </a:extLst>
            </p:cNvPr>
            <p:cNvCxnSpPr>
              <a:cxnSpLocks/>
              <a:stCxn id="45" idx="2"/>
              <a:endCxn id="45" idx="6"/>
            </p:cNvCxnSpPr>
            <p:nvPr/>
          </p:nvCxnSpPr>
          <p:spPr>
            <a:xfrm>
              <a:off x="896725" y="4317579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F36616-3E1F-48B4-B677-EBFC3ED83837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3056725" y="2157579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D1C53A7-3336-4769-8C45-6B826078A069}"/>
                </a:ext>
              </a:extLst>
            </p:cNvPr>
            <p:cNvSpPr/>
            <p:nvPr/>
          </p:nvSpPr>
          <p:spPr>
            <a:xfrm>
              <a:off x="2099115" y="4988021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/>
                <p:nvPr/>
              </p:nvSpPr>
              <p:spPr>
                <a:xfrm>
                  <a:off x="1593043" y="4882791"/>
                  <a:ext cx="842154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9EC1A81-BE97-436A-842D-695ABCB69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043" y="4882791"/>
                  <a:ext cx="842154" cy="6270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60C64C-C9EE-4942-84EA-82E4E0BD216A}"/>
              </a:ext>
            </a:extLst>
          </p:cNvPr>
          <p:cNvCxnSpPr>
            <a:cxnSpLocks/>
            <a:stCxn id="79" idx="0"/>
            <a:endCxn id="46" idx="5"/>
          </p:cNvCxnSpPr>
          <p:nvPr/>
        </p:nvCxnSpPr>
        <p:spPr>
          <a:xfrm flipH="1" flipV="1">
            <a:off x="4662669" y="5190193"/>
            <a:ext cx="1547684" cy="10385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1D9D98-D191-468F-BAD7-B2E0063BB72F}"/>
                  </a:ext>
                </a:extLst>
              </p:cNvPr>
              <p:cNvSpPr txBox="1"/>
              <p:nvPr/>
            </p:nvSpPr>
            <p:spPr>
              <a:xfrm>
                <a:off x="1679519" y="3710387"/>
                <a:ext cx="1147942" cy="6326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1D9D98-D191-468F-BAD7-B2E0063BB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519" y="3710387"/>
                <a:ext cx="1147942" cy="6326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67776D-DE66-4C31-BBCC-F219A87FD083}"/>
                  </a:ext>
                </a:extLst>
              </p:cNvPr>
              <p:cNvSpPr txBox="1"/>
              <p:nvPr/>
            </p:nvSpPr>
            <p:spPr>
              <a:xfrm>
                <a:off x="4907430" y="3750146"/>
                <a:ext cx="1202445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67776D-DE66-4C31-BBCC-F219A87FD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430" y="3750146"/>
                <a:ext cx="1202445" cy="6295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3CF0F16A-1030-44D5-B28F-1433967E9FD2}"/>
              </a:ext>
            </a:extLst>
          </p:cNvPr>
          <p:cNvSpPr/>
          <p:nvPr/>
        </p:nvSpPr>
        <p:spPr>
          <a:xfrm>
            <a:off x="2595422" y="428972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051DDB-E328-4394-B356-3266DF9EFEFC}"/>
              </a:ext>
            </a:extLst>
          </p:cNvPr>
          <p:cNvSpPr/>
          <p:nvPr/>
        </p:nvSpPr>
        <p:spPr>
          <a:xfrm>
            <a:off x="4929635" y="427566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9CC8EB9-6C28-4462-8921-34D87D018C51}"/>
              </a:ext>
            </a:extLst>
          </p:cNvPr>
          <p:cNvSpPr/>
          <p:nvPr/>
        </p:nvSpPr>
        <p:spPr>
          <a:xfrm>
            <a:off x="2658358" y="3178838"/>
            <a:ext cx="2340000" cy="2340000"/>
          </a:xfrm>
          <a:prstGeom prst="arc">
            <a:avLst>
              <a:gd name="adj1" fmla="val 8602111"/>
              <a:gd name="adj2" fmla="val 1065862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5277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GB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800331"/>
                <a:ext cx="10772775" cy="25968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800331"/>
                <a:ext cx="10772775" cy="2596865"/>
              </a:xfrm>
              <a:prstGeom prst="rect">
                <a:avLst/>
              </a:prstGeom>
              <a:blipFill>
                <a:blip r:embed="rId2"/>
                <a:stretch>
                  <a:fillRect l="-1244" t="-1878" r="-1414" b="-63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41978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663730"/>
                <a:ext cx="10772775" cy="275351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riêng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đoạn dây kề tải có điện trở đặc tính bằng điện 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đường dây cần phối hợp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chiều dài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 dây còn lại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điện trở đặc tính: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trị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đã được chọn trước,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dài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663730"/>
                <a:ext cx="10772775" cy="2753511"/>
              </a:xfrm>
              <a:prstGeom prst="rect">
                <a:avLst/>
              </a:prstGeom>
              <a:blipFill>
                <a:blip r:embed="rId2"/>
                <a:stretch>
                  <a:fillRect l="-1414" t="-2655" r="-1414" b="-66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D1B7867-196F-4912-AF61-076C4627B0B1}"/>
              </a:ext>
            </a:extLst>
          </p:cNvPr>
          <p:cNvGrpSpPr/>
          <p:nvPr/>
        </p:nvGrpSpPr>
        <p:grpSpPr>
          <a:xfrm>
            <a:off x="4770139" y="3803616"/>
            <a:ext cx="5914401" cy="2840913"/>
            <a:chOff x="4155542" y="3885677"/>
            <a:chExt cx="5914401" cy="284091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DB6CA24-C43E-42CD-AD35-CC0029D26A9C}"/>
                </a:ext>
              </a:extLst>
            </p:cNvPr>
            <p:cNvGrpSpPr/>
            <p:nvPr/>
          </p:nvGrpSpPr>
          <p:grpSpPr>
            <a:xfrm>
              <a:off x="5478602" y="4690812"/>
              <a:ext cx="1888760" cy="119922"/>
              <a:chOff x="4886794" y="5216576"/>
              <a:chExt cx="1888760" cy="11992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87F5F28-E7E2-47CC-97F5-F64A085D0AE2}"/>
                  </a:ext>
                </a:extLst>
              </p:cNvPr>
              <p:cNvCxnSpPr/>
              <p:nvPr/>
            </p:nvCxnSpPr>
            <p:spPr>
              <a:xfrm>
                <a:off x="5006715" y="5276538"/>
                <a:ext cx="164891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A4C4320-F840-47F4-9547-967ED1812B1D}"/>
                  </a:ext>
                </a:extLst>
              </p:cNvPr>
              <p:cNvSpPr/>
              <p:nvPr/>
            </p:nvSpPr>
            <p:spPr>
              <a:xfrm>
                <a:off x="4886794" y="5216577"/>
                <a:ext cx="119921" cy="119921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85831CE-B00F-490E-9969-B641853F19D3}"/>
                  </a:ext>
                </a:extLst>
              </p:cNvPr>
              <p:cNvSpPr/>
              <p:nvPr/>
            </p:nvSpPr>
            <p:spPr>
              <a:xfrm>
                <a:off x="6655633" y="5216576"/>
                <a:ext cx="119921" cy="119921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ED52042-D6E6-45D6-93AC-037CA8112E32}"/>
                </a:ext>
              </a:extLst>
            </p:cNvPr>
            <p:cNvGrpSpPr/>
            <p:nvPr/>
          </p:nvGrpSpPr>
          <p:grpSpPr>
            <a:xfrm>
              <a:off x="5478602" y="5922504"/>
              <a:ext cx="1888760" cy="119922"/>
              <a:chOff x="4886794" y="5216576"/>
              <a:chExt cx="1888760" cy="11992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5DD76EB-9BCE-448D-AD8D-BEFCD6188B99}"/>
                  </a:ext>
                </a:extLst>
              </p:cNvPr>
              <p:cNvCxnSpPr/>
              <p:nvPr/>
            </p:nvCxnSpPr>
            <p:spPr>
              <a:xfrm>
                <a:off x="5006715" y="5276538"/>
                <a:ext cx="164891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09FBFD8-0C97-46A8-93D5-199B0A1F85E9}"/>
                  </a:ext>
                </a:extLst>
              </p:cNvPr>
              <p:cNvSpPr/>
              <p:nvPr/>
            </p:nvSpPr>
            <p:spPr>
              <a:xfrm>
                <a:off x="4886794" y="5216577"/>
                <a:ext cx="119921" cy="119921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12A8123-A37F-43AB-B58B-BEBCB1D78E76}"/>
                  </a:ext>
                </a:extLst>
              </p:cNvPr>
              <p:cNvSpPr/>
              <p:nvPr/>
            </p:nvSpPr>
            <p:spPr>
              <a:xfrm>
                <a:off x="6655633" y="5216576"/>
                <a:ext cx="119921" cy="119921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A081142-0EAC-44AB-8F1F-03126BB319BA}"/>
                    </a:ext>
                  </a:extLst>
                </p:cNvPr>
                <p:cNvSpPr txBox="1"/>
                <p:nvPr/>
              </p:nvSpPr>
              <p:spPr>
                <a:xfrm>
                  <a:off x="6095072" y="5073402"/>
                  <a:ext cx="655819" cy="6463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A081142-0EAC-44AB-8F1F-03126BB31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072" y="5073402"/>
                  <a:ext cx="655819" cy="646395"/>
                </a:xfrm>
                <a:prstGeom prst="rect">
                  <a:avLst/>
                </a:prstGeom>
                <a:blipFill>
                  <a:blip r:embed="rId3"/>
                  <a:stretch>
                    <a:fillRect r="-186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9623B6-5190-4171-8F1A-DDDBE9038FB4}"/>
                </a:ext>
              </a:extLst>
            </p:cNvPr>
            <p:cNvGrpSpPr/>
            <p:nvPr/>
          </p:nvGrpSpPr>
          <p:grpSpPr>
            <a:xfrm>
              <a:off x="6536170" y="5618767"/>
              <a:ext cx="1061411" cy="1107823"/>
              <a:chOff x="6934235" y="5590047"/>
              <a:chExt cx="1061411" cy="1107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05F6F2C-7A3B-41AF-83C8-B4143B3AC25D}"/>
                      </a:ext>
                    </a:extLst>
                  </p:cNvPr>
                  <p:cNvSpPr txBox="1"/>
                  <p:nvPr/>
                </p:nvSpPr>
                <p:spPr>
                  <a:xfrm>
                    <a:off x="6934235" y="5948717"/>
                    <a:ext cx="655819" cy="584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GB" sz="3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05F6F2C-7A3B-41AF-83C8-B4143B3AC2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4235" y="5948717"/>
                    <a:ext cx="655819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3D96112-5EBC-4101-B12F-615E07EAFFF8}"/>
                  </a:ext>
                </a:extLst>
              </p:cNvPr>
              <p:cNvGrpSpPr/>
              <p:nvPr/>
            </p:nvGrpSpPr>
            <p:grpSpPr>
              <a:xfrm>
                <a:off x="7470991" y="5590047"/>
                <a:ext cx="524655" cy="1107823"/>
                <a:chOff x="884420" y="5234341"/>
                <a:chExt cx="524655" cy="1107823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ECAEA210-1C5E-4832-BEB8-3FC7F47C2CE2}"/>
                    </a:ext>
                  </a:extLst>
                </p:cNvPr>
                <p:cNvCxnSpPr/>
                <p:nvPr/>
              </p:nvCxnSpPr>
              <p:spPr>
                <a:xfrm>
                  <a:off x="884420" y="5234341"/>
                  <a:ext cx="0" cy="1107823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6A185171-B013-4EE9-B11A-D296C9016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4420" y="5234341"/>
                  <a:ext cx="524655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565B70C-AC8E-47EB-BF04-137EC10D7DBD}"/>
                </a:ext>
              </a:extLst>
            </p:cNvPr>
            <p:cNvGrpSpPr/>
            <p:nvPr/>
          </p:nvGrpSpPr>
          <p:grpSpPr>
            <a:xfrm>
              <a:off x="4155542" y="4758972"/>
              <a:ext cx="1311680" cy="1242781"/>
              <a:chOff x="3087631" y="4537437"/>
              <a:chExt cx="1311680" cy="1242781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E31E1EF-33B3-4E18-A1B1-13988D7A89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7631" y="4537437"/>
                <a:ext cx="13116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D7836F8-2192-424A-99BE-93D004D504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7631" y="5780218"/>
                <a:ext cx="13116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886C153E-3DA9-4114-BAAE-ED076774B61C}"/>
                      </a:ext>
                    </a:extLst>
                  </p:cNvPr>
                  <p:cNvSpPr txBox="1"/>
                  <p:nvPr/>
                </p:nvSpPr>
                <p:spPr>
                  <a:xfrm>
                    <a:off x="3415561" y="4989794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886C153E-3DA9-4114-BAAE-ED076774B6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5561" y="4989794"/>
                    <a:ext cx="65581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536DAF3-9DAA-4F8B-AE1A-FB3C2AEB09D6}"/>
                </a:ext>
              </a:extLst>
            </p:cNvPr>
            <p:cNvGrpSpPr/>
            <p:nvPr/>
          </p:nvGrpSpPr>
          <p:grpSpPr>
            <a:xfrm>
              <a:off x="8668658" y="4746587"/>
              <a:ext cx="1401285" cy="1255166"/>
              <a:chOff x="9383742" y="4540038"/>
              <a:chExt cx="1401285" cy="1255166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3D55A0C-0FC7-4AF4-8599-65BEC10DE2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3742" y="4540038"/>
                <a:ext cx="569707" cy="0"/>
              </a:xfrm>
              <a:prstGeom prst="line">
                <a:avLst/>
              </a:prstGeom>
              <a:ln w="381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30A09DD-99A9-4E54-9C1B-5AA3F4249C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3742" y="5771728"/>
                <a:ext cx="569707" cy="0"/>
              </a:xfrm>
              <a:prstGeom prst="line">
                <a:avLst/>
              </a:prstGeom>
              <a:ln w="381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775AA0F0-A939-45EF-AA99-D8D701F7430E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9208" y="4827443"/>
                    <a:ext cx="655819" cy="584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775AA0F0-A939-45EF-AA99-D8D701F743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9208" y="4827443"/>
                    <a:ext cx="655819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A59153C-0798-44E1-A622-7FD4C86A8D54}"/>
                  </a:ext>
                </a:extLst>
              </p:cNvPr>
              <p:cNvSpPr/>
              <p:nvPr/>
            </p:nvSpPr>
            <p:spPr>
              <a:xfrm>
                <a:off x="9749721" y="4768761"/>
                <a:ext cx="407456" cy="798800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1A09966-B6AE-4F8B-AE9D-BDDE0071489A}"/>
                  </a:ext>
                </a:extLst>
              </p:cNvPr>
              <p:cNvCxnSpPr>
                <a:cxnSpLocks/>
                <a:endCxn id="7" idx="0"/>
              </p:cNvCxnSpPr>
              <p:nvPr/>
            </p:nvCxnSpPr>
            <p:spPr>
              <a:xfrm>
                <a:off x="9953449" y="4548524"/>
                <a:ext cx="0" cy="220237"/>
              </a:xfrm>
              <a:prstGeom prst="line">
                <a:avLst/>
              </a:prstGeom>
              <a:ln w="381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0435E8A-B4DB-4EFE-87C8-B1C15D9CC8B9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>
                <a:off x="9953449" y="5567561"/>
                <a:ext cx="7291" cy="227643"/>
              </a:xfrm>
              <a:prstGeom prst="line">
                <a:avLst/>
              </a:prstGeom>
              <a:ln w="381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4D63960-43B7-4C7B-AA23-28E07687A0AC}"/>
                </a:ext>
              </a:extLst>
            </p:cNvPr>
            <p:cNvGrpSpPr/>
            <p:nvPr/>
          </p:nvGrpSpPr>
          <p:grpSpPr>
            <a:xfrm>
              <a:off x="7356978" y="4746587"/>
              <a:ext cx="1311680" cy="1231692"/>
              <a:chOff x="3087631" y="4548526"/>
              <a:chExt cx="1311680" cy="1231692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B723C8B-DA95-48C0-8EF8-B0343FD25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7631" y="4548526"/>
                <a:ext cx="1311680" cy="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320D64F-E389-4D08-BB62-07BA6E4FA7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7631" y="5780218"/>
                <a:ext cx="1311680" cy="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0DF5FA03-43D8-4566-87B7-40EE681E4227}"/>
                      </a:ext>
                    </a:extLst>
                  </p:cNvPr>
                  <p:cNvSpPr txBox="1"/>
                  <p:nvPr/>
                </p:nvSpPr>
                <p:spPr>
                  <a:xfrm>
                    <a:off x="3415561" y="4852808"/>
                    <a:ext cx="65581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vi-VN" sz="32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0DF5FA03-43D8-4566-87B7-40EE681E42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5561" y="4852808"/>
                    <a:ext cx="655819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099EC08-6C3F-458C-AEA9-086456C87B1A}"/>
                </a:ext>
              </a:extLst>
            </p:cNvPr>
            <p:cNvCxnSpPr/>
            <p:nvPr/>
          </p:nvCxnSpPr>
          <p:spPr>
            <a:xfrm>
              <a:off x="5538562" y="4452340"/>
              <a:ext cx="176883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E956241-2432-48E0-9310-9E49D3B7C968}"/>
                </a:ext>
              </a:extLst>
            </p:cNvPr>
            <p:cNvCxnSpPr>
              <a:cxnSpLocks/>
            </p:cNvCxnSpPr>
            <p:nvPr/>
          </p:nvCxnSpPr>
          <p:spPr>
            <a:xfrm>
              <a:off x="7265798" y="4452340"/>
              <a:ext cx="1402860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7F32D13-2E96-40C0-9213-2C8EA0544AE6}"/>
                    </a:ext>
                  </a:extLst>
                </p:cNvPr>
                <p:cNvSpPr txBox="1"/>
                <p:nvPr/>
              </p:nvSpPr>
              <p:spPr>
                <a:xfrm>
                  <a:off x="6074271" y="3913231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7F32D13-2E96-40C0-9213-2C8EA0544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4271" y="3913231"/>
                  <a:ext cx="655819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3C752C-559C-48C3-8015-4924CBA7A652}"/>
                    </a:ext>
                  </a:extLst>
                </p:cNvPr>
                <p:cNvSpPr txBox="1"/>
                <p:nvPr/>
              </p:nvSpPr>
              <p:spPr>
                <a:xfrm>
                  <a:off x="7587908" y="3885677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3C752C-559C-48C3-8015-4924CBA7A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908" y="3885677"/>
                  <a:ext cx="655819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32475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967181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/>
              <p:nvPr/>
            </p:nvSpPr>
            <p:spPr>
              <a:xfrm>
                <a:off x="4862819" y="6254711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819" y="6254711"/>
                <a:ext cx="2883708" cy="584775"/>
              </a:xfrm>
              <a:prstGeom prst="rect">
                <a:avLst/>
              </a:prstGeom>
              <a:blipFill>
                <a:blip r:embed="rId4"/>
                <a:stretch>
                  <a:fillRect l="-549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588956"/>
            <a:ext cx="4680000" cy="4680000"/>
            <a:chOff x="1494067" y="1588956"/>
            <a:chExt cx="4680000" cy="468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680000" cy="468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834067" y="1588956"/>
              <a:ext cx="0" cy="46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928956"/>
              <a:ext cx="46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2214067" y="2308956"/>
              <a:ext cx="3240000" cy="32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2567402" y="277270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/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41F956-0609-4768-920D-583ADBBF7763}"/>
              </a:ext>
            </a:extLst>
          </p:cNvPr>
          <p:cNvCxnSpPr>
            <a:cxnSpLocks/>
            <a:stCxn id="40" idx="0"/>
            <a:endCxn id="39" idx="5"/>
          </p:cNvCxnSpPr>
          <p:nvPr/>
        </p:nvCxnSpPr>
        <p:spPr>
          <a:xfrm flipH="1" flipV="1">
            <a:off x="4979580" y="5074469"/>
            <a:ext cx="1325093" cy="11802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13786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967181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</a:t>
            </a:r>
            <a:endParaRPr lang="en-GB" sz="4400" dirty="0">
              <a:solidFill>
                <a:srgbClr val="C0000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507570-21BA-4D7F-88E3-8280E418A2BE}"/>
              </a:ext>
            </a:extLst>
          </p:cNvPr>
          <p:cNvGrpSpPr/>
          <p:nvPr/>
        </p:nvGrpSpPr>
        <p:grpSpPr>
          <a:xfrm>
            <a:off x="259397" y="1132462"/>
            <a:ext cx="7487130" cy="5707024"/>
            <a:chOff x="259397" y="1132462"/>
            <a:chExt cx="7487130" cy="570702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680000" cy="468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834067" y="1588956"/>
              <a:ext cx="0" cy="46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928956"/>
              <a:ext cx="46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2214067" y="2308956"/>
              <a:ext cx="3240000" cy="32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1FB42F-3D2B-49C0-8DAC-6F9DD882FED2}"/>
                    </a:ext>
                  </a:extLst>
                </p:cNvPr>
                <p:cNvSpPr txBox="1"/>
                <p:nvPr/>
              </p:nvSpPr>
              <p:spPr>
                <a:xfrm>
                  <a:off x="4862819" y="6254711"/>
                  <a:ext cx="288370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1FB42F-3D2B-49C0-8DAC-6F9DD882F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2819" y="6254711"/>
                  <a:ext cx="2883708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5497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741F956-0609-4768-920D-583ADBBF7763}"/>
                </a:ext>
              </a:extLst>
            </p:cNvPr>
            <p:cNvCxnSpPr>
              <a:cxnSpLocks/>
              <a:stCxn id="40" idx="0"/>
              <a:endCxn id="39" idx="5"/>
            </p:cNvCxnSpPr>
            <p:nvPr/>
          </p:nvCxnSpPr>
          <p:spPr>
            <a:xfrm flipH="1" flipV="1">
              <a:off x="4979580" y="5074469"/>
              <a:ext cx="1325093" cy="11802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2567402" y="277270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/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4E38D3-A4D5-4E3D-8390-0A2FF852F3C1}"/>
                </a:ext>
              </a:extLst>
            </p:cNvPr>
            <p:cNvSpPr/>
            <p:nvPr/>
          </p:nvSpPr>
          <p:spPr>
            <a:xfrm>
              <a:off x="3851833" y="3041752"/>
              <a:ext cx="1800000" cy="1800000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/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blipFill>
                  <a:blip r:embed="rId6"/>
                  <a:stretch>
                    <a:fillRect l="-5497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8B24AE-3F1A-4DBC-92DF-20F3838D03C9}"/>
                </a:ext>
              </a:extLst>
            </p:cNvPr>
            <p:cNvCxnSpPr>
              <a:cxnSpLocks/>
              <a:stCxn id="14" idx="2"/>
              <a:endCxn id="13" idx="0"/>
            </p:cNvCxnSpPr>
            <p:nvPr/>
          </p:nvCxnSpPr>
          <p:spPr>
            <a:xfrm>
              <a:off x="1701251" y="1717237"/>
              <a:ext cx="3050582" cy="13245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31F708-ED68-42A3-8A5C-24093771148A}"/>
                </a:ext>
              </a:extLst>
            </p:cNvPr>
            <p:cNvSpPr/>
            <p:nvPr/>
          </p:nvSpPr>
          <p:spPr>
            <a:xfrm>
              <a:off x="3764843" y="3854762"/>
              <a:ext cx="144000" cy="144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9626C7-C680-4F67-90DE-6A8E1DD2CC1C}"/>
                </a:ext>
              </a:extLst>
            </p:cNvPr>
            <p:cNvSpPr/>
            <p:nvPr/>
          </p:nvSpPr>
          <p:spPr>
            <a:xfrm>
              <a:off x="5585116" y="385476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60E8FD-0D72-423F-9DB1-EFFB4CBEEF9B}"/>
                </a:ext>
              </a:extLst>
            </p:cNvPr>
            <p:cNvSpPr txBox="1"/>
            <p:nvPr/>
          </p:nvSpPr>
          <p:spPr>
            <a:xfrm>
              <a:off x="365617" y="5987305"/>
              <a:ext cx="21218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Gốc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tọa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/>
                <p:nvPr/>
              </p:nvSpPr>
              <p:spPr>
                <a:xfrm>
                  <a:off x="5302573" y="1235367"/>
                  <a:ext cx="2121864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Điểm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</m:t>
                          </m:r>
                        </m:e>
                      </m:d>
                    </m:oMath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2573" y="1235367"/>
                  <a:ext cx="2121864" cy="1077218"/>
                </a:xfrm>
                <a:prstGeom prst="rect">
                  <a:avLst/>
                </a:prstGeom>
                <a:blipFill>
                  <a:blip r:embed="rId7"/>
                  <a:stretch>
                    <a:fillRect t="-79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9EDDAFB-603F-41FE-8F36-CF2CB2F88F44}"/>
                </a:ext>
              </a:extLst>
            </p:cNvPr>
            <p:cNvCxnSpPr>
              <a:cxnSpLocks/>
              <a:stCxn id="21" idx="3"/>
              <a:endCxn id="18" idx="3"/>
            </p:cNvCxnSpPr>
            <p:nvPr/>
          </p:nvCxnSpPr>
          <p:spPr>
            <a:xfrm flipV="1">
              <a:off x="2487481" y="3977674"/>
              <a:ext cx="1298450" cy="23020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867EF18-6047-4C47-8162-FDB20A8DC47E}"/>
                </a:ext>
              </a:extLst>
            </p:cNvPr>
            <p:cNvCxnSpPr>
              <a:cxnSpLocks/>
              <a:stCxn id="23" idx="2"/>
              <a:endCxn id="19" idx="7"/>
            </p:cNvCxnSpPr>
            <p:nvPr/>
          </p:nvCxnSpPr>
          <p:spPr>
            <a:xfrm flipH="1">
              <a:off x="5708028" y="2312585"/>
              <a:ext cx="655477" cy="15632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732149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967181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/>
              <p:nvPr/>
            </p:nvSpPr>
            <p:spPr>
              <a:xfrm>
                <a:off x="4862819" y="6254711"/>
                <a:ext cx="28837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819" y="6254711"/>
                <a:ext cx="2883708" cy="584775"/>
              </a:xfrm>
              <a:prstGeom prst="rect">
                <a:avLst/>
              </a:prstGeom>
              <a:blipFill>
                <a:blip r:embed="rId4"/>
                <a:stretch>
                  <a:fillRect l="-549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DF119BB-A892-4AAC-8E37-B5CC90F18EE4}"/>
              </a:ext>
            </a:extLst>
          </p:cNvPr>
          <p:cNvGrpSpPr/>
          <p:nvPr/>
        </p:nvGrpSpPr>
        <p:grpSpPr>
          <a:xfrm>
            <a:off x="259397" y="1132462"/>
            <a:ext cx="7165040" cy="5136494"/>
            <a:chOff x="259397" y="1132462"/>
            <a:chExt cx="7165040" cy="513649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680000" cy="468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834067" y="1588956"/>
              <a:ext cx="0" cy="46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928956"/>
              <a:ext cx="46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2214067" y="2308956"/>
              <a:ext cx="3240000" cy="32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741F956-0609-4768-920D-583ADBBF7763}"/>
                </a:ext>
              </a:extLst>
            </p:cNvPr>
            <p:cNvCxnSpPr>
              <a:cxnSpLocks/>
              <a:stCxn id="40" idx="0"/>
              <a:endCxn id="39" idx="5"/>
            </p:cNvCxnSpPr>
            <p:nvPr/>
          </p:nvCxnSpPr>
          <p:spPr>
            <a:xfrm flipH="1" flipV="1">
              <a:off x="4979580" y="5074469"/>
              <a:ext cx="1325093" cy="11802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2567402" y="277270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/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4E38D3-A4D5-4E3D-8390-0A2FF852F3C1}"/>
                </a:ext>
              </a:extLst>
            </p:cNvPr>
            <p:cNvSpPr/>
            <p:nvPr/>
          </p:nvSpPr>
          <p:spPr>
            <a:xfrm>
              <a:off x="3851833" y="3041752"/>
              <a:ext cx="1800000" cy="1800000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/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blipFill>
                  <a:blip r:embed="rId6"/>
                  <a:stretch>
                    <a:fillRect l="-5497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8B24AE-3F1A-4DBC-92DF-20F3838D03C9}"/>
                </a:ext>
              </a:extLst>
            </p:cNvPr>
            <p:cNvCxnSpPr>
              <a:cxnSpLocks/>
              <a:stCxn id="14" idx="2"/>
              <a:endCxn id="13" idx="0"/>
            </p:cNvCxnSpPr>
            <p:nvPr/>
          </p:nvCxnSpPr>
          <p:spPr>
            <a:xfrm>
              <a:off x="1701251" y="1717237"/>
              <a:ext cx="3050582" cy="13245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31F708-ED68-42A3-8A5C-24093771148A}"/>
                </a:ext>
              </a:extLst>
            </p:cNvPr>
            <p:cNvSpPr/>
            <p:nvPr/>
          </p:nvSpPr>
          <p:spPr>
            <a:xfrm>
              <a:off x="5231321" y="317510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9626C7-C680-4F67-90DE-6A8E1DD2CC1C}"/>
                </a:ext>
              </a:extLst>
            </p:cNvPr>
            <p:cNvSpPr/>
            <p:nvPr/>
          </p:nvSpPr>
          <p:spPr>
            <a:xfrm>
              <a:off x="5195399" y="4627345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/>
                <p:nvPr/>
              </p:nvSpPr>
              <p:spPr>
                <a:xfrm>
                  <a:off x="5302573" y="1235367"/>
                  <a:ext cx="212186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Điểm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a14:m>
                  <a:endPara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2573" y="1235367"/>
                  <a:ext cx="2121864" cy="584775"/>
                </a:xfrm>
                <a:prstGeom prst="rect">
                  <a:avLst/>
                </a:prstGeom>
                <a:blipFill>
                  <a:blip r:embed="rId7"/>
                  <a:stretch>
                    <a:fillRect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867EF18-6047-4C47-8162-FDB20A8DC47E}"/>
                </a:ext>
              </a:extLst>
            </p:cNvPr>
            <p:cNvCxnSpPr>
              <a:cxnSpLocks/>
              <a:stCxn id="23" idx="2"/>
              <a:endCxn id="18" idx="7"/>
            </p:cNvCxnSpPr>
            <p:nvPr/>
          </p:nvCxnSpPr>
          <p:spPr>
            <a:xfrm flipH="1">
              <a:off x="5354233" y="1820142"/>
              <a:ext cx="1009272" cy="13760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1B251A6-5BCE-42B3-9DE1-F5F3A65B2C3D}"/>
                </a:ext>
              </a:extLst>
            </p:cNvPr>
            <p:cNvCxnSpPr>
              <a:cxnSpLocks/>
              <a:stCxn id="23" idx="2"/>
              <a:endCxn id="19" idx="6"/>
            </p:cNvCxnSpPr>
            <p:nvPr/>
          </p:nvCxnSpPr>
          <p:spPr>
            <a:xfrm flipH="1">
              <a:off x="5339399" y="1820142"/>
              <a:ext cx="1024106" cy="28792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842661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967181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</a:t>
            </a:r>
            <a:endParaRPr lang="en-GB" sz="4400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28D209-0F90-4269-8BB4-9BEA29E6C716}"/>
              </a:ext>
            </a:extLst>
          </p:cNvPr>
          <p:cNvGrpSpPr/>
          <p:nvPr/>
        </p:nvGrpSpPr>
        <p:grpSpPr>
          <a:xfrm>
            <a:off x="259397" y="1089878"/>
            <a:ext cx="7487130" cy="5749608"/>
            <a:chOff x="259397" y="1089878"/>
            <a:chExt cx="7487130" cy="574960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680000" cy="468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834067" y="1588956"/>
              <a:ext cx="0" cy="46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928956"/>
              <a:ext cx="46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2214067" y="2308956"/>
              <a:ext cx="3240000" cy="32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1FB42F-3D2B-49C0-8DAC-6F9DD882FED2}"/>
                    </a:ext>
                  </a:extLst>
                </p:cNvPr>
                <p:cNvSpPr txBox="1"/>
                <p:nvPr/>
              </p:nvSpPr>
              <p:spPr>
                <a:xfrm>
                  <a:off x="4862819" y="6254711"/>
                  <a:ext cx="288370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1FB42F-3D2B-49C0-8DAC-6F9DD882F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2819" y="6254711"/>
                  <a:ext cx="2883708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5497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741F956-0609-4768-920D-583ADBBF7763}"/>
                </a:ext>
              </a:extLst>
            </p:cNvPr>
            <p:cNvCxnSpPr>
              <a:cxnSpLocks/>
              <a:stCxn id="40" idx="0"/>
              <a:endCxn id="39" idx="5"/>
            </p:cNvCxnSpPr>
            <p:nvPr/>
          </p:nvCxnSpPr>
          <p:spPr>
            <a:xfrm flipH="1" flipV="1">
              <a:off x="4979580" y="5074469"/>
              <a:ext cx="1325093" cy="11802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2567402" y="2772702"/>
              <a:ext cx="144000" cy="144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/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4E38D3-A4D5-4E3D-8390-0A2FF852F3C1}"/>
                </a:ext>
              </a:extLst>
            </p:cNvPr>
            <p:cNvSpPr/>
            <p:nvPr/>
          </p:nvSpPr>
          <p:spPr>
            <a:xfrm>
              <a:off x="3851833" y="3041752"/>
              <a:ext cx="1800000" cy="1800000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/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blipFill>
                  <a:blip r:embed="rId6"/>
                  <a:stretch>
                    <a:fillRect l="-5497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9626C7-C680-4F67-90DE-6A8E1DD2CC1C}"/>
                </a:ext>
              </a:extLst>
            </p:cNvPr>
            <p:cNvSpPr/>
            <p:nvPr/>
          </p:nvSpPr>
          <p:spPr>
            <a:xfrm>
              <a:off x="5195399" y="4627345"/>
              <a:ext cx="144000" cy="144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/>
                <p:nvPr/>
              </p:nvSpPr>
              <p:spPr>
                <a:xfrm>
                  <a:off x="5308892" y="4537345"/>
                  <a:ext cx="53978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8892" y="4537345"/>
                  <a:ext cx="539788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Arc 1">
              <a:extLst>
                <a:ext uri="{FF2B5EF4-FFF2-40B4-BE49-F238E27FC236}">
                  <a16:creationId xmlns:a16="http://schemas.microsoft.com/office/drawing/2014/main" id="{5AC0C19F-22F0-4C5A-9051-848ABA4FAD3A}"/>
                </a:ext>
              </a:extLst>
            </p:cNvPr>
            <p:cNvSpPr/>
            <p:nvPr/>
          </p:nvSpPr>
          <p:spPr>
            <a:xfrm>
              <a:off x="2222950" y="2305665"/>
              <a:ext cx="3240000" cy="3240000"/>
            </a:xfrm>
            <a:prstGeom prst="arc">
              <a:avLst>
                <a:gd name="adj1" fmla="val 13477675"/>
                <a:gd name="adj2" fmla="val 1579007"/>
              </a:avLst>
            </a:prstGeom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8B24AE-3F1A-4DBC-92DF-20F3838D03C9}"/>
                </a:ext>
              </a:extLst>
            </p:cNvPr>
            <p:cNvCxnSpPr>
              <a:cxnSpLocks/>
              <a:stCxn id="14" idx="2"/>
              <a:endCxn id="13" idx="0"/>
            </p:cNvCxnSpPr>
            <p:nvPr/>
          </p:nvCxnSpPr>
          <p:spPr>
            <a:xfrm>
              <a:off x="1701251" y="1717237"/>
              <a:ext cx="3050582" cy="13245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FD05FF6-8B46-4FB1-9744-CD2E5FEF9583}"/>
                    </a:ext>
                  </a:extLst>
                </p:cNvPr>
                <p:cNvSpPr txBox="1"/>
                <p:nvPr/>
              </p:nvSpPr>
              <p:spPr>
                <a:xfrm>
                  <a:off x="5028733" y="1089878"/>
                  <a:ext cx="223275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Chiều </a:t>
                  </a:r>
                  <a:r>
                    <a:rPr lang="en-GB" sz="3200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dài</a:t>
                  </a:r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FD05FF6-8B46-4FB1-9744-CD2E5FEF95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33" y="1089878"/>
                  <a:ext cx="2232750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5464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946319C-E276-4063-8A8E-B986CB6E25DE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flipH="1">
              <a:off x="4597030" y="1674653"/>
              <a:ext cx="1548078" cy="79191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028132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(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967181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</a:t>
            </a:r>
            <a:endParaRPr lang="en-GB" sz="4400" dirty="0">
              <a:solidFill>
                <a:srgbClr val="C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A1B22-2C33-4F81-B430-0EE39119510C}"/>
              </a:ext>
            </a:extLst>
          </p:cNvPr>
          <p:cNvGrpSpPr/>
          <p:nvPr/>
        </p:nvGrpSpPr>
        <p:grpSpPr>
          <a:xfrm>
            <a:off x="259397" y="1089878"/>
            <a:ext cx="7487130" cy="5749608"/>
            <a:chOff x="259397" y="1089878"/>
            <a:chExt cx="7487130" cy="574960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680000" cy="468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834067" y="1588956"/>
              <a:ext cx="0" cy="46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928956"/>
              <a:ext cx="46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2214067" y="2308956"/>
              <a:ext cx="3240000" cy="32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1FB42F-3D2B-49C0-8DAC-6F9DD882FED2}"/>
                    </a:ext>
                  </a:extLst>
                </p:cNvPr>
                <p:cNvSpPr txBox="1"/>
                <p:nvPr/>
              </p:nvSpPr>
              <p:spPr>
                <a:xfrm>
                  <a:off x="4862819" y="6254711"/>
                  <a:ext cx="288370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1FB42F-3D2B-49C0-8DAC-6F9DD882F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2819" y="6254711"/>
                  <a:ext cx="2883708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5497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741F956-0609-4768-920D-583ADBBF7763}"/>
                </a:ext>
              </a:extLst>
            </p:cNvPr>
            <p:cNvCxnSpPr>
              <a:cxnSpLocks/>
              <a:stCxn id="40" idx="0"/>
              <a:endCxn id="39" idx="5"/>
            </p:cNvCxnSpPr>
            <p:nvPr/>
          </p:nvCxnSpPr>
          <p:spPr>
            <a:xfrm flipH="1" flipV="1">
              <a:off x="4979580" y="5074469"/>
              <a:ext cx="1325093" cy="118024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2567402" y="277270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/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583" y="2466569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4E38D3-A4D5-4E3D-8390-0A2FF852F3C1}"/>
                </a:ext>
              </a:extLst>
            </p:cNvPr>
            <p:cNvSpPr/>
            <p:nvPr/>
          </p:nvSpPr>
          <p:spPr>
            <a:xfrm>
              <a:off x="3851833" y="3041752"/>
              <a:ext cx="1800000" cy="1800000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/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11471-E669-4C23-9C72-EF724E208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97" y="1132462"/>
                  <a:ext cx="2883708" cy="584775"/>
                </a:xfrm>
                <a:prstGeom prst="rect">
                  <a:avLst/>
                </a:prstGeom>
                <a:blipFill>
                  <a:blip r:embed="rId6"/>
                  <a:stretch>
                    <a:fillRect l="-5497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9626C7-C680-4F67-90DE-6A8E1DD2CC1C}"/>
                </a:ext>
              </a:extLst>
            </p:cNvPr>
            <p:cNvSpPr/>
            <p:nvPr/>
          </p:nvSpPr>
          <p:spPr>
            <a:xfrm>
              <a:off x="5195399" y="4627345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/>
                <p:nvPr/>
              </p:nvSpPr>
              <p:spPr>
                <a:xfrm>
                  <a:off x="5308892" y="4537345"/>
                  <a:ext cx="53978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B85F076-CFE6-48C9-B125-416A46BB3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8892" y="4537345"/>
                  <a:ext cx="539788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Arc 1">
              <a:extLst>
                <a:ext uri="{FF2B5EF4-FFF2-40B4-BE49-F238E27FC236}">
                  <a16:creationId xmlns:a16="http://schemas.microsoft.com/office/drawing/2014/main" id="{5AC0C19F-22F0-4C5A-9051-848ABA4FAD3A}"/>
                </a:ext>
              </a:extLst>
            </p:cNvPr>
            <p:cNvSpPr/>
            <p:nvPr/>
          </p:nvSpPr>
          <p:spPr>
            <a:xfrm>
              <a:off x="3857360" y="3041752"/>
              <a:ext cx="1800000" cy="1800000"/>
            </a:xfrm>
            <a:prstGeom prst="arc">
              <a:avLst>
                <a:gd name="adj1" fmla="val 3384400"/>
                <a:gd name="adj2" fmla="val 10771850"/>
              </a:avLst>
            </a:prstGeom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8B24AE-3F1A-4DBC-92DF-20F3838D03C9}"/>
                </a:ext>
              </a:extLst>
            </p:cNvPr>
            <p:cNvCxnSpPr>
              <a:cxnSpLocks/>
              <a:stCxn id="14" idx="2"/>
              <a:endCxn id="13" idx="0"/>
            </p:cNvCxnSpPr>
            <p:nvPr/>
          </p:nvCxnSpPr>
          <p:spPr>
            <a:xfrm>
              <a:off x="1701251" y="1717237"/>
              <a:ext cx="3050582" cy="13245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FD05FF6-8B46-4FB1-9744-CD2E5FEF9583}"/>
                    </a:ext>
                  </a:extLst>
                </p:cNvPr>
                <p:cNvSpPr txBox="1"/>
                <p:nvPr/>
              </p:nvSpPr>
              <p:spPr>
                <a:xfrm>
                  <a:off x="5028733" y="1089878"/>
                  <a:ext cx="223275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Chiều </a:t>
                  </a:r>
                  <a:r>
                    <a:rPr lang="en-GB" sz="3200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dài</a:t>
                  </a:r>
                  <a:r>
                    <a: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FD05FF6-8B46-4FB1-9744-CD2E5FEF95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33" y="1089878"/>
                  <a:ext cx="2232750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5738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946319C-E276-4063-8A8E-B986CB6E25DE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flipH="1">
              <a:off x="4377775" y="1674653"/>
              <a:ext cx="1767333" cy="30966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91F16F6-0DA9-4A4B-A41A-1E2BE2C56F02}"/>
                </a:ext>
              </a:extLst>
            </p:cNvPr>
            <p:cNvSpPr/>
            <p:nvPr/>
          </p:nvSpPr>
          <p:spPr>
            <a:xfrm>
              <a:off x="3762067" y="3856956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2228468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119920"/>
            <a:ext cx="10772775" cy="1514007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Dùng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đoạn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405871"/>
                <a:ext cx="10772775" cy="320087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 pháp phối hợp trở kháng dùng 2 đoạn dây nối tiếp có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sử dụng để phối hợp bất kỳ giá trị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vi-VN" sz="32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nào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488" indent="-90488" algn="just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hợp tổng quát, nếu đoạn dây kề tải chiều dài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đặc tính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bằng phương pháp đổi cơ sở trở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đồ thị Smith, ta cũng có thể tìm ra kết quả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(SV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405871"/>
                <a:ext cx="10772775" cy="3200876"/>
              </a:xfrm>
              <a:prstGeom prst="rect">
                <a:avLst/>
              </a:prstGeom>
              <a:blipFill>
                <a:blip r:embed="rId2"/>
                <a:stretch>
                  <a:fillRect l="-1244" t="-2286" r="-1414" b="-5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26011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021779"/>
                <a:ext cx="10772775" cy="418576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 pháp phối hợp trở kháng bằng dây chêm là phương pháp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sử dụng phổ biến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đặc tính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dễ điều chỉnh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dải tần số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 động khá rộng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với các phương pháp trước đây.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 tắc phối hợp trở 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mắc song song với đường 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 sóng chính (giả sử không tổn hao) có đầu cuối kết thúc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một đường dây truyền sóng phụ gọi là dây 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(stub), cũng được giả sử không tổn hao, có đầu cuối là hở 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ngắn mạch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021779"/>
                <a:ext cx="10772775" cy="4185761"/>
              </a:xfrm>
              <a:prstGeom prst="rect">
                <a:avLst/>
              </a:prstGeom>
              <a:blipFill>
                <a:blip r:embed="rId2"/>
                <a:stretch>
                  <a:fillRect l="-1244" t="-1603" r="-1414" b="-42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55396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5FBB266-FCB9-4539-BAED-6CE34EA8D296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1969477" y="2275373"/>
            <a:ext cx="81090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09E4E2D-D5A9-4780-9FC4-5A70995D37D4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1969477" y="3939288"/>
            <a:ext cx="81090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B99F5FF-F3CD-4D56-B2C3-1A7C4B87157C}"/>
              </a:ext>
            </a:extLst>
          </p:cNvPr>
          <p:cNvSpPr/>
          <p:nvPr/>
        </p:nvSpPr>
        <p:spPr>
          <a:xfrm>
            <a:off x="2780381" y="2200423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DE90012-F07E-4FEA-9FBB-3813674C70E2}"/>
              </a:ext>
            </a:extLst>
          </p:cNvPr>
          <p:cNvSpPr/>
          <p:nvPr/>
        </p:nvSpPr>
        <p:spPr>
          <a:xfrm>
            <a:off x="2780381" y="3864338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CDA8818-3452-499D-8E85-F2E799B41D7C}"/>
              </a:ext>
            </a:extLst>
          </p:cNvPr>
          <p:cNvSpPr/>
          <p:nvPr/>
        </p:nvSpPr>
        <p:spPr>
          <a:xfrm>
            <a:off x="4730727" y="2636350"/>
            <a:ext cx="422223" cy="88691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8E219CD-6296-4B0E-A00F-B37BF6EECAFC}"/>
              </a:ext>
            </a:extLst>
          </p:cNvPr>
          <p:cNvSpPr/>
          <p:nvPr/>
        </p:nvSpPr>
        <p:spPr>
          <a:xfrm>
            <a:off x="4881046" y="2200423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935434D-884A-49F4-957F-4640E8282CF7}"/>
              </a:ext>
            </a:extLst>
          </p:cNvPr>
          <p:cNvSpPr/>
          <p:nvPr/>
        </p:nvSpPr>
        <p:spPr>
          <a:xfrm>
            <a:off x="4881046" y="3864338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59A7AF7-006B-4032-BCC9-F20AF7D66998}"/>
                  </a:ext>
                </a:extLst>
              </p:cNvPr>
              <p:cNvSpPr txBox="1"/>
              <p:nvPr/>
            </p:nvSpPr>
            <p:spPr>
              <a:xfrm>
                <a:off x="5086980" y="2764001"/>
                <a:ext cx="7075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59A7AF7-006B-4032-BCC9-F20AF7D66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980" y="2764001"/>
                <a:ext cx="70750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F398D2D-1855-4BE5-82B7-08A4872BF15E}"/>
                  </a:ext>
                </a:extLst>
              </p:cNvPr>
              <p:cNvSpPr txBox="1"/>
              <p:nvPr/>
            </p:nvSpPr>
            <p:spPr>
              <a:xfrm>
                <a:off x="3052502" y="757530"/>
                <a:ext cx="4301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F398D2D-1855-4BE5-82B7-08A4872BF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502" y="757530"/>
                <a:ext cx="43011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itle 1">
            <a:extLst>
              <a:ext uri="{FF2B5EF4-FFF2-40B4-BE49-F238E27FC236}">
                <a16:creationId xmlns:a16="http://schemas.microsoft.com/office/drawing/2014/main" id="{45207C03-DEFB-4395-BD02-88601E2FC019}"/>
              </a:ext>
            </a:extLst>
          </p:cNvPr>
          <p:cNvSpPr txBox="1">
            <a:spLocks/>
          </p:cNvSpPr>
          <p:nvPr/>
        </p:nvSpPr>
        <p:spPr>
          <a:xfrm>
            <a:off x="556084" y="4909556"/>
            <a:ext cx="10772775" cy="1695286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455CFF2-5CB7-46B8-A580-CEA530D4B643}"/>
              </a:ext>
            </a:extLst>
          </p:cNvPr>
          <p:cNvCxnSpPr>
            <a:cxnSpLocks/>
            <a:endCxn id="54" idx="7"/>
          </p:cNvCxnSpPr>
          <p:nvPr/>
        </p:nvCxnSpPr>
        <p:spPr>
          <a:xfrm flipH="1">
            <a:off x="2908329" y="253158"/>
            <a:ext cx="1475636" cy="19692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FA6CCC2-8EF3-44AF-A0D4-501139D39A46}"/>
              </a:ext>
            </a:extLst>
          </p:cNvPr>
          <p:cNvCxnSpPr>
            <a:cxnSpLocks/>
            <a:endCxn id="61" idx="7"/>
          </p:cNvCxnSpPr>
          <p:nvPr/>
        </p:nvCxnSpPr>
        <p:spPr>
          <a:xfrm flipH="1">
            <a:off x="2908329" y="1942781"/>
            <a:ext cx="1494041" cy="19435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A221C62-1327-47AE-B52A-7EDEE0F5B537}"/>
              </a:ext>
            </a:extLst>
          </p:cNvPr>
          <p:cNvCxnSpPr>
            <a:cxnSpLocks/>
            <a:stCxn id="54" idx="6"/>
            <a:endCxn id="82" idx="2"/>
          </p:cNvCxnSpPr>
          <p:nvPr/>
        </p:nvCxnSpPr>
        <p:spPr>
          <a:xfrm>
            <a:off x="2930281" y="2275373"/>
            <a:ext cx="195076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990092-A9D7-4165-80E4-848A36F57983}"/>
              </a:ext>
            </a:extLst>
          </p:cNvPr>
          <p:cNvCxnSpPr/>
          <p:nvPr/>
        </p:nvCxnSpPr>
        <p:spPr>
          <a:xfrm>
            <a:off x="4402370" y="232744"/>
            <a:ext cx="0" cy="17100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45FFB2B-B4D8-46DB-82E1-D7849E065239}"/>
              </a:ext>
            </a:extLst>
          </p:cNvPr>
          <p:cNvCxnSpPr>
            <a:cxnSpLocks/>
            <a:stCxn id="61" idx="6"/>
            <a:endCxn id="84" idx="2"/>
          </p:cNvCxnSpPr>
          <p:nvPr/>
        </p:nvCxnSpPr>
        <p:spPr>
          <a:xfrm>
            <a:off x="2930281" y="3939288"/>
            <a:ext cx="195076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96B9D0E-9C57-4D46-B641-CD5B994004E9}"/>
              </a:ext>
            </a:extLst>
          </p:cNvPr>
          <p:cNvCxnSpPr>
            <a:cxnSpLocks/>
            <a:stCxn id="76" idx="0"/>
            <a:endCxn id="82" idx="4"/>
          </p:cNvCxnSpPr>
          <p:nvPr/>
        </p:nvCxnSpPr>
        <p:spPr>
          <a:xfrm flipV="1">
            <a:off x="4941839" y="2350323"/>
            <a:ext cx="14157" cy="28602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43A034A-D444-4146-B87C-E4335EB12841}"/>
              </a:ext>
            </a:extLst>
          </p:cNvPr>
          <p:cNvCxnSpPr>
            <a:cxnSpLocks/>
            <a:stCxn id="84" idx="0"/>
            <a:endCxn id="76" idx="2"/>
          </p:cNvCxnSpPr>
          <p:nvPr/>
        </p:nvCxnSpPr>
        <p:spPr>
          <a:xfrm flipH="1" flipV="1">
            <a:off x="4941839" y="3523268"/>
            <a:ext cx="14157" cy="3410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3C11090-4E94-49E4-91A9-9D713D0B7842}"/>
              </a:ext>
            </a:extLst>
          </p:cNvPr>
          <p:cNvCxnSpPr>
            <a:cxnSpLocks/>
          </p:cNvCxnSpPr>
          <p:nvPr/>
        </p:nvCxnSpPr>
        <p:spPr>
          <a:xfrm flipH="1">
            <a:off x="2723106" y="124204"/>
            <a:ext cx="1475636" cy="1969217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5AE314D-9DCE-474A-987D-6CA643B156DE}"/>
              </a:ext>
            </a:extLst>
          </p:cNvPr>
          <p:cNvCxnSpPr>
            <a:cxnSpLocks/>
          </p:cNvCxnSpPr>
          <p:nvPr/>
        </p:nvCxnSpPr>
        <p:spPr>
          <a:xfrm flipH="1">
            <a:off x="2889420" y="4112451"/>
            <a:ext cx="2066576" cy="0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862D050-BAE2-42B1-AC35-A6B6AF697464}"/>
                  </a:ext>
                </a:extLst>
              </p:cNvPr>
              <p:cNvSpPr txBox="1"/>
              <p:nvPr/>
            </p:nvSpPr>
            <p:spPr>
              <a:xfrm>
                <a:off x="3671203" y="3992287"/>
                <a:ext cx="5375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862D050-BAE2-42B1-AC35-A6B6AF697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203" y="3992287"/>
                <a:ext cx="537518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310F9484-EE08-4BC4-B766-74A31546BD09}"/>
              </a:ext>
            </a:extLst>
          </p:cNvPr>
          <p:cNvSpPr txBox="1"/>
          <p:nvPr/>
        </p:nvSpPr>
        <p:spPr>
          <a:xfrm>
            <a:off x="4383965" y="449543"/>
            <a:ext cx="23391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chêm</a:t>
            </a:r>
            <a:endParaRPr lang="en-GB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AB71DD1-4BDB-4032-A325-B6EE56A818FC}"/>
              </a:ext>
            </a:extLst>
          </p:cNvPr>
          <p:cNvCxnSpPr>
            <a:cxnSpLocks/>
            <a:stCxn id="141" idx="2"/>
          </p:cNvCxnSpPr>
          <p:nvPr/>
        </p:nvCxnSpPr>
        <p:spPr>
          <a:xfrm flipH="1">
            <a:off x="6862257" y="2285164"/>
            <a:ext cx="81090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D6B825E-4E08-4BAE-90F6-A2E6EF19A314}"/>
              </a:ext>
            </a:extLst>
          </p:cNvPr>
          <p:cNvCxnSpPr>
            <a:cxnSpLocks/>
            <a:stCxn id="142" idx="2"/>
          </p:cNvCxnSpPr>
          <p:nvPr/>
        </p:nvCxnSpPr>
        <p:spPr>
          <a:xfrm flipH="1">
            <a:off x="6862257" y="3949079"/>
            <a:ext cx="81090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81EE9976-D7D8-4C4B-B3E4-AC93B0CC6331}"/>
              </a:ext>
            </a:extLst>
          </p:cNvPr>
          <p:cNvSpPr/>
          <p:nvPr/>
        </p:nvSpPr>
        <p:spPr>
          <a:xfrm>
            <a:off x="7673161" y="2210214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4172BF1B-F6FE-4F76-B538-F8131F4DF31B}"/>
              </a:ext>
            </a:extLst>
          </p:cNvPr>
          <p:cNvSpPr/>
          <p:nvPr/>
        </p:nvSpPr>
        <p:spPr>
          <a:xfrm>
            <a:off x="7673161" y="3874129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5790E5D-97B8-4728-B2D1-747E63B55C10}"/>
              </a:ext>
            </a:extLst>
          </p:cNvPr>
          <p:cNvSpPr/>
          <p:nvPr/>
        </p:nvSpPr>
        <p:spPr>
          <a:xfrm>
            <a:off x="9623507" y="2646141"/>
            <a:ext cx="422223" cy="88691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3146F181-FA54-4B12-A719-561F976CC89E}"/>
              </a:ext>
            </a:extLst>
          </p:cNvPr>
          <p:cNvSpPr/>
          <p:nvPr/>
        </p:nvSpPr>
        <p:spPr>
          <a:xfrm>
            <a:off x="9773826" y="2210214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CFC72AA-A4BD-408D-9A84-ACFC022D9E79}"/>
              </a:ext>
            </a:extLst>
          </p:cNvPr>
          <p:cNvSpPr/>
          <p:nvPr/>
        </p:nvSpPr>
        <p:spPr>
          <a:xfrm>
            <a:off x="9773826" y="3874129"/>
            <a:ext cx="149900" cy="149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78FF8E5-E73D-4771-85DE-172263D01139}"/>
                  </a:ext>
                </a:extLst>
              </p:cNvPr>
              <p:cNvSpPr txBox="1"/>
              <p:nvPr/>
            </p:nvSpPr>
            <p:spPr>
              <a:xfrm>
                <a:off x="9979760" y="2773792"/>
                <a:ext cx="7075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78FF8E5-E73D-4771-85DE-172263D01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760" y="2773792"/>
                <a:ext cx="70750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81B40D5-5377-421F-AF61-9CFF061EA6F1}"/>
                  </a:ext>
                </a:extLst>
              </p:cNvPr>
              <p:cNvSpPr txBox="1"/>
              <p:nvPr/>
            </p:nvSpPr>
            <p:spPr>
              <a:xfrm>
                <a:off x="7945282" y="767321"/>
                <a:ext cx="4301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81B40D5-5377-421F-AF61-9CFF061EA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282" y="767321"/>
                <a:ext cx="430118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A205007-F786-43DD-BED1-FF2925C5C218}"/>
              </a:ext>
            </a:extLst>
          </p:cNvPr>
          <p:cNvCxnSpPr>
            <a:cxnSpLocks/>
            <a:endCxn id="141" idx="7"/>
          </p:cNvCxnSpPr>
          <p:nvPr/>
        </p:nvCxnSpPr>
        <p:spPr>
          <a:xfrm flipH="1">
            <a:off x="7801109" y="262949"/>
            <a:ext cx="1475636" cy="19692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81FB7C5-4641-4E73-A8DB-A1E8F247E6A0}"/>
              </a:ext>
            </a:extLst>
          </p:cNvPr>
          <p:cNvCxnSpPr>
            <a:cxnSpLocks/>
            <a:endCxn id="142" idx="7"/>
          </p:cNvCxnSpPr>
          <p:nvPr/>
        </p:nvCxnSpPr>
        <p:spPr>
          <a:xfrm flipH="1">
            <a:off x="7801109" y="1952572"/>
            <a:ext cx="1494041" cy="19435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5DD795E-7EAC-42D4-9FA9-242DB1B39D3A}"/>
              </a:ext>
            </a:extLst>
          </p:cNvPr>
          <p:cNvCxnSpPr>
            <a:cxnSpLocks/>
            <a:stCxn id="141" idx="6"/>
            <a:endCxn id="144" idx="2"/>
          </p:cNvCxnSpPr>
          <p:nvPr/>
        </p:nvCxnSpPr>
        <p:spPr>
          <a:xfrm>
            <a:off x="7823061" y="2285164"/>
            <a:ext cx="195076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78566AA-6163-4F23-85A0-E5BEABE5ABB7}"/>
              </a:ext>
            </a:extLst>
          </p:cNvPr>
          <p:cNvCxnSpPr>
            <a:cxnSpLocks/>
            <a:stCxn id="142" idx="6"/>
            <a:endCxn id="145" idx="2"/>
          </p:cNvCxnSpPr>
          <p:nvPr/>
        </p:nvCxnSpPr>
        <p:spPr>
          <a:xfrm>
            <a:off x="7823061" y="3949079"/>
            <a:ext cx="195076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4DAB4A5-6B6E-436A-9939-4B01E8C187A1}"/>
              </a:ext>
            </a:extLst>
          </p:cNvPr>
          <p:cNvCxnSpPr>
            <a:cxnSpLocks/>
            <a:stCxn id="143" idx="0"/>
            <a:endCxn id="144" idx="4"/>
          </p:cNvCxnSpPr>
          <p:nvPr/>
        </p:nvCxnSpPr>
        <p:spPr>
          <a:xfrm flipV="1">
            <a:off x="9834619" y="2360114"/>
            <a:ext cx="14157" cy="28602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A4F14EC-4F33-4112-BD20-09655ED1C27F}"/>
              </a:ext>
            </a:extLst>
          </p:cNvPr>
          <p:cNvCxnSpPr>
            <a:cxnSpLocks/>
            <a:stCxn id="145" idx="0"/>
            <a:endCxn id="143" idx="2"/>
          </p:cNvCxnSpPr>
          <p:nvPr/>
        </p:nvCxnSpPr>
        <p:spPr>
          <a:xfrm flipH="1" flipV="1">
            <a:off x="9834619" y="3533059"/>
            <a:ext cx="14157" cy="3410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89B3E02-0234-4EBD-A6D1-E21A8B7C0806}"/>
              </a:ext>
            </a:extLst>
          </p:cNvPr>
          <p:cNvCxnSpPr>
            <a:cxnSpLocks/>
          </p:cNvCxnSpPr>
          <p:nvPr/>
        </p:nvCxnSpPr>
        <p:spPr>
          <a:xfrm flipH="1">
            <a:off x="7615886" y="133995"/>
            <a:ext cx="1475636" cy="1969217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783E341-A770-485D-962A-257F9D5257D4}"/>
              </a:ext>
            </a:extLst>
          </p:cNvPr>
          <p:cNvCxnSpPr>
            <a:cxnSpLocks/>
          </p:cNvCxnSpPr>
          <p:nvPr/>
        </p:nvCxnSpPr>
        <p:spPr>
          <a:xfrm flipH="1">
            <a:off x="7782200" y="4122242"/>
            <a:ext cx="2066576" cy="0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B56085B-E69C-4893-8836-39A3364C98D2}"/>
                  </a:ext>
                </a:extLst>
              </p:cNvPr>
              <p:cNvSpPr txBox="1"/>
              <p:nvPr/>
            </p:nvSpPr>
            <p:spPr>
              <a:xfrm>
                <a:off x="8563983" y="4002078"/>
                <a:ext cx="5375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B56085B-E69C-4893-8836-39A3364C9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983" y="4002078"/>
                <a:ext cx="53751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01D37F19-9763-4D75-9DCC-5928E51BA545}"/>
              </a:ext>
            </a:extLst>
          </p:cNvPr>
          <p:cNvSpPr txBox="1"/>
          <p:nvPr/>
        </p:nvSpPr>
        <p:spPr>
          <a:xfrm>
            <a:off x="9465097" y="459334"/>
            <a:ext cx="19623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chêm</a:t>
            </a:r>
            <a:endParaRPr lang="en-GB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A7A7501-AED9-4FF8-A00A-33950C5B40B2}"/>
              </a:ext>
            </a:extLst>
          </p:cNvPr>
          <p:cNvSpPr txBox="1"/>
          <p:nvPr/>
        </p:nvSpPr>
        <p:spPr>
          <a:xfrm>
            <a:off x="56225" y="238366"/>
            <a:ext cx="24906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GB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194992F-0BF2-401A-A379-4AAB3DAB7AC0}"/>
              </a:ext>
            </a:extLst>
          </p:cNvPr>
          <p:cNvCxnSpPr>
            <a:cxnSpLocks/>
            <a:stCxn id="159" idx="2"/>
          </p:cNvCxnSpPr>
          <p:nvPr/>
        </p:nvCxnSpPr>
        <p:spPr>
          <a:xfrm>
            <a:off x="1301572" y="1315584"/>
            <a:ext cx="832524" cy="9449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072972A9-521B-4455-939F-9A2D3928CCDA}"/>
              </a:ext>
            </a:extLst>
          </p:cNvPr>
          <p:cNvCxnSpPr>
            <a:cxnSpLocks/>
          </p:cNvCxnSpPr>
          <p:nvPr/>
        </p:nvCxnSpPr>
        <p:spPr>
          <a:xfrm>
            <a:off x="1259368" y="1287448"/>
            <a:ext cx="6018051" cy="9597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F9983DC-1AD4-4EF5-B1A4-18AC0D611E88}"/>
              </a:ext>
            </a:extLst>
          </p:cNvPr>
          <p:cNvGrpSpPr/>
          <p:nvPr/>
        </p:nvGrpSpPr>
        <p:grpSpPr>
          <a:xfrm>
            <a:off x="1657835" y="2019287"/>
            <a:ext cx="2898723" cy="1826980"/>
            <a:chOff x="1657835" y="2019287"/>
            <a:chExt cx="2898723" cy="1826980"/>
          </a:xfrm>
        </p:grpSpPr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3F8AB6A8-B124-48D7-B138-252DE328CE0D}"/>
                </a:ext>
              </a:extLst>
            </p:cNvPr>
            <p:cNvSpPr/>
            <p:nvPr/>
          </p:nvSpPr>
          <p:spPr>
            <a:xfrm>
              <a:off x="1657836" y="2954809"/>
              <a:ext cx="978408" cy="484632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E0411C56-58B9-4BBB-8911-6DDA98BAC281}"/>
                </a:ext>
              </a:extLst>
            </p:cNvPr>
            <p:cNvSpPr/>
            <p:nvPr/>
          </p:nvSpPr>
          <p:spPr>
            <a:xfrm>
              <a:off x="3578150" y="3029141"/>
              <a:ext cx="978408" cy="484632"/>
            </a:xfrm>
            <a:prstGeom prst="right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0EB63B5F-12A8-4712-93A0-D3A61008E24B}"/>
                </a:ext>
              </a:extLst>
            </p:cNvPr>
            <p:cNvSpPr/>
            <p:nvPr/>
          </p:nvSpPr>
          <p:spPr>
            <a:xfrm rot="18784559">
              <a:off x="2905349" y="2266175"/>
              <a:ext cx="978408" cy="484632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FDF66F8-3E8C-4451-B0C3-2C55769E990E}"/>
                    </a:ext>
                  </a:extLst>
                </p:cNvPr>
                <p:cNvSpPr txBox="1"/>
                <p:nvPr/>
              </p:nvSpPr>
              <p:spPr>
                <a:xfrm>
                  <a:off x="1657835" y="3220983"/>
                  <a:ext cx="6233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FDF66F8-3E8C-4451-B0C3-2C55769E9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835" y="3220983"/>
                  <a:ext cx="623311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4B31943-A65E-4E40-9644-EF5FA56782B1}"/>
                    </a:ext>
                  </a:extLst>
                </p:cNvPr>
                <p:cNvSpPr txBox="1"/>
                <p:nvPr/>
              </p:nvSpPr>
              <p:spPr>
                <a:xfrm>
                  <a:off x="3684235" y="3261492"/>
                  <a:ext cx="6840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4B31943-A65E-4E40-9644-EF5FA5678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4235" y="3261492"/>
                  <a:ext cx="684097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C9C4251-69E6-4443-A2D5-B91D9AB1B5DA}"/>
                    </a:ext>
                  </a:extLst>
                </p:cNvPr>
                <p:cNvSpPr txBox="1"/>
                <p:nvPr/>
              </p:nvSpPr>
              <p:spPr>
                <a:xfrm>
                  <a:off x="2443850" y="2275233"/>
                  <a:ext cx="64312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C9C4251-69E6-4443-A2D5-B91D9AB1B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3850" y="2275233"/>
                  <a:ext cx="643125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7929B77-98B2-4DB4-9844-980B68B6224F}"/>
              </a:ext>
            </a:extLst>
          </p:cNvPr>
          <p:cNvGrpSpPr/>
          <p:nvPr/>
        </p:nvGrpSpPr>
        <p:grpSpPr>
          <a:xfrm>
            <a:off x="6539932" y="2017585"/>
            <a:ext cx="2898723" cy="1826980"/>
            <a:chOff x="1657835" y="2019287"/>
            <a:chExt cx="2898723" cy="1826980"/>
          </a:xfrm>
        </p:grpSpPr>
        <p:sp>
          <p:nvSpPr>
            <p:cNvPr id="58" name="Arrow: Right 57">
              <a:extLst>
                <a:ext uri="{FF2B5EF4-FFF2-40B4-BE49-F238E27FC236}">
                  <a16:creationId xmlns:a16="http://schemas.microsoft.com/office/drawing/2014/main" id="{C6D06AA9-5C19-40EA-89FA-FE0BB7D97DE0}"/>
                </a:ext>
              </a:extLst>
            </p:cNvPr>
            <p:cNvSpPr/>
            <p:nvPr/>
          </p:nvSpPr>
          <p:spPr>
            <a:xfrm>
              <a:off x="1657836" y="2954809"/>
              <a:ext cx="978408" cy="484632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24CE979C-0E4C-48B6-903C-F02A25C3BB27}"/>
                </a:ext>
              </a:extLst>
            </p:cNvPr>
            <p:cNvSpPr/>
            <p:nvPr/>
          </p:nvSpPr>
          <p:spPr>
            <a:xfrm>
              <a:off x="3578150" y="3029141"/>
              <a:ext cx="978408" cy="484632"/>
            </a:xfrm>
            <a:prstGeom prst="right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Arrow: Right 59">
              <a:extLst>
                <a:ext uri="{FF2B5EF4-FFF2-40B4-BE49-F238E27FC236}">
                  <a16:creationId xmlns:a16="http://schemas.microsoft.com/office/drawing/2014/main" id="{27816497-CA82-4406-A7F3-ABD89E0F4BAC}"/>
                </a:ext>
              </a:extLst>
            </p:cNvPr>
            <p:cNvSpPr/>
            <p:nvPr/>
          </p:nvSpPr>
          <p:spPr>
            <a:xfrm rot="18784559">
              <a:off x="2905349" y="2266175"/>
              <a:ext cx="978408" cy="484632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4BB900B-8BE4-4557-94BA-6F901F34FC17}"/>
                    </a:ext>
                  </a:extLst>
                </p:cNvPr>
                <p:cNvSpPr txBox="1"/>
                <p:nvPr/>
              </p:nvSpPr>
              <p:spPr>
                <a:xfrm>
                  <a:off x="1657835" y="3220983"/>
                  <a:ext cx="6233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4BB900B-8BE4-4557-94BA-6F901F34F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835" y="3220983"/>
                  <a:ext cx="623311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009A18B-10E0-472F-AA29-A1C27F070B5D}"/>
                    </a:ext>
                  </a:extLst>
                </p:cNvPr>
                <p:cNvSpPr txBox="1"/>
                <p:nvPr/>
              </p:nvSpPr>
              <p:spPr>
                <a:xfrm>
                  <a:off x="3684235" y="3261492"/>
                  <a:ext cx="6840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009A18B-10E0-472F-AA29-A1C27F070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4235" y="3261492"/>
                  <a:ext cx="684097" cy="584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492F599-6391-4961-8FFB-315B281194AD}"/>
                    </a:ext>
                  </a:extLst>
                </p:cNvPr>
                <p:cNvSpPr txBox="1"/>
                <p:nvPr/>
              </p:nvSpPr>
              <p:spPr>
                <a:xfrm>
                  <a:off x="2443850" y="2275233"/>
                  <a:ext cx="64312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2492F599-6391-4961-8FFB-315B28119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3850" y="2275233"/>
                  <a:ext cx="643125" cy="584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9056384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758462"/>
                <a:ext cx="10772775" cy="505067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1/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=1+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song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ngay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(do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tx1"/>
                  </a:buClr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758462"/>
                <a:ext cx="10772775" cy="5050678"/>
              </a:xfrm>
              <a:prstGeom prst="rect">
                <a:avLst/>
              </a:prstGeom>
              <a:blipFill>
                <a:blip r:embed="rId2"/>
                <a:stretch>
                  <a:fillRect l="-1414" t="-1327" r="-1414" b="-33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57320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1775421"/>
                <a:ext cx="10772775" cy="501675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just">
                  <a:buClr>
                    <a:schemeClr val="tx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=1+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(do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84138" indent="-84138" algn="just"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chọn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tx1"/>
                  </a:buClr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1775421"/>
                <a:ext cx="10772775" cy="5016758"/>
              </a:xfrm>
              <a:prstGeom prst="rect">
                <a:avLst/>
              </a:prstGeom>
              <a:blipFill>
                <a:blip r:embed="rId2"/>
                <a:stretch>
                  <a:fillRect l="-1414" t="-1337" r="-1414" b="-34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82904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195941"/>
                <a:ext cx="10772775" cy="392184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chêm có đầu cuối ngắn mạch hoặc hở mạch đều có tác dụng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 đương, với điều kiện chiều dài của chúng hơn kém nhau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bội số lẻ lần của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 nhiên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thực tế, dây chêm đầu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 ngắn mạch thường được dùng hơn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lĩnh vực siêu cao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tần,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 đoạn ngắn mạch dễ thực hiện hơn một đoạn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mạch lý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tưởng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(phải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đến các điện dung ký sinh).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195941"/>
                <a:ext cx="10772775" cy="3921843"/>
              </a:xfrm>
              <a:prstGeom prst="rect">
                <a:avLst/>
              </a:prstGeom>
              <a:blipFill>
                <a:blip r:embed="rId2"/>
                <a:stretch>
                  <a:fillRect l="-1244" t="-1708" r="-1414" b="-4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25334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197249"/>
                <a:ext cx="10772775" cy="365792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cs typeface="Times New Roman" panose="02020603050405020304" pitchFamily="18" charset="0"/>
                  </a:rPr>
                  <a:t>Bài toán phối hợp trở kháng dùng dây chêm có vô số nghiệm số,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cs typeface="Times New Roman" panose="02020603050405020304" pitchFamily="18" charset="0"/>
                  </a:rPr>
                  <a:t>vị trí các điểm có thể mắc dây chêm cách đều nhau các 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>
                    <a:cs typeface="Times New Roman" panose="02020603050405020304" pitchFamily="18" charset="0"/>
                  </a:rPr>
                  <a:t>chiều dài của dây chêm cũng sai khác nhau một bội 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cs typeface="Times New Roman" panose="02020603050405020304" pitchFamily="18" charset="0"/>
                  </a:rPr>
                  <a:t>lần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cs typeface="Times New Roman" panose="02020603050405020304" pitchFamily="18" charset="0"/>
                  </a:rPr>
                  <a:t>Ở đây, </a:t>
                </a:r>
                <a:r>
                  <a:rPr lang="vi-VN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chúng ta chỉ đề cập đến các nghiệm cơ bản là các vị trí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gần nhất, chiều dài ngắn nhất</a:t>
                </a:r>
                <a:r>
                  <a:rPr lang="en-GB" sz="32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197249"/>
                <a:ext cx="10772775" cy="3657924"/>
              </a:xfrm>
              <a:prstGeom prst="rect">
                <a:avLst/>
              </a:prstGeom>
              <a:blipFill>
                <a:blip r:embed="rId2"/>
                <a:stretch>
                  <a:fillRect l="-1244" t="-1833" r="-1414" b="-5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82275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831395"/>
                <a:ext cx="10772775" cy="461472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chêm có điện trở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sSub>
                          <m:sSubPr>
                            <m:ctrlPr>
                              <a:rPr lang="vi-VN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GB" sz="3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khác điện trở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đường dây chính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thì điều kiện phối hợp trở kháng trở thành 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3200" dirty="0"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31395"/>
                <a:ext cx="10772775" cy="4614725"/>
              </a:xfrm>
              <a:prstGeom prst="rect">
                <a:avLst/>
              </a:prstGeom>
              <a:blipFill>
                <a:blip r:embed="rId2"/>
                <a:stretch>
                  <a:fillRect l="-1414" t="-1321" r="-1414" b="-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59459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1" y="2432510"/>
                <a:ext cx="10772775" cy="290605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truyền sóng chính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đ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ầu cuối kết thúc bởi tải</a:t>
                </a:r>
                <a:r>
                  <a:rPr lang="vi-VN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num>
                      <m:den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2+</m:t>
                        </m:r>
                        <m:r>
                          <a:rPr lang="en-GB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en-GB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2+</m:t>
                            </m:r>
                            <m:rad>
                              <m:radPr>
                                <m:degHide m:val="on"/>
                                <m:ctrlPr>
                                  <a:rPr lang="en-GB" sz="3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3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den>
                    </m:f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chêm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dài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0 </m:t>
                    </m:r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đ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ầu cuối ngắn mạch, được mắc song song với dây chính 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cách tải một đoạn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</a:t>
                </a:r>
                <a14:m>
                  <m:oMath xmlns:m="http://schemas.openxmlformats.org/officeDocument/2006/math">
                    <m:r>
                      <a:rPr lang="en-GB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à </a:t>
                </a:r>
                <a14:m>
                  <m:oMath xmlns:m="http://schemas.openxmlformats.org/officeDocument/2006/math">
                    <m:r>
                      <a:rPr lang="en-GB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để có phối hợp trở kháng?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1" y="2432510"/>
                <a:ext cx="10772775" cy="2906052"/>
              </a:xfrm>
              <a:prstGeom prst="rect">
                <a:avLst/>
              </a:prstGeom>
              <a:blipFill>
                <a:blip r:embed="rId2"/>
                <a:stretch>
                  <a:fillRect l="-1244" t="-2516" r="-1414" b="-60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045722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=2+</m:t>
                      </m:r>
                      <m:r>
                        <a:rPr lang="en-GB" sz="3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d>
                        <m:dPr>
                          <m:ctrlPr>
                            <a:rPr lang="en-GB" sz="3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2+</m:t>
                          </m:r>
                          <m:rad>
                            <m:radPr>
                              <m:degHide m:val="on"/>
                              <m:ctrlPr>
                                <a:rPr lang="en-GB" sz="32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=2+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3,73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4225FF-C593-4757-A1C6-3E96A9089141}"/>
              </a:ext>
            </a:extLst>
          </p:cNvPr>
          <p:cNvGrpSpPr/>
          <p:nvPr/>
        </p:nvGrpSpPr>
        <p:grpSpPr>
          <a:xfrm>
            <a:off x="964939" y="1727922"/>
            <a:ext cx="5738256" cy="4452858"/>
            <a:chOff x="773677" y="1896734"/>
            <a:chExt cx="5738256" cy="445285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7DC0814-5883-4C52-B74F-3D14A458AE40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2686929" y="4047903"/>
              <a:ext cx="8109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2527EB1-907F-4A75-A475-DB605AB23EC9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>
              <a:off x="2686929" y="5711818"/>
              <a:ext cx="8109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52F0850-7DE7-4A24-A69D-11F2866CAC60}"/>
                </a:ext>
              </a:extLst>
            </p:cNvPr>
            <p:cNvSpPr/>
            <p:nvPr/>
          </p:nvSpPr>
          <p:spPr>
            <a:xfrm>
              <a:off x="3497833" y="397295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BD86189-6B68-443C-ACAE-1EB912190ECE}"/>
                </a:ext>
              </a:extLst>
            </p:cNvPr>
            <p:cNvSpPr/>
            <p:nvPr/>
          </p:nvSpPr>
          <p:spPr>
            <a:xfrm>
              <a:off x="3497833" y="5636868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8B13275-250D-41E9-ACBC-DE2E4338EDD5}"/>
                </a:ext>
              </a:extLst>
            </p:cNvPr>
            <p:cNvSpPr/>
            <p:nvPr/>
          </p:nvSpPr>
          <p:spPr>
            <a:xfrm>
              <a:off x="5448179" y="4408880"/>
              <a:ext cx="422223" cy="88691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93DA2C4-0B1E-45DF-BFEF-608E88DAE2BC}"/>
                </a:ext>
              </a:extLst>
            </p:cNvPr>
            <p:cNvSpPr/>
            <p:nvPr/>
          </p:nvSpPr>
          <p:spPr>
            <a:xfrm>
              <a:off x="5598498" y="397295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F256BA5-9CCC-4B64-AAA0-0AD2ADD703B4}"/>
                </a:ext>
              </a:extLst>
            </p:cNvPr>
            <p:cNvSpPr/>
            <p:nvPr/>
          </p:nvSpPr>
          <p:spPr>
            <a:xfrm>
              <a:off x="5598498" y="5636868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F406BF1-95F9-48F4-8CEE-B27DE781BCFC}"/>
                    </a:ext>
                  </a:extLst>
                </p:cNvPr>
                <p:cNvSpPr txBox="1"/>
                <p:nvPr/>
              </p:nvSpPr>
              <p:spPr>
                <a:xfrm>
                  <a:off x="5804432" y="4536531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F406BF1-95F9-48F4-8CEE-B27DE781B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4432" y="4536531"/>
                  <a:ext cx="707501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4D288AD-9493-406F-A64F-C895A7EBD62C}"/>
                    </a:ext>
                  </a:extLst>
                </p:cNvPr>
                <p:cNvSpPr txBox="1"/>
                <p:nvPr/>
              </p:nvSpPr>
              <p:spPr>
                <a:xfrm>
                  <a:off x="3769954" y="2530060"/>
                  <a:ext cx="43011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4D288AD-9493-406F-A64F-C895A7EBD6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9954" y="2530060"/>
                  <a:ext cx="430118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F15AB7-4DC7-4D87-898E-CDCA66FEDBEC}"/>
                </a:ext>
              </a:extLst>
            </p:cNvPr>
            <p:cNvCxnSpPr>
              <a:cxnSpLocks/>
              <a:endCxn id="29" idx="7"/>
            </p:cNvCxnSpPr>
            <p:nvPr/>
          </p:nvCxnSpPr>
          <p:spPr>
            <a:xfrm flipH="1">
              <a:off x="3625781" y="2025688"/>
              <a:ext cx="1475636" cy="196921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75109D7-9E28-4154-BCCF-2043F9F4C803}"/>
                </a:ext>
              </a:extLst>
            </p:cNvPr>
            <p:cNvCxnSpPr>
              <a:cxnSpLocks/>
              <a:endCxn id="30" idx="7"/>
            </p:cNvCxnSpPr>
            <p:nvPr/>
          </p:nvCxnSpPr>
          <p:spPr>
            <a:xfrm flipH="1">
              <a:off x="3625781" y="3715311"/>
              <a:ext cx="1494041" cy="194350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824C522-DDFC-4324-A41C-B792D6B65E40}"/>
                </a:ext>
              </a:extLst>
            </p:cNvPr>
            <p:cNvCxnSpPr>
              <a:cxnSpLocks/>
              <a:stCxn id="29" idx="6"/>
              <a:endCxn id="33" idx="2"/>
            </p:cNvCxnSpPr>
            <p:nvPr/>
          </p:nvCxnSpPr>
          <p:spPr>
            <a:xfrm>
              <a:off x="3647733" y="4047903"/>
              <a:ext cx="1950765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EA85004-8777-41D4-94E5-027606F807A3}"/>
                </a:ext>
              </a:extLst>
            </p:cNvPr>
            <p:cNvCxnSpPr/>
            <p:nvPr/>
          </p:nvCxnSpPr>
          <p:spPr>
            <a:xfrm>
              <a:off x="5119822" y="2005274"/>
              <a:ext cx="0" cy="17100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EE28872-945A-4FA4-9272-A205FD21804B}"/>
                </a:ext>
              </a:extLst>
            </p:cNvPr>
            <p:cNvCxnSpPr>
              <a:cxnSpLocks/>
              <a:stCxn id="30" idx="6"/>
              <a:endCxn id="34" idx="2"/>
            </p:cNvCxnSpPr>
            <p:nvPr/>
          </p:nvCxnSpPr>
          <p:spPr>
            <a:xfrm>
              <a:off x="3647733" y="5711818"/>
              <a:ext cx="1950765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87AF9B4-C515-4B18-9DDE-D930790C4458}"/>
                </a:ext>
              </a:extLst>
            </p:cNvPr>
            <p:cNvCxnSpPr>
              <a:cxnSpLocks/>
              <a:stCxn id="31" idx="0"/>
              <a:endCxn id="33" idx="4"/>
            </p:cNvCxnSpPr>
            <p:nvPr/>
          </p:nvCxnSpPr>
          <p:spPr>
            <a:xfrm flipV="1">
              <a:off x="5659291" y="4122853"/>
              <a:ext cx="14157" cy="286027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0C56282-32B6-4AE9-B076-F4947C61DFEA}"/>
                </a:ext>
              </a:extLst>
            </p:cNvPr>
            <p:cNvCxnSpPr>
              <a:cxnSpLocks/>
              <a:stCxn id="34" idx="0"/>
              <a:endCxn id="31" idx="2"/>
            </p:cNvCxnSpPr>
            <p:nvPr/>
          </p:nvCxnSpPr>
          <p:spPr>
            <a:xfrm flipH="1" flipV="1">
              <a:off x="5659291" y="5295798"/>
              <a:ext cx="14157" cy="34107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E862574-9B9E-40DF-8BD6-7339C8C04C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0558" y="1896734"/>
              <a:ext cx="1475636" cy="1969217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876BEB3-68D3-4B23-A126-9B0289EADC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6872" y="5884981"/>
              <a:ext cx="2066576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91AC9D3-6824-4537-A847-10F7D465B5F0}"/>
                </a:ext>
              </a:extLst>
            </p:cNvPr>
            <p:cNvSpPr txBox="1"/>
            <p:nvPr/>
          </p:nvSpPr>
          <p:spPr>
            <a:xfrm>
              <a:off x="773677" y="2010896"/>
              <a:ext cx="249069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chính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F3B035A-F9B6-4B42-979B-9693DE36A64A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>
              <a:off x="2019024" y="3088114"/>
              <a:ext cx="832524" cy="9449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E1AC10F-9B14-431B-9DB0-B2A4C7A77B9B}"/>
                    </a:ext>
                  </a:extLst>
                </p:cNvPr>
                <p:cNvSpPr txBox="1"/>
                <p:nvPr/>
              </p:nvSpPr>
              <p:spPr>
                <a:xfrm>
                  <a:off x="4282771" y="5764817"/>
                  <a:ext cx="53751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E1AC10F-9B14-431B-9DB0-B2A4C7A77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2771" y="5764817"/>
                  <a:ext cx="537518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9C7B23-7D5E-4F3C-8F7E-FDECE09EA04E}"/>
                  </a:ext>
                </a:extLst>
              </p:cNvPr>
              <p:cNvSpPr txBox="1"/>
              <p:nvPr/>
            </p:nvSpPr>
            <p:spPr>
              <a:xfrm>
                <a:off x="4511420" y="2746381"/>
                <a:ext cx="857221" cy="629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9C7B23-7D5E-4F3C-8F7E-FDECE09EA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420" y="2746381"/>
                <a:ext cx="857221" cy="629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8DB356F-B328-4A46-B88A-2F15A24E9561}"/>
              </a:ext>
            </a:extLst>
          </p:cNvPr>
          <p:cNvGrpSpPr/>
          <p:nvPr/>
        </p:nvGrpSpPr>
        <p:grpSpPr>
          <a:xfrm>
            <a:off x="2626548" y="3591970"/>
            <a:ext cx="2898723" cy="1826980"/>
            <a:chOff x="1657835" y="2019287"/>
            <a:chExt cx="2898723" cy="1826980"/>
          </a:xfrm>
        </p:grpSpPr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2DD2D97F-2D10-495E-994E-BDA8F056578C}"/>
                </a:ext>
              </a:extLst>
            </p:cNvPr>
            <p:cNvSpPr/>
            <p:nvPr/>
          </p:nvSpPr>
          <p:spPr>
            <a:xfrm>
              <a:off x="1657836" y="2954809"/>
              <a:ext cx="978408" cy="484632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F72D1B62-9BDF-4BDA-A7CE-6715616D1A1C}"/>
                </a:ext>
              </a:extLst>
            </p:cNvPr>
            <p:cNvSpPr/>
            <p:nvPr/>
          </p:nvSpPr>
          <p:spPr>
            <a:xfrm>
              <a:off x="3578150" y="3029141"/>
              <a:ext cx="978408" cy="484632"/>
            </a:xfrm>
            <a:prstGeom prst="right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31E6CFDB-EDC2-4890-9799-A0BF930776A2}"/>
                </a:ext>
              </a:extLst>
            </p:cNvPr>
            <p:cNvSpPr/>
            <p:nvPr/>
          </p:nvSpPr>
          <p:spPr>
            <a:xfrm rot="18784559">
              <a:off x="2905349" y="2266175"/>
              <a:ext cx="978408" cy="484632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73EE9BB-3A99-4CAC-99C5-387927E56D43}"/>
                    </a:ext>
                  </a:extLst>
                </p:cNvPr>
                <p:cNvSpPr txBox="1"/>
                <p:nvPr/>
              </p:nvSpPr>
              <p:spPr>
                <a:xfrm>
                  <a:off x="1657835" y="3220983"/>
                  <a:ext cx="6233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73EE9BB-3A99-4CAC-99C5-387927E56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835" y="3220983"/>
                  <a:ext cx="623311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D0DEE85-CA36-4865-967A-9E6DF4BB19EB}"/>
                    </a:ext>
                  </a:extLst>
                </p:cNvPr>
                <p:cNvSpPr txBox="1"/>
                <p:nvPr/>
              </p:nvSpPr>
              <p:spPr>
                <a:xfrm>
                  <a:off x="3684235" y="3261492"/>
                  <a:ext cx="6840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D0DEE85-CA36-4865-967A-9E6DF4BB1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4235" y="3261492"/>
                  <a:ext cx="684097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C4D0BAD-4247-4408-8D06-4D3CDF55992E}"/>
                    </a:ext>
                  </a:extLst>
                </p:cNvPr>
                <p:cNvSpPr txBox="1"/>
                <p:nvPr/>
              </p:nvSpPr>
              <p:spPr>
                <a:xfrm>
                  <a:off x="2443850" y="2275233"/>
                  <a:ext cx="64312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C4D0BAD-4247-4408-8D06-4D3CDF559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3850" y="2275233"/>
                  <a:ext cx="643125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493AA70-DE54-4A94-B15B-61482F66EE9F}"/>
                  </a:ext>
                </a:extLst>
              </p:cNvPr>
              <p:cNvSpPr txBox="1"/>
              <p:nvPr/>
            </p:nvSpPr>
            <p:spPr>
              <a:xfrm>
                <a:off x="2328919" y="3939189"/>
                <a:ext cx="7317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493AA70-DE54-4A94-B15B-61482F66E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919" y="3939189"/>
                <a:ext cx="73173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10430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c 5">
            <a:extLst>
              <a:ext uri="{FF2B5EF4-FFF2-40B4-BE49-F238E27FC236}">
                <a16:creationId xmlns:a16="http://schemas.microsoft.com/office/drawing/2014/main" id="{334560CE-9F82-491D-9E77-7D37D65102DD}"/>
              </a:ext>
            </a:extLst>
          </p:cNvPr>
          <p:cNvSpPr/>
          <p:nvPr/>
        </p:nvSpPr>
        <p:spPr>
          <a:xfrm>
            <a:off x="5218735" y="2976832"/>
            <a:ext cx="1159200" cy="1159200"/>
          </a:xfrm>
          <a:prstGeom prst="arc">
            <a:avLst>
              <a:gd name="adj1" fmla="val 5486361"/>
              <a:gd name="adj2" fmla="val 14608766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3,73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/>
              <p:nvPr/>
            </p:nvSpPr>
            <p:spPr>
              <a:xfrm>
                <a:off x="5282174" y="569533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74" y="5695332"/>
                <a:ext cx="2313189" cy="1077218"/>
              </a:xfrm>
              <a:prstGeom prst="rect">
                <a:avLst/>
              </a:prstGeom>
              <a:blipFill>
                <a:blip r:embed="rId4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20000" cy="4320000"/>
            <a:chOff x="1494067" y="1588956"/>
            <a:chExt cx="4320000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4374067" y="3028956"/>
              <a:ext cx="1440000" cy="14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/>
                <p:nvPr/>
              </p:nvSpPr>
              <p:spPr>
                <a:xfrm>
                  <a:off x="4738900" y="2420584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8900" y="2420584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41F956-0609-4768-920D-583ADBBF7763}"/>
              </a:ext>
            </a:extLst>
          </p:cNvPr>
          <p:cNvCxnSpPr>
            <a:cxnSpLocks/>
            <a:stCxn id="40" idx="0"/>
            <a:endCxn id="39" idx="5"/>
          </p:cNvCxnSpPr>
          <p:nvPr/>
        </p:nvCxnSpPr>
        <p:spPr>
          <a:xfrm flipH="1" flipV="1">
            <a:off x="5603184" y="4645149"/>
            <a:ext cx="835585" cy="10501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466424-8584-4923-B208-4B850E471CF1}"/>
                  </a:ext>
                </a:extLst>
              </p:cNvPr>
              <p:cNvSpPr txBox="1"/>
              <p:nvPr/>
            </p:nvSpPr>
            <p:spPr>
              <a:xfrm>
                <a:off x="5140979" y="1473405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=+3.73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466424-8584-4923-B208-4B850E471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979" y="1473405"/>
                <a:ext cx="2313189" cy="1077218"/>
              </a:xfrm>
              <a:prstGeom prst="rect">
                <a:avLst/>
              </a:prstGeom>
              <a:blipFill>
                <a:blip r:embed="rId6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3DCF5D-52BA-42AA-B0BE-D2A1BB7ACF30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417000" y="2550623"/>
            <a:ext cx="880574" cy="14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31479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F175129-6059-40A8-867D-5F5884846C4D}"/>
              </a:ext>
            </a:extLst>
          </p:cNvPr>
          <p:cNvSpPr/>
          <p:nvPr/>
        </p:nvSpPr>
        <p:spPr>
          <a:xfrm>
            <a:off x="1934282" y="2415685"/>
            <a:ext cx="3456000" cy="345600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20000" cy="4320000"/>
            <a:chOff x="1494067" y="1588956"/>
            <a:chExt cx="4320000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/>
                <p:nvPr/>
              </p:nvSpPr>
              <p:spPr>
                <a:xfrm>
                  <a:off x="4513005" y="2434398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E804-5C6E-4616-8473-D928DE779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005" y="2434398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/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blipFill>
                <a:blip r:embed="rId7"/>
                <a:stretch>
                  <a:fillRect l="-416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28F2F9-E0A0-438E-A2D1-3F524FB75166}"/>
              </a:ext>
            </a:extLst>
          </p:cNvPr>
          <p:cNvCxnSpPr>
            <a:cxnSpLocks/>
            <a:stCxn id="31" idx="2"/>
            <a:endCxn id="27" idx="1"/>
          </p:cNvCxnSpPr>
          <p:nvPr/>
        </p:nvCxnSpPr>
        <p:spPr>
          <a:xfrm>
            <a:off x="1480681" y="2084289"/>
            <a:ext cx="959720" cy="837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78918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F175129-6059-40A8-867D-5F5884846C4D}"/>
              </a:ext>
            </a:extLst>
          </p:cNvPr>
          <p:cNvSpPr/>
          <p:nvPr/>
        </p:nvSpPr>
        <p:spPr>
          <a:xfrm>
            <a:off x="1934282" y="2415685"/>
            <a:ext cx="3456000" cy="345600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Giao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/>
              <p:nvPr/>
            </p:nvSpPr>
            <p:spPr>
              <a:xfrm>
                <a:off x="5282174" y="569533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74" y="5695332"/>
                <a:ext cx="2313189" cy="1077218"/>
              </a:xfrm>
              <a:prstGeom prst="rect">
                <a:avLst/>
              </a:prstGeom>
              <a:blipFill>
                <a:blip r:embed="rId4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B13D2AC-35CA-44A7-9798-57A6B1E5F185}"/>
              </a:ext>
            </a:extLst>
          </p:cNvPr>
          <p:cNvSpPr/>
          <p:nvPr/>
        </p:nvSpPr>
        <p:spPr>
          <a:xfrm>
            <a:off x="3678075" y="3066917"/>
            <a:ext cx="2160000" cy="2160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160446" y="3352120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41F956-0609-4768-920D-583ADBBF7763}"/>
              </a:ext>
            </a:extLst>
          </p:cNvPr>
          <p:cNvCxnSpPr>
            <a:cxnSpLocks/>
            <a:stCxn id="40" idx="0"/>
            <a:endCxn id="39" idx="5"/>
          </p:cNvCxnSpPr>
          <p:nvPr/>
        </p:nvCxnSpPr>
        <p:spPr>
          <a:xfrm flipH="1" flipV="1">
            <a:off x="5521750" y="4910592"/>
            <a:ext cx="917019" cy="7847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/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blipFill>
                <a:blip r:embed="rId5"/>
                <a:stretch>
                  <a:fillRect l="-416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28F2F9-E0A0-438E-A2D1-3F524FB75166}"/>
              </a:ext>
            </a:extLst>
          </p:cNvPr>
          <p:cNvCxnSpPr>
            <a:cxnSpLocks/>
            <a:stCxn id="31" idx="2"/>
            <a:endCxn id="27" idx="1"/>
          </p:cNvCxnSpPr>
          <p:nvPr/>
        </p:nvCxnSpPr>
        <p:spPr>
          <a:xfrm>
            <a:off x="1480681" y="2084289"/>
            <a:ext cx="959720" cy="837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/>
              <p:nvPr/>
            </p:nvSpPr>
            <p:spPr>
              <a:xfrm>
                <a:off x="4759712" y="3272334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712" y="3272334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442DFE3A-79F3-470B-A909-ABBDDDB7C992}"/>
              </a:ext>
            </a:extLst>
          </p:cNvPr>
          <p:cNvSpPr/>
          <p:nvPr/>
        </p:nvSpPr>
        <p:spPr>
          <a:xfrm>
            <a:off x="4969928" y="3031080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C2DFB8D-0CD8-4DE8-A0B1-571733C93054}"/>
              </a:ext>
            </a:extLst>
          </p:cNvPr>
          <p:cNvSpPr/>
          <p:nvPr/>
        </p:nvSpPr>
        <p:spPr>
          <a:xfrm>
            <a:off x="4953464" y="5133691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D76C0F-F721-4800-8817-3CF1EBCC4CC8}"/>
                  </a:ext>
                </a:extLst>
              </p:cNvPr>
              <p:cNvSpPr txBox="1"/>
              <p:nvPr/>
            </p:nvSpPr>
            <p:spPr>
              <a:xfrm>
                <a:off x="4369645" y="4495218"/>
                <a:ext cx="655819" cy="627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D76C0F-F721-4800-8817-3CF1EBCC4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645" y="4495218"/>
                <a:ext cx="655819" cy="627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D85071-A960-4425-9F92-77C75A82FA2B}"/>
                  </a:ext>
                </a:extLst>
              </p:cNvPr>
              <p:cNvSpPr txBox="1"/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D85071-A960-4425-9F92-77C75A82F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029467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99925C-EC3F-4479-A0EF-156EB3B128EC}"/>
              </a:ext>
            </a:extLst>
          </p:cNvPr>
          <p:cNvCxnSpPr>
            <a:cxnSpLocks/>
          </p:cNvCxnSpPr>
          <p:nvPr/>
        </p:nvCxnSpPr>
        <p:spPr>
          <a:xfrm>
            <a:off x="3678075" y="4146917"/>
            <a:ext cx="2043783" cy="157042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1972F-92A4-43BE-AC4C-3FB0AAA96B80}"/>
              </a:ext>
            </a:extLst>
          </p:cNvPr>
          <p:cNvCxnSpPr>
            <a:cxnSpLocks/>
          </p:cNvCxnSpPr>
          <p:nvPr/>
        </p:nvCxnSpPr>
        <p:spPr>
          <a:xfrm flipV="1">
            <a:off x="3654067" y="2921805"/>
            <a:ext cx="2699860" cy="120882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F175129-6059-40A8-867D-5F5884846C4D}"/>
              </a:ext>
            </a:extLst>
          </p:cNvPr>
          <p:cNvSpPr/>
          <p:nvPr/>
        </p:nvSpPr>
        <p:spPr>
          <a:xfrm>
            <a:off x="1934282" y="2415685"/>
            <a:ext cx="3456000" cy="3456000"/>
          </a:xfrm>
          <a:prstGeom prst="ellipse">
            <a:avLst/>
          </a:prstGeom>
          <a:noFill/>
          <a:ln w="190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từ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chêm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=0,302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0,215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=0,087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20000" cy="4320000"/>
            <a:chOff x="1494067" y="1588956"/>
            <a:chExt cx="4320000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/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blipFill>
                <a:blip r:embed="rId5"/>
                <a:stretch>
                  <a:fillRect l="-416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28F2F9-E0A0-438E-A2D1-3F524FB75166}"/>
              </a:ext>
            </a:extLst>
          </p:cNvPr>
          <p:cNvCxnSpPr>
            <a:cxnSpLocks/>
            <a:stCxn id="31" idx="2"/>
            <a:endCxn id="27" idx="1"/>
          </p:cNvCxnSpPr>
          <p:nvPr/>
        </p:nvCxnSpPr>
        <p:spPr>
          <a:xfrm>
            <a:off x="1480681" y="2084289"/>
            <a:ext cx="959720" cy="837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/>
              <p:nvPr/>
            </p:nvSpPr>
            <p:spPr>
              <a:xfrm>
                <a:off x="4597702" y="297256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702" y="2972569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8C2DFB8D-0CD8-4DE8-A0B1-571733C93054}"/>
              </a:ext>
            </a:extLst>
          </p:cNvPr>
          <p:cNvSpPr/>
          <p:nvPr/>
        </p:nvSpPr>
        <p:spPr>
          <a:xfrm>
            <a:off x="4953464" y="5133691"/>
            <a:ext cx="144000" cy="14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95D1AD-3486-4437-BF9C-15BBEACD57A2}"/>
                  </a:ext>
                </a:extLst>
              </p:cNvPr>
              <p:cNvSpPr txBox="1"/>
              <p:nvPr/>
            </p:nvSpPr>
            <p:spPr>
              <a:xfrm>
                <a:off x="4539766" y="4342991"/>
                <a:ext cx="655819" cy="627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95D1AD-3486-4437-BF9C-15BBEACD5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766" y="4342991"/>
                <a:ext cx="655819" cy="627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c 16">
            <a:extLst>
              <a:ext uri="{FF2B5EF4-FFF2-40B4-BE49-F238E27FC236}">
                <a16:creationId xmlns:a16="http://schemas.microsoft.com/office/drawing/2014/main" id="{7EDC351C-13B9-4C48-BFC3-FA078422D1F2}"/>
              </a:ext>
            </a:extLst>
          </p:cNvPr>
          <p:cNvSpPr/>
          <p:nvPr/>
        </p:nvSpPr>
        <p:spPr>
          <a:xfrm>
            <a:off x="4536387" y="3061997"/>
            <a:ext cx="1800000" cy="2520000"/>
          </a:xfrm>
          <a:prstGeom prst="arc">
            <a:avLst>
              <a:gd name="adj1" fmla="val 17582808"/>
              <a:gd name="adj2" fmla="val 4366377"/>
            </a:avLst>
          </a:prstGeom>
          <a:ln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31102D22-261E-4FA3-A6FA-5CD2FCA5A687}"/>
              </a:ext>
            </a:extLst>
          </p:cNvPr>
          <p:cNvSpPr/>
          <p:nvPr/>
        </p:nvSpPr>
        <p:spPr>
          <a:xfrm>
            <a:off x="1942189" y="2418924"/>
            <a:ext cx="3456000" cy="3456000"/>
          </a:xfrm>
          <a:prstGeom prst="arc">
            <a:avLst>
              <a:gd name="adj1" fmla="val 20215476"/>
              <a:gd name="adj2" fmla="val 213662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4CC4A02-A939-4521-AE54-6C0FFFC9EA83}"/>
                  </a:ext>
                </a:extLst>
              </p:cNvPr>
              <p:cNvSpPr txBox="1"/>
              <p:nvPr/>
            </p:nvSpPr>
            <p:spPr>
              <a:xfrm>
                <a:off x="5821974" y="2407126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0,215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4CC4A02-A939-4521-AE54-6C0FFFC9E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974" y="2407126"/>
                <a:ext cx="144050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981505-6148-4E41-9FF9-C5FEF0FB8311}"/>
                  </a:ext>
                </a:extLst>
              </p:cNvPr>
              <p:cNvSpPr txBox="1"/>
              <p:nvPr/>
            </p:nvSpPr>
            <p:spPr>
              <a:xfrm>
                <a:off x="5645819" y="5405665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0,302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981505-6148-4E41-9FF9-C5FEF0FB8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819" y="5405665"/>
                <a:ext cx="144050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679C0A6-9406-4567-94B0-8FC110A3C59E}"/>
                  </a:ext>
                </a:extLst>
              </p:cNvPr>
              <p:cNvSpPr txBox="1"/>
              <p:nvPr/>
            </p:nvSpPr>
            <p:spPr>
              <a:xfrm>
                <a:off x="6267414" y="4130631"/>
                <a:ext cx="144050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0,087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679C0A6-9406-4567-94B0-8FC110A3C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14" y="4130631"/>
                <a:ext cx="144050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73763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vi-VN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−2,6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2,6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/>
              <p:nvPr/>
            </p:nvSpPr>
            <p:spPr>
              <a:xfrm>
                <a:off x="4911227" y="1502077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227" y="1502077"/>
                <a:ext cx="2313189" cy="1077218"/>
              </a:xfrm>
              <a:prstGeom prst="rect">
                <a:avLst/>
              </a:prstGeom>
              <a:blipFill>
                <a:blip r:embed="rId4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44008" cy="4320000"/>
            <a:chOff x="1494067" y="1588956"/>
            <a:chExt cx="4344008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3678075" y="2679841"/>
              <a:ext cx="2160000" cy="216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41F956-0609-4768-920D-583ADBBF7763}"/>
              </a:ext>
            </a:extLst>
          </p:cNvPr>
          <p:cNvCxnSpPr>
            <a:cxnSpLocks/>
            <a:stCxn id="40" idx="2"/>
            <a:endCxn id="39" idx="0"/>
          </p:cNvCxnSpPr>
          <p:nvPr/>
        </p:nvCxnSpPr>
        <p:spPr>
          <a:xfrm flipH="1">
            <a:off x="4758075" y="2579295"/>
            <a:ext cx="1309747" cy="4876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/>
              <p:nvPr/>
            </p:nvSpPr>
            <p:spPr>
              <a:xfrm>
                <a:off x="4607499" y="3086338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499" y="3086338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95D1AD-3486-4437-BF9C-15BBEACD57A2}"/>
                  </a:ext>
                </a:extLst>
              </p:cNvPr>
              <p:cNvSpPr txBox="1"/>
              <p:nvPr/>
            </p:nvSpPr>
            <p:spPr>
              <a:xfrm>
                <a:off x="4330365" y="4427801"/>
                <a:ext cx="655819" cy="627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95D1AD-3486-4437-BF9C-15BBEACD5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365" y="4427801"/>
                <a:ext cx="655819" cy="627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A9A229C6-68CA-4581-9A8B-CFE159852D3C}"/>
              </a:ext>
            </a:extLst>
          </p:cNvPr>
          <p:cNvSpPr/>
          <p:nvPr/>
        </p:nvSpPr>
        <p:spPr>
          <a:xfrm>
            <a:off x="5002471" y="4155556"/>
            <a:ext cx="1663200" cy="1663200"/>
          </a:xfrm>
          <a:prstGeom prst="arc">
            <a:avLst>
              <a:gd name="adj1" fmla="val 8115110"/>
              <a:gd name="adj2" fmla="val 16175227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286052" y="560510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=−2,6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52" y="5605102"/>
                <a:ext cx="2313189" cy="1077218"/>
              </a:xfrm>
              <a:prstGeom prst="rect">
                <a:avLst/>
              </a:prstGeom>
              <a:blipFill>
                <a:blip r:embed="rId8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5565862" y="4278706"/>
            <a:ext cx="876785" cy="1326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872B94E3-A549-43B5-AA74-840B4D11A825}"/>
              </a:ext>
            </a:extLst>
          </p:cNvPr>
          <p:cNvSpPr/>
          <p:nvPr/>
        </p:nvSpPr>
        <p:spPr>
          <a:xfrm>
            <a:off x="1942189" y="2418924"/>
            <a:ext cx="3456000" cy="3456000"/>
          </a:xfrm>
          <a:prstGeom prst="arc">
            <a:avLst>
              <a:gd name="adj1" fmla="val 20215476"/>
              <a:gd name="adj2" fmla="val 213662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C2DFB8D-0CD8-4DE8-A0B1-571733C93054}"/>
              </a:ext>
            </a:extLst>
          </p:cNvPr>
          <p:cNvSpPr/>
          <p:nvPr/>
        </p:nvSpPr>
        <p:spPr>
          <a:xfrm>
            <a:off x="4953464" y="5133691"/>
            <a:ext cx="144000" cy="14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81949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Clr>
                    <a:schemeClr val="tx1"/>
                  </a:buClr>
                  <a:buFontTx/>
                  <a:buChar char="-"/>
                </a:pP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/>
              <p:nvPr/>
            </p:nvSpPr>
            <p:spPr>
              <a:xfrm>
                <a:off x="4911227" y="1502077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227" y="1502077"/>
                <a:ext cx="2313189" cy="1077218"/>
              </a:xfrm>
              <a:prstGeom prst="rect">
                <a:avLst/>
              </a:prstGeom>
              <a:blipFill>
                <a:blip r:embed="rId4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44008" cy="4320000"/>
            <a:chOff x="1494067" y="1588956"/>
            <a:chExt cx="4344008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3678075" y="2679841"/>
              <a:ext cx="2160000" cy="216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41F956-0609-4768-920D-583ADBBF7763}"/>
              </a:ext>
            </a:extLst>
          </p:cNvPr>
          <p:cNvCxnSpPr>
            <a:cxnSpLocks/>
            <a:stCxn id="40" idx="2"/>
            <a:endCxn id="39" idx="0"/>
          </p:cNvCxnSpPr>
          <p:nvPr/>
        </p:nvCxnSpPr>
        <p:spPr>
          <a:xfrm flipH="1">
            <a:off x="4758075" y="2579295"/>
            <a:ext cx="1309747" cy="4876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/>
              <p:nvPr/>
            </p:nvSpPr>
            <p:spPr>
              <a:xfrm>
                <a:off x="4607499" y="3086338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499" y="3086338"/>
                <a:ext cx="65581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8C2DFB8D-0CD8-4DE8-A0B1-571733C93054}"/>
              </a:ext>
            </a:extLst>
          </p:cNvPr>
          <p:cNvSpPr/>
          <p:nvPr/>
        </p:nvSpPr>
        <p:spPr>
          <a:xfrm>
            <a:off x="4953464" y="5133691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95D1AD-3486-4437-BF9C-15BBEACD57A2}"/>
                  </a:ext>
                </a:extLst>
              </p:cNvPr>
              <p:cNvSpPr txBox="1"/>
              <p:nvPr/>
            </p:nvSpPr>
            <p:spPr>
              <a:xfrm>
                <a:off x="4330365" y="4427801"/>
                <a:ext cx="655819" cy="627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95D1AD-3486-4437-BF9C-15BBEACD5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365" y="4427801"/>
                <a:ext cx="655819" cy="6270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>
            <a:extLst>
              <a:ext uri="{FF2B5EF4-FFF2-40B4-BE49-F238E27FC236}">
                <a16:creationId xmlns:a16="http://schemas.microsoft.com/office/drawing/2014/main" id="{872B94E3-A549-43B5-AA74-840B4D11A825}"/>
              </a:ext>
            </a:extLst>
          </p:cNvPr>
          <p:cNvSpPr/>
          <p:nvPr/>
        </p:nvSpPr>
        <p:spPr>
          <a:xfrm>
            <a:off x="1942189" y="2418924"/>
            <a:ext cx="3456000" cy="3456000"/>
          </a:xfrm>
          <a:prstGeom prst="arc">
            <a:avLst>
              <a:gd name="adj1" fmla="val 20215476"/>
              <a:gd name="adj2" fmla="val 213662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1856657-2233-4E91-B482-2E4733A2F949}"/>
              </a:ext>
            </a:extLst>
          </p:cNvPr>
          <p:cNvSpPr/>
          <p:nvPr/>
        </p:nvSpPr>
        <p:spPr>
          <a:xfrm>
            <a:off x="3672243" y="3066929"/>
            <a:ext cx="2160000" cy="2160000"/>
          </a:xfrm>
          <a:prstGeom prst="arc">
            <a:avLst>
              <a:gd name="adj1" fmla="val 4759476"/>
              <a:gd name="adj2" fmla="val 1072401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269C1B-BFA8-44F8-8644-7BF846EFD0CE}"/>
              </a:ext>
            </a:extLst>
          </p:cNvPr>
          <p:cNvSpPr/>
          <p:nvPr/>
        </p:nvSpPr>
        <p:spPr>
          <a:xfrm>
            <a:off x="3592007" y="4064032"/>
            <a:ext cx="144000" cy="14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205105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810746"/>
                <a:ext cx="10772775" cy="161473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0 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nên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10746"/>
                <a:ext cx="10772775" cy="1614737"/>
              </a:xfrm>
              <a:prstGeom prst="rect">
                <a:avLst/>
              </a:prstGeom>
              <a:blipFill>
                <a:blip r:embed="rId2"/>
                <a:stretch>
                  <a:fillRect l="-1244" t="-4906" r="-1414" b="-11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69AFF3-D5D4-4796-A633-4CCACC61A902}"/>
                  </a:ext>
                </a:extLst>
              </p:cNvPr>
              <p:cNvSpPr txBox="1"/>
              <p:nvPr/>
            </p:nvSpPr>
            <p:spPr>
              <a:xfrm>
                <a:off x="2183497" y="3509891"/>
                <a:ext cx="7825003" cy="1017523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2,6</m:t>
                          </m:r>
                        </m:e>
                      </m:d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=0,02−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0,052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69AFF3-D5D4-4796-A633-4CCACC61A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497" y="3509891"/>
                <a:ext cx="7825003" cy="1017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D10595-9F37-4122-A169-90B5D4BEB653}"/>
                  </a:ext>
                </a:extLst>
              </p:cNvPr>
              <p:cNvSpPr txBox="1"/>
              <p:nvPr/>
            </p:nvSpPr>
            <p:spPr>
              <a:xfrm>
                <a:off x="2700152" y="4699818"/>
                <a:ext cx="6791691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−0,052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=0,052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D10595-9F37-4122-A169-90B5D4BEB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152" y="4699818"/>
                <a:ext cx="679169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5531D-1F58-477E-8352-EB7C65622C81}"/>
                  </a:ext>
                </a:extLst>
              </p:cNvPr>
              <p:cNvSpPr txBox="1"/>
              <p:nvPr/>
            </p:nvSpPr>
            <p:spPr>
              <a:xfrm>
                <a:off x="2338348" y="5456997"/>
                <a:ext cx="7515298" cy="115871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=0,052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100=5,2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5531D-1F58-477E-8352-EB7C65622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348" y="5456997"/>
                <a:ext cx="7515298" cy="11587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04555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groupChr>
                        <m:groupChrPr>
                          <m:chr m:val="⇔"/>
                          <m:vertJc m:val="bot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+5,2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dây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=∞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=+5,2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286052" y="5114573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52" y="5114573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0"/>
            <a:endCxn id="28" idx="5"/>
          </p:cNvCxnSpPr>
          <p:nvPr/>
        </p:nvCxnSpPr>
        <p:spPr>
          <a:xfrm flipH="1" flipV="1">
            <a:off x="5878365" y="4195047"/>
            <a:ext cx="564282" cy="9195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7B9A371-7670-499C-9B06-0D4438BF18C7}"/>
              </a:ext>
            </a:extLst>
          </p:cNvPr>
          <p:cNvSpPr/>
          <p:nvPr/>
        </p:nvSpPr>
        <p:spPr>
          <a:xfrm>
            <a:off x="5597385" y="3281851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50FB6F83-3C1C-4DAE-8AD5-911591EACC61}"/>
              </a:ext>
            </a:extLst>
          </p:cNvPr>
          <p:cNvSpPr/>
          <p:nvPr/>
        </p:nvSpPr>
        <p:spPr>
          <a:xfrm>
            <a:off x="5430416" y="3304748"/>
            <a:ext cx="831600" cy="831600"/>
          </a:xfrm>
          <a:prstGeom prst="arc">
            <a:avLst>
              <a:gd name="adj1" fmla="val 5782059"/>
              <a:gd name="adj2" fmla="val 14309621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=+5,2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0D2FA86C-1FD2-4F93-A48C-3B3DB49A56AC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2029587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4199081" cy="11524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80332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rc 33">
            <a:extLst>
              <a:ext uri="{FF2B5EF4-FFF2-40B4-BE49-F238E27FC236}">
                <a16:creationId xmlns:a16="http://schemas.microsoft.com/office/drawing/2014/main" id="{50FB6F83-3C1C-4DAE-8AD5-911591EACC61}"/>
              </a:ext>
            </a:extLst>
          </p:cNvPr>
          <p:cNvSpPr/>
          <p:nvPr/>
        </p:nvSpPr>
        <p:spPr>
          <a:xfrm>
            <a:off x="5430416" y="3304748"/>
            <a:ext cx="831600" cy="831600"/>
          </a:xfrm>
          <a:prstGeom prst="arc">
            <a:avLst>
              <a:gd name="adj1" fmla="val 5782059"/>
              <a:gd name="adj2" fmla="val 14309621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−0,219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=0,031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−0,031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=0,469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286052" y="5114573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52" y="5114573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0"/>
            <a:endCxn id="28" idx="5"/>
          </p:cNvCxnSpPr>
          <p:nvPr/>
        </p:nvCxnSpPr>
        <p:spPr>
          <a:xfrm flipH="1" flipV="1">
            <a:off x="5878365" y="4195047"/>
            <a:ext cx="564282" cy="9195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=+5,2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56544A-A73D-4243-8053-450104CBF27D}"/>
              </a:ext>
            </a:extLst>
          </p:cNvPr>
          <p:cNvCxnSpPr>
            <a:cxnSpLocks/>
          </p:cNvCxnSpPr>
          <p:nvPr/>
        </p:nvCxnSpPr>
        <p:spPr>
          <a:xfrm>
            <a:off x="3654067" y="4136032"/>
            <a:ext cx="291554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C258D1-3500-439C-ABAC-7E245E0EDD92}"/>
              </a:ext>
            </a:extLst>
          </p:cNvPr>
          <p:cNvCxnSpPr>
            <a:cxnSpLocks/>
          </p:cNvCxnSpPr>
          <p:nvPr/>
        </p:nvCxnSpPr>
        <p:spPr>
          <a:xfrm flipV="1">
            <a:off x="3654067" y="2968283"/>
            <a:ext cx="2915545" cy="11677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/>
              <p:nvPr/>
            </p:nvSpPr>
            <p:spPr>
              <a:xfrm>
                <a:off x="6075033" y="4040369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033" y="4040369"/>
                <a:ext cx="14405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/>
              <p:nvPr/>
            </p:nvSpPr>
            <p:spPr>
              <a:xfrm>
                <a:off x="5790164" y="2486718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0,219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164" y="2486718"/>
                <a:ext cx="144050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15FC6605-03E3-4091-A54F-BCCB4F204191}"/>
              </a:ext>
            </a:extLst>
          </p:cNvPr>
          <p:cNvSpPr/>
          <p:nvPr/>
        </p:nvSpPr>
        <p:spPr>
          <a:xfrm>
            <a:off x="4339392" y="2705365"/>
            <a:ext cx="1800000" cy="2520000"/>
          </a:xfrm>
          <a:prstGeom prst="arc">
            <a:avLst>
              <a:gd name="adj1" fmla="val 19024052"/>
              <a:gd name="adj2" fmla="val 661261"/>
            </a:avLst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37D60A-E4A4-44AC-B3C7-F356F7D26546}"/>
                  </a:ext>
                </a:extLst>
              </p:cNvPr>
              <p:cNvSpPr txBox="1"/>
              <p:nvPr/>
            </p:nvSpPr>
            <p:spPr>
              <a:xfrm>
                <a:off x="6075033" y="3314266"/>
                <a:ext cx="144050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0,031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37D60A-E4A4-44AC-B3C7-F356F7D26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033" y="3314266"/>
                <a:ext cx="144050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A7B9A371-7670-499C-9B06-0D4438BF18C7}"/>
              </a:ext>
            </a:extLst>
          </p:cNvPr>
          <p:cNvSpPr/>
          <p:nvPr/>
        </p:nvSpPr>
        <p:spPr>
          <a:xfrm>
            <a:off x="5597385" y="328185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A000B8E7-3525-4F8C-94B1-91292903FA1D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2029587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4199081" cy="11524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6332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99925C-EC3F-4479-A0EF-156EB3B128EC}"/>
              </a:ext>
            </a:extLst>
          </p:cNvPr>
          <p:cNvCxnSpPr>
            <a:cxnSpLocks/>
          </p:cNvCxnSpPr>
          <p:nvPr/>
        </p:nvCxnSpPr>
        <p:spPr>
          <a:xfrm flipV="1">
            <a:off x="3678075" y="2264249"/>
            <a:ext cx="2415537" cy="188266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1972F-92A4-43BE-AC4C-3FB0AAA96B80}"/>
              </a:ext>
            </a:extLst>
          </p:cNvPr>
          <p:cNvCxnSpPr>
            <a:cxnSpLocks/>
          </p:cNvCxnSpPr>
          <p:nvPr/>
        </p:nvCxnSpPr>
        <p:spPr>
          <a:xfrm flipV="1">
            <a:off x="3678075" y="2921804"/>
            <a:ext cx="2675852" cy="12251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F175129-6059-40A8-867D-5F5884846C4D}"/>
              </a:ext>
            </a:extLst>
          </p:cNvPr>
          <p:cNvSpPr/>
          <p:nvPr/>
        </p:nvSpPr>
        <p:spPr>
          <a:xfrm>
            <a:off x="1934282" y="2415685"/>
            <a:ext cx="3456000" cy="3456000"/>
          </a:xfrm>
          <a:prstGeom prst="ellipse">
            <a:avLst/>
          </a:prstGeom>
          <a:noFill/>
          <a:ln w="190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32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0,215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−0,198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i="1" dirty="0">
                  <a:solidFill>
                    <a:srgbClr val="00B05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=0,017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từ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chêm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−0,017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=0,483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20000" cy="4320000"/>
            <a:chOff x="1494067" y="1588956"/>
            <a:chExt cx="4320000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/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28B7FF-F9FA-4CC7-8E94-E894FD78B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2" y="1499514"/>
                <a:ext cx="2637578" cy="584775"/>
              </a:xfrm>
              <a:prstGeom prst="rect">
                <a:avLst/>
              </a:prstGeom>
              <a:blipFill>
                <a:blip r:embed="rId5"/>
                <a:stretch>
                  <a:fillRect l="-4167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28F2F9-E0A0-438E-A2D1-3F524FB75166}"/>
              </a:ext>
            </a:extLst>
          </p:cNvPr>
          <p:cNvCxnSpPr>
            <a:cxnSpLocks/>
            <a:stCxn id="31" idx="2"/>
            <a:endCxn id="27" idx="1"/>
          </p:cNvCxnSpPr>
          <p:nvPr/>
        </p:nvCxnSpPr>
        <p:spPr>
          <a:xfrm>
            <a:off x="1480681" y="2084289"/>
            <a:ext cx="959720" cy="837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/>
              <p:nvPr/>
            </p:nvSpPr>
            <p:spPr>
              <a:xfrm>
                <a:off x="4743233" y="3456658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233" y="3456658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c 16">
            <a:extLst>
              <a:ext uri="{FF2B5EF4-FFF2-40B4-BE49-F238E27FC236}">
                <a16:creationId xmlns:a16="http://schemas.microsoft.com/office/drawing/2014/main" id="{7EDC351C-13B9-4C48-BFC3-FA078422D1F2}"/>
              </a:ext>
            </a:extLst>
          </p:cNvPr>
          <p:cNvSpPr/>
          <p:nvPr/>
        </p:nvSpPr>
        <p:spPr>
          <a:xfrm rot="19745228">
            <a:off x="4641854" y="2137065"/>
            <a:ext cx="1800000" cy="1800000"/>
          </a:xfrm>
          <a:prstGeom prst="arc">
            <a:avLst>
              <a:gd name="adj1" fmla="val 20305342"/>
              <a:gd name="adj2" fmla="val 1338061"/>
            </a:avLst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31102D22-261E-4FA3-A6FA-5CD2FCA5A687}"/>
              </a:ext>
            </a:extLst>
          </p:cNvPr>
          <p:cNvSpPr/>
          <p:nvPr/>
        </p:nvSpPr>
        <p:spPr>
          <a:xfrm>
            <a:off x="1942189" y="2418924"/>
            <a:ext cx="3456000" cy="3456000"/>
          </a:xfrm>
          <a:prstGeom prst="arc">
            <a:avLst>
              <a:gd name="adj1" fmla="val 20215476"/>
              <a:gd name="adj2" fmla="val 19259998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4CC4A02-A939-4521-AE54-6C0FFFC9EA83}"/>
                  </a:ext>
                </a:extLst>
              </p:cNvPr>
              <p:cNvSpPr txBox="1"/>
              <p:nvPr/>
            </p:nvSpPr>
            <p:spPr>
              <a:xfrm>
                <a:off x="5780413" y="3002549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0,215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4CC4A02-A939-4521-AE54-6C0FFFC9E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413" y="3002549"/>
                <a:ext cx="144050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981505-6148-4E41-9FF9-C5FEF0FB8311}"/>
                  </a:ext>
                </a:extLst>
              </p:cNvPr>
              <p:cNvSpPr txBox="1"/>
              <p:nvPr/>
            </p:nvSpPr>
            <p:spPr>
              <a:xfrm>
                <a:off x="5093815" y="1801214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0,198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981505-6148-4E41-9FF9-C5FEF0FB8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815" y="1801214"/>
                <a:ext cx="144050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8486E690-022F-498C-B693-A22B9FFD34A6}"/>
              </a:ext>
            </a:extLst>
          </p:cNvPr>
          <p:cNvSpPr/>
          <p:nvPr/>
        </p:nvSpPr>
        <p:spPr>
          <a:xfrm>
            <a:off x="4969928" y="3031080"/>
            <a:ext cx="144000" cy="14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15BB7C4-DBD7-4FA8-AF37-6E5C05F5499C}"/>
                  </a:ext>
                </a:extLst>
              </p:cNvPr>
              <p:cNvSpPr txBox="1"/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15BB7C4-DBD7-4FA8-AF37-6E5C05F54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27C11F5-B600-49A8-82B1-14A4C5733F3E}"/>
                  </a:ext>
                </a:extLst>
              </p:cNvPr>
              <p:cNvSpPr txBox="1"/>
              <p:nvPr/>
            </p:nvSpPr>
            <p:spPr>
              <a:xfrm>
                <a:off x="6244124" y="2157524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0,017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27C11F5-B600-49A8-82B1-14A4C5733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124" y="2157524"/>
                <a:ext cx="144050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13689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rc 24">
            <a:extLst>
              <a:ext uri="{FF2B5EF4-FFF2-40B4-BE49-F238E27FC236}">
                <a16:creationId xmlns:a16="http://schemas.microsoft.com/office/drawing/2014/main" id="{A9A229C6-68CA-4581-9A8B-CFE159852D3C}"/>
              </a:ext>
            </a:extLst>
          </p:cNvPr>
          <p:cNvSpPr/>
          <p:nvPr/>
        </p:nvSpPr>
        <p:spPr>
          <a:xfrm>
            <a:off x="5013366" y="2466417"/>
            <a:ext cx="1663200" cy="1663200"/>
          </a:xfrm>
          <a:prstGeom prst="arc">
            <a:avLst>
              <a:gd name="adj1" fmla="val 5637164"/>
              <a:gd name="adj2" fmla="val 13579918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vi-VN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+2,6</m:t>
                    </m:r>
                  </m:oMath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=1+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2,6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/>
              <p:nvPr/>
            </p:nvSpPr>
            <p:spPr>
              <a:xfrm>
                <a:off x="41482" y="5677424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1FB42F-3D2B-49C0-8DAC-6F9DD882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2" y="5677424"/>
                <a:ext cx="2313189" cy="1077218"/>
              </a:xfrm>
              <a:prstGeom prst="rect">
                <a:avLst/>
              </a:prstGeom>
              <a:blipFill>
                <a:blip r:embed="rId4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44008" cy="4320000"/>
            <a:chOff x="1494067" y="1588956"/>
            <a:chExt cx="4344008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3678075" y="2679841"/>
              <a:ext cx="2160000" cy="216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/>
              <p:nvPr/>
            </p:nvSpPr>
            <p:spPr>
              <a:xfrm>
                <a:off x="4477101" y="3268174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101" y="3268174"/>
                <a:ext cx="65581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160446" y="1437423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=+2,6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446" y="1437423"/>
                <a:ext cx="2313189" cy="1077218"/>
              </a:xfrm>
              <a:prstGeom prst="rect">
                <a:avLst/>
              </a:prstGeom>
              <a:blipFill>
                <a:blip r:embed="rId6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C2E753F-3097-4F01-863C-C6419DBCA70C}"/>
              </a:ext>
            </a:extLst>
          </p:cNvPr>
          <p:cNvSpPr/>
          <p:nvPr/>
        </p:nvSpPr>
        <p:spPr>
          <a:xfrm>
            <a:off x="4969928" y="3031080"/>
            <a:ext cx="144000" cy="14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420711-B9EC-485B-91B2-652F11D71DD5}"/>
                  </a:ext>
                </a:extLst>
              </p:cNvPr>
              <p:cNvSpPr txBox="1"/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420711-B9EC-485B-91B2-652F11D71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c 25">
            <a:extLst>
              <a:ext uri="{FF2B5EF4-FFF2-40B4-BE49-F238E27FC236}">
                <a16:creationId xmlns:a16="http://schemas.microsoft.com/office/drawing/2014/main" id="{AB9AA6E5-1E30-4493-81DC-08D55D5BE007}"/>
              </a:ext>
            </a:extLst>
          </p:cNvPr>
          <p:cNvSpPr/>
          <p:nvPr/>
        </p:nvSpPr>
        <p:spPr>
          <a:xfrm>
            <a:off x="1942189" y="2418924"/>
            <a:ext cx="3456000" cy="3456000"/>
          </a:xfrm>
          <a:prstGeom prst="arc">
            <a:avLst>
              <a:gd name="adj1" fmla="val 20215476"/>
              <a:gd name="adj2" fmla="val 19259998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41F956-0609-4768-920D-583ADBBF7763}"/>
              </a:ext>
            </a:extLst>
          </p:cNvPr>
          <p:cNvCxnSpPr>
            <a:cxnSpLocks/>
            <a:stCxn id="40" idx="3"/>
            <a:endCxn id="39" idx="3"/>
          </p:cNvCxnSpPr>
          <p:nvPr/>
        </p:nvCxnSpPr>
        <p:spPr>
          <a:xfrm flipV="1">
            <a:off x="2354671" y="4910592"/>
            <a:ext cx="1639729" cy="13054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5160446" y="2514641"/>
            <a:ext cx="1156595" cy="3754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5266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Dây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A2E88A0-4314-4C48-AA37-3867E2779496}"/>
              </a:ext>
            </a:extLst>
          </p:cNvPr>
          <p:cNvGrpSpPr/>
          <p:nvPr/>
        </p:nvGrpSpPr>
        <p:grpSpPr>
          <a:xfrm>
            <a:off x="1494067" y="1976032"/>
            <a:ext cx="4344008" cy="4320000"/>
            <a:chOff x="1494067" y="1588956"/>
            <a:chExt cx="4344008" cy="43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9A956-42D1-4B1D-B173-18DFA1949E29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AF950D-8EB8-462C-B807-62639FD78925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F8A3C2-F5ED-4FFC-A11D-64E853180AE3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13D2AC-35CA-44A7-9798-57A6B1E5F185}"/>
                </a:ext>
              </a:extLst>
            </p:cNvPr>
            <p:cNvSpPr/>
            <p:nvPr/>
          </p:nvSpPr>
          <p:spPr>
            <a:xfrm>
              <a:off x="3678075" y="2679841"/>
              <a:ext cx="2160000" cy="216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353129-B56D-411D-BF54-F96A43CC0102}"/>
                </a:ext>
              </a:extLst>
            </p:cNvPr>
            <p:cNvSpPr/>
            <p:nvPr/>
          </p:nvSpPr>
          <p:spPr>
            <a:xfrm>
              <a:off x="5160446" y="296504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/>
              <p:nvPr/>
            </p:nvSpPr>
            <p:spPr>
              <a:xfrm>
                <a:off x="4798023" y="3377917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4BA5-2FB5-4798-9453-AE319272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023" y="3377917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C2E753F-3097-4F01-863C-C6419DBCA70C}"/>
              </a:ext>
            </a:extLst>
          </p:cNvPr>
          <p:cNvSpPr/>
          <p:nvPr/>
        </p:nvSpPr>
        <p:spPr>
          <a:xfrm>
            <a:off x="4969928" y="3031080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420711-B9EC-485B-91B2-652F11D71DD5}"/>
                  </a:ext>
                </a:extLst>
              </p:cNvPr>
              <p:cNvSpPr txBox="1"/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420711-B9EC-485B-91B2-652F11D71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204" y="2449912"/>
                <a:ext cx="655819" cy="6463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c 25">
            <a:extLst>
              <a:ext uri="{FF2B5EF4-FFF2-40B4-BE49-F238E27FC236}">
                <a16:creationId xmlns:a16="http://schemas.microsoft.com/office/drawing/2014/main" id="{AB9AA6E5-1E30-4493-81DC-08D55D5BE007}"/>
              </a:ext>
            </a:extLst>
          </p:cNvPr>
          <p:cNvSpPr/>
          <p:nvPr/>
        </p:nvSpPr>
        <p:spPr>
          <a:xfrm>
            <a:off x="1942189" y="2418924"/>
            <a:ext cx="3456000" cy="3456000"/>
          </a:xfrm>
          <a:prstGeom prst="arc">
            <a:avLst>
              <a:gd name="adj1" fmla="val 20215476"/>
              <a:gd name="adj2" fmla="val 19259998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3E5573D-C757-4017-B670-54776F723EB8}"/>
              </a:ext>
            </a:extLst>
          </p:cNvPr>
          <p:cNvSpPr/>
          <p:nvPr/>
        </p:nvSpPr>
        <p:spPr>
          <a:xfrm>
            <a:off x="3672243" y="3066929"/>
            <a:ext cx="2160000" cy="2160000"/>
          </a:xfrm>
          <a:prstGeom prst="arc">
            <a:avLst>
              <a:gd name="adj1" fmla="val 11094798"/>
              <a:gd name="adj2" fmla="val 16972835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4567A27-AB4F-4321-80C5-52C4053811B3}"/>
              </a:ext>
            </a:extLst>
          </p:cNvPr>
          <p:cNvSpPr/>
          <p:nvPr/>
        </p:nvSpPr>
        <p:spPr>
          <a:xfrm>
            <a:off x="3597795" y="4057974"/>
            <a:ext cx="144000" cy="14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F822B52-8197-4E75-A37A-8386B1C295B4}"/>
                  </a:ext>
                </a:extLst>
              </p:cNvPr>
              <p:cNvSpPr txBox="1"/>
              <p:nvPr/>
            </p:nvSpPr>
            <p:spPr>
              <a:xfrm>
                <a:off x="4911227" y="1502077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F822B52-8197-4E75-A37A-8386B1C29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227" y="1502077"/>
                <a:ext cx="2313189" cy="1077218"/>
              </a:xfrm>
              <a:prstGeom prst="rect">
                <a:avLst/>
              </a:prstGeom>
              <a:blipFill>
                <a:blip r:embed="rId6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7F1B2B-3457-4139-9E38-270CE66E1735}"/>
              </a:ext>
            </a:extLst>
          </p:cNvPr>
          <p:cNvCxnSpPr>
            <a:cxnSpLocks/>
            <a:stCxn id="31" idx="2"/>
            <a:endCxn id="39" idx="7"/>
          </p:cNvCxnSpPr>
          <p:nvPr/>
        </p:nvCxnSpPr>
        <p:spPr>
          <a:xfrm flipH="1">
            <a:off x="5521750" y="2579295"/>
            <a:ext cx="546072" cy="8039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391124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810746"/>
                <a:ext cx="10772775" cy="161473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 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0 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nên ta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10746"/>
                <a:ext cx="10772775" cy="1614737"/>
              </a:xfrm>
              <a:prstGeom prst="rect">
                <a:avLst/>
              </a:prstGeom>
              <a:blipFill>
                <a:blip r:embed="rId2"/>
                <a:stretch>
                  <a:fillRect l="-1244" t="-4906" r="-1414" b="-11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69AFF3-D5D4-4796-A633-4CCACC61A902}"/>
                  </a:ext>
                </a:extLst>
              </p:cNvPr>
              <p:cNvSpPr txBox="1"/>
              <p:nvPr/>
            </p:nvSpPr>
            <p:spPr>
              <a:xfrm>
                <a:off x="2183497" y="3509891"/>
                <a:ext cx="7825003" cy="1017523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2,6</m:t>
                          </m:r>
                        </m:e>
                      </m:d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=0,02+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0,052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69AFF3-D5D4-4796-A633-4CCACC61A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497" y="3509891"/>
                <a:ext cx="7825003" cy="1017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D10595-9F37-4122-A169-90B5D4BEB653}"/>
                  </a:ext>
                </a:extLst>
              </p:cNvPr>
              <p:cNvSpPr txBox="1"/>
              <p:nvPr/>
            </p:nvSpPr>
            <p:spPr>
              <a:xfrm>
                <a:off x="2441823" y="4699818"/>
                <a:ext cx="7308348" cy="58477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+0,052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0,052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D10595-9F37-4122-A169-90B5D4BEB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823" y="4699818"/>
                <a:ext cx="7308348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5531D-1F58-477E-8352-EB7C65622C81}"/>
                  </a:ext>
                </a:extLst>
              </p:cNvPr>
              <p:cNvSpPr txBox="1"/>
              <p:nvPr/>
            </p:nvSpPr>
            <p:spPr>
              <a:xfrm>
                <a:off x="2039023" y="5456997"/>
                <a:ext cx="8113947" cy="1158715"/>
              </a:xfrm>
              <a:prstGeom prst="rect">
                <a:avLst/>
              </a:prstGeom>
              <a:solidFill>
                <a:srgbClr val="B9E1E9"/>
              </a:solidFill>
              <a:ln w="381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=−0,052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100=−5,2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5531D-1F58-477E-8352-EB7C65622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023" y="5456997"/>
                <a:ext cx="8113947" cy="11587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02488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rc 33">
            <a:extLst>
              <a:ext uri="{FF2B5EF4-FFF2-40B4-BE49-F238E27FC236}">
                <a16:creationId xmlns:a16="http://schemas.microsoft.com/office/drawing/2014/main" id="{50FB6F83-3C1C-4DAE-8AD5-911591EACC61}"/>
              </a:ext>
            </a:extLst>
          </p:cNvPr>
          <p:cNvSpPr/>
          <p:nvPr/>
        </p:nvSpPr>
        <p:spPr>
          <a:xfrm>
            <a:off x="5397969" y="4144135"/>
            <a:ext cx="831600" cy="831600"/>
          </a:xfrm>
          <a:prstGeom prst="arc">
            <a:avLst>
              <a:gd name="adj1" fmla="val 6634747"/>
              <a:gd name="adj2" fmla="val 15796126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groupChr>
                        <m:groupChrPr>
                          <m:chr m:val="⇔"/>
                          <m:vertJc m:val="bot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−5,2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dây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=∞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5,2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2"/>
            <a:endCxn id="28" idx="7"/>
          </p:cNvCxnSpPr>
          <p:nvPr/>
        </p:nvCxnSpPr>
        <p:spPr>
          <a:xfrm flipH="1">
            <a:off x="5878365" y="3386707"/>
            <a:ext cx="588837" cy="7065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7B9A371-7670-499C-9B06-0D4438BF18C7}"/>
              </a:ext>
            </a:extLst>
          </p:cNvPr>
          <p:cNvSpPr/>
          <p:nvPr/>
        </p:nvSpPr>
        <p:spPr>
          <a:xfrm>
            <a:off x="5597918" y="4868806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=−5,2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0D2FA86C-1FD2-4F93-A48C-3B3DB49A56AC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122127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4166634" cy="1893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38819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rc 26">
            <a:extLst>
              <a:ext uri="{FF2B5EF4-FFF2-40B4-BE49-F238E27FC236}">
                <a16:creationId xmlns:a16="http://schemas.microsoft.com/office/drawing/2014/main" id="{05215A4B-9E5E-4466-B567-A0036153A7AD}"/>
              </a:ext>
            </a:extLst>
          </p:cNvPr>
          <p:cNvSpPr/>
          <p:nvPr/>
        </p:nvSpPr>
        <p:spPr>
          <a:xfrm>
            <a:off x="5397969" y="4144135"/>
            <a:ext cx="831600" cy="831600"/>
          </a:xfrm>
          <a:prstGeom prst="arc">
            <a:avLst>
              <a:gd name="adj1" fmla="val 6634747"/>
              <a:gd name="adj2" fmla="val 15796126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=0,281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−0,25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=0,031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318765" y="1578135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65" y="1578135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2"/>
            <a:endCxn id="28" idx="7"/>
          </p:cNvCxnSpPr>
          <p:nvPr/>
        </p:nvCxnSpPr>
        <p:spPr>
          <a:xfrm flipH="1">
            <a:off x="5878365" y="3147795"/>
            <a:ext cx="596995" cy="945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=−5,2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56544A-A73D-4243-8053-450104CBF27D}"/>
              </a:ext>
            </a:extLst>
          </p:cNvPr>
          <p:cNvCxnSpPr>
            <a:cxnSpLocks/>
          </p:cNvCxnSpPr>
          <p:nvPr/>
        </p:nvCxnSpPr>
        <p:spPr>
          <a:xfrm>
            <a:off x="3654067" y="4136032"/>
            <a:ext cx="291554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C258D1-3500-439C-ABAC-7E245E0EDD92}"/>
              </a:ext>
            </a:extLst>
          </p:cNvPr>
          <p:cNvCxnSpPr>
            <a:cxnSpLocks/>
          </p:cNvCxnSpPr>
          <p:nvPr/>
        </p:nvCxnSpPr>
        <p:spPr>
          <a:xfrm>
            <a:off x="3654067" y="4136033"/>
            <a:ext cx="2698105" cy="108933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4166634" cy="19261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/>
              <p:nvPr/>
            </p:nvSpPr>
            <p:spPr>
              <a:xfrm>
                <a:off x="6018334" y="3634460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334" y="3634460"/>
                <a:ext cx="14405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/>
              <p:nvPr/>
            </p:nvSpPr>
            <p:spPr>
              <a:xfrm>
                <a:off x="6075032" y="5164040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0,281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032" y="5164040"/>
                <a:ext cx="144050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15FC6605-03E3-4091-A54F-BCCB4F204191}"/>
              </a:ext>
            </a:extLst>
          </p:cNvPr>
          <p:cNvSpPr/>
          <p:nvPr/>
        </p:nvSpPr>
        <p:spPr>
          <a:xfrm rot="680004">
            <a:off x="4421785" y="3620509"/>
            <a:ext cx="1800000" cy="1800000"/>
          </a:xfrm>
          <a:prstGeom prst="arc">
            <a:avLst>
              <a:gd name="adj1" fmla="val 19336713"/>
              <a:gd name="adj2" fmla="val 1563092"/>
            </a:avLst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90C7B3B-D3CA-4F10-820C-33644F7A9001}"/>
              </a:ext>
            </a:extLst>
          </p:cNvPr>
          <p:cNvSpPr/>
          <p:nvPr/>
        </p:nvSpPr>
        <p:spPr>
          <a:xfrm>
            <a:off x="5597918" y="486880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/>
              <p:nvPr/>
            </p:nvSpPr>
            <p:spPr>
              <a:xfrm>
                <a:off x="6174447" y="4287500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0,031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447" y="4287500"/>
                <a:ext cx="144050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6DE9C58B-D9B8-4D4E-92CD-879E0B12B2E9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122127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5221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966366"/>
                <a:ext cx="10772775" cy="44935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 pháp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 hợp trở kháng bằng một dây chêm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 về nguyên lý hoạt động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nhưng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khó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khăn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 hiện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điều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 do các nguyên nhân sau: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mắc dây chêm cách tải một đoạn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khoảng cách 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 có thể điều chỉnh được tùy theo giá trị của trở kháng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dài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dây chêm cũng phải có thể điều chỉnh được.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 hiện một tiếp xúc trượt như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dễ gây ra sự mất liên tục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 trở kháng hoặc tiếp xúc kém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966366"/>
                <a:ext cx="10772775" cy="4493538"/>
              </a:xfrm>
              <a:prstGeom prst="rect">
                <a:avLst/>
              </a:prstGeom>
              <a:blipFill>
                <a:blip r:embed="rId2"/>
                <a:stretch>
                  <a:fillRect l="-1414" t="-1493" r="-1414" b="-37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142150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839524"/>
                <a:ext cx="10772775" cy="480349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 khắc phục các khó khăn trên, người ta dùng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 pháp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 hợp tr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ở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kháng bằng hai dây chêm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đặt cách nhau một 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cố định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song song với dây truyền 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chính: 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ây chêm số 1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gần tải (hoặc ngay tại tải)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ây chêm số 2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 dây chêm số 1 một đoạn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hoặc</a:t>
                </a:r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l-GR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 nguồn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839524"/>
                <a:ext cx="10772775" cy="4803494"/>
              </a:xfrm>
              <a:prstGeom prst="rect">
                <a:avLst/>
              </a:prstGeom>
              <a:blipFill>
                <a:blip r:embed="rId2"/>
                <a:stretch>
                  <a:fillRect l="-1244" t="-1269" r="-1414" b="-12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270274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5207C03-DEFB-4395-BD02-88601E2FC019}"/>
              </a:ext>
            </a:extLst>
          </p:cNvPr>
          <p:cNvSpPr txBox="1">
            <a:spLocks/>
          </p:cNvSpPr>
          <p:nvPr/>
        </p:nvSpPr>
        <p:spPr>
          <a:xfrm>
            <a:off x="556084" y="4909556"/>
            <a:ext cx="10772775" cy="1695286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7030A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3EC3ED-2269-415E-A237-EF7B4B380B2A}"/>
              </a:ext>
            </a:extLst>
          </p:cNvPr>
          <p:cNvGrpSpPr/>
          <p:nvPr/>
        </p:nvGrpSpPr>
        <p:grpSpPr>
          <a:xfrm>
            <a:off x="880387" y="92013"/>
            <a:ext cx="10703888" cy="4532986"/>
            <a:chOff x="56225" y="124204"/>
            <a:chExt cx="10703888" cy="4532986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5FBB266-FCB9-4539-BAED-6CE34EA8D296}"/>
                </a:ext>
              </a:extLst>
            </p:cNvPr>
            <p:cNvCxnSpPr>
              <a:cxnSpLocks/>
              <a:stCxn id="54" idx="2"/>
            </p:cNvCxnSpPr>
            <p:nvPr/>
          </p:nvCxnSpPr>
          <p:spPr>
            <a:xfrm flipH="1">
              <a:off x="1969477" y="2275373"/>
              <a:ext cx="8109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09E4E2D-D5A9-4780-9FC4-5A70995D37D4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>
              <a:off x="1969477" y="3939288"/>
              <a:ext cx="8109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B99F5FF-F3CD-4D56-B2C3-1A7C4B87157C}"/>
                </a:ext>
              </a:extLst>
            </p:cNvPr>
            <p:cNvSpPr/>
            <p:nvPr/>
          </p:nvSpPr>
          <p:spPr>
            <a:xfrm>
              <a:off x="2780381" y="2200423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DE90012-F07E-4FEA-9FBB-3813674C70E2}"/>
                </a:ext>
              </a:extLst>
            </p:cNvPr>
            <p:cNvSpPr/>
            <p:nvPr/>
          </p:nvSpPr>
          <p:spPr>
            <a:xfrm>
              <a:off x="2780381" y="3864338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F398D2D-1855-4BE5-82B7-08A4872BF15E}"/>
                    </a:ext>
                  </a:extLst>
                </p:cNvPr>
                <p:cNvSpPr txBox="1"/>
                <p:nvPr/>
              </p:nvSpPr>
              <p:spPr>
                <a:xfrm>
                  <a:off x="2944693" y="628671"/>
                  <a:ext cx="60728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F398D2D-1855-4BE5-82B7-08A4872BF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693" y="628671"/>
                  <a:ext cx="607281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455CFF2-5CB7-46B8-A580-CEA530D4B643}"/>
                </a:ext>
              </a:extLst>
            </p:cNvPr>
            <p:cNvCxnSpPr>
              <a:cxnSpLocks/>
              <a:endCxn id="54" idx="7"/>
            </p:cNvCxnSpPr>
            <p:nvPr/>
          </p:nvCxnSpPr>
          <p:spPr>
            <a:xfrm flipH="1">
              <a:off x="2908329" y="253158"/>
              <a:ext cx="1475636" cy="196921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FA6CCC2-8EF3-44AF-A0D4-501139D39A46}"/>
                </a:ext>
              </a:extLst>
            </p:cNvPr>
            <p:cNvCxnSpPr>
              <a:cxnSpLocks/>
              <a:endCxn id="61" idx="7"/>
            </p:cNvCxnSpPr>
            <p:nvPr/>
          </p:nvCxnSpPr>
          <p:spPr>
            <a:xfrm flipH="1">
              <a:off x="2908329" y="1942781"/>
              <a:ext cx="1494041" cy="1943509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A221C62-1327-47AE-B52A-7EDEE0F5B537}"/>
                </a:ext>
              </a:extLst>
            </p:cNvPr>
            <p:cNvCxnSpPr>
              <a:cxnSpLocks/>
              <a:stCxn id="54" idx="6"/>
              <a:endCxn id="141" idx="2"/>
            </p:cNvCxnSpPr>
            <p:nvPr/>
          </p:nvCxnSpPr>
          <p:spPr>
            <a:xfrm>
              <a:off x="2930281" y="2275373"/>
              <a:ext cx="3392385" cy="9791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990092-A9D7-4165-80E4-848A36F57983}"/>
                </a:ext>
              </a:extLst>
            </p:cNvPr>
            <p:cNvCxnSpPr/>
            <p:nvPr/>
          </p:nvCxnSpPr>
          <p:spPr>
            <a:xfrm>
              <a:off x="4402370" y="232744"/>
              <a:ext cx="0" cy="171003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45FFB2B-B4D8-46DB-82E1-D7849E065239}"/>
                </a:ext>
              </a:extLst>
            </p:cNvPr>
            <p:cNvCxnSpPr>
              <a:cxnSpLocks/>
              <a:stCxn id="61" idx="6"/>
              <a:endCxn id="142" idx="2"/>
            </p:cNvCxnSpPr>
            <p:nvPr/>
          </p:nvCxnSpPr>
          <p:spPr>
            <a:xfrm>
              <a:off x="2930281" y="3939288"/>
              <a:ext cx="3392385" cy="9791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3C11090-4E94-49E4-91A9-9D713D0B78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3106" y="124204"/>
              <a:ext cx="1475636" cy="1969217"/>
            </a:xfrm>
            <a:prstGeom prst="line">
              <a:avLst/>
            </a:prstGeom>
            <a:ln w="190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5AE314D-9DCE-474A-987D-6CA643B156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89420" y="4112451"/>
              <a:ext cx="3508196" cy="9791"/>
            </a:xfrm>
            <a:prstGeom prst="line">
              <a:avLst/>
            </a:prstGeom>
            <a:ln w="19050">
              <a:solidFill>
                <a:srgbClr val="7030A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10F9484-EE08-4BC4-B766-74A31546BD09}"/>
                </a:ext>
              </a:extLst>
            </p:cNvPr>
            <p:cNvSpPr txBox="1"/>
            <p:nvPr/>
          </p:nvSpPr>
          <p:spPr>
            <a:xfrm>
              <a:off x="4408841" y="223834"/>
              <a:ext cx="216918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chêm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</a:p>
            <a:p>
              <a:pPr algn="ctr"/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hở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hoặc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/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nối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tắt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81EE9976-D7D8-4C4B-B3E4-AC93B0CC6331}"/>
                </a:ext>
              </a:extLst>
            </p:cNvPr>
            <p:cNvSpPr/>
            <p:nvPr/>
          </p:nvSpPr>
          <p:spPr>
            <a:xfrm>
              <a:off x="6322666" y="2210214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4172BF1B-F6FE-4F76-B538-F8131F4DF31B}"/>
                </a:ext>
              </a:extLst>
            </p:cNvPr>
            <p:cNvSpPr/>
            <p:nvPr/>
          </p:nvSpPr>
          <p:spPr>
            <a:xfrm>
              <a:off x="6322666" y="3874129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5790E5D-97B8-4728-B2D1-747E63B55C10}"/>
                </a:ext>
              </a:extLst>
            </p:cNvPr>
            <p:cNvSpPr/>
            <p:nvPr/>
          </p:nvSpPr>
          <p:spPr>
            <a:xfrm>
              <a:off x="8273012" y="2646141"/>
              <a:ext cx="422223" cy="88691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3146F181-FA54-4B12-A719-561F976CC89E}"/>
                </a:ext>
              </a:extLst>
            </p:cNvPr>
            <p:cNvSpPr/>
            <p:nvPr/>
          </p:nvSpPr>
          <p:spPr>
            <a:xfrm>
              <a:off x="8423331" y="2210214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CFC72AA-A4BD-408D-9A84-ACFC022D9E79}"/>
                </a:ext>
              </a:extLst>
            </p:cNvPr>
            <p:cNvSpPr/>
            <p:nvPr/>
          </p:nvSpPr>
          <p:spPr>
            <a:xfrm>
              <a:off x="8423331" y="3874129"/>
              <a:ext cx="149900" cy="14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578FF8E5-E73D-4771-85DE-172263D01139}"/>
                    </a:ext>
                  </a:extLst>
                </p:cNvPr>
                <p:cNvSpPr txBox="1"/>
                <p:nvPr/>
              </p:nvSpPr>
              <p:spPr>
                <a:xfrm>
                  <a:off x="8629265" y="2773792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578FF8E5-E73D-4771-85DE-172263D01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265" y="2773792"/>
                  <a:ext cx="70750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4A205007-F786-43DD-BED1-FF2925C5C218}"/>
                </a:ext>
              </a:extLst>
            </p:cNvPr>
            <p:cNvCxnSpPr>
              <a:cxnSpLocks/>
              <a:endCxn id="141" idx="7"/>
            </p:cNvCxnSpPr>
            <p:nvPr/>
          </p:nvCxnSpPr>
          <p:spPr>
            <a:xfrm flipH="1">
              <a:off x="6450614" y="262949"/>
              <a:ext cx="1475636" cy="196921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81FB7C5-4641-4E73-A8DB-A1E8F247E6A0}"/>
                </a:ext>
              </a:extLst>
            </p:cNvPr>
            <p:cNvCxnSpPr>
              <a:cxnSpLocks/>
              <a:endCxn id="142" idx="7"/>
            </p:cNvCxnSpPr>
            <p:nvPr/>
          </p:nvCxnSpPr>
          <p:spPr>
            <a:xfrm flipH="1">
              <a:off x="6450614" y="1952572"/>
              <a:ext cx="1494041" cy="194350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5DD795E-7EAC-42D4-9FA9-242DB1B39D3A}"/>
                </a:ext>
              </a:extLst>
            </p:cNvPr>
            <p:cNvCxnSpPr>
              <a:cxnSpLocks/>
              <a:stCxn id="141" idx="6"/>
              <a:endCxn id="144" idx="2"/>
            </p:cNvCxnSpPr>
            <p:nvPr/>
          </p:nvCxnSpPr>
          <p:spPr>
            <a:xfrm>
              <a:off x="6472566" y="2285164"/>
              <a:ext cx="1950765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178566AA-6163-4F23-85A0-E5BEABE5ABB7}"/>
                </a:ext>
              </a:extLst>
            </p:cNvPr>
            <p:cNvCxnSpPr>
              <a:cxnSpLocks/>
              <a:stCxn id="142" idx="6"/>
              <a:endCxn id="145" idx="2"/>
            </p:cNvCxnSpPr>
            <p:nvPr/>
          </p:nvCxnSpPr>
          <p:spPr>
            <a:xfrm>
              <a:off x="6472566" y="3949079"/>
              <a:ext cx="1950765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4DAB4A5-6B6E-436A-9939-4B01E8C187A1}"/>
                </a:ext>
              </a:extLst>
            </p:cNvPr>
            <p:cNvCxnSpPr>
              <a:cxnSpLocks/>
              <a:stCxn id="143" idx="0"/>
              <a:endCxn id="144" idx="4"/>
            </p:cNvCxnSpPr>
            <p:nvPr/>
          </p:nvCxnSpPr>
          <p:spPr>
            <a:xfrm flipV="1">
              <a:off x="8484124" y="2360114"/>
              <a:ext cx="14157" cy="286027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A4F14EC-4F33-4112-BD20-09655ED1C27F}"/>
                </a:ext>
              </a:extLst>
            </p:cNvPr>
            <p:cNvCxnSpPr>
              <a:cxnSpLocks/>
              <a:stCxn id="145" idx="0"/>
              <a:endCxn id="143" idx="2"/>
            </p:cNvCxnSpPr>
            <p:nvPr/>
          </p:nvCxnSpPr>
          <p:spPr>
            <a:xfrm flipH="1" flipV="1">
              <a:off x="8484124" y="3533059"/>
              <a:ext cx="14157" cy="34107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89B3E02-0234-4EBD-A6D1-E21A8B7C08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5391" y="133995"/>
              <a:ext cx="1475636" cy="1969217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783E341-A770-485D-962A-257F9D5257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705" y="4122242"/>
              <a:ext cx="2066576" cy="0"/>
            </a:xfrm>
            <a:prstGeom prst="line">
              <a:avLst/>
            </a:prstGeom>
            <a:ln w="19050">
              <a:solidFill>
                <a:srgbClr val="00B050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DB56085B-E69C-4893-8836-39A3364C98D2}"/>
                    </a:ext>
                  </a:extLst>
                </p:cNvPr>
                <p:cNvSpPr txBox="1"/>
                <p:nvPr/>
              </p:nvSpPr>
              <p:spPr>
                <a:xfrm>
                  <a:off x="7216096" y="4072415"/>
                  <a:ext cx="53751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DB56085B-E69C-4893-8836-39A3364C9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6096" y="4072415"/>
                  <a:ext cx="537518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1D37F19-9763-4D75-9DCC-5928E51BA545}"/>
                </a:ext>
              </a:extLst>
            </p:cNvPr>
            <p:cNvSpPr txBox="1"/>
            <p:nvPr/>
          </p:nvSpPr>
          <p:spPr>
            <a:xfrm>
              <a:off x="7863166" y="416227"/>
              <a:ext cx="289694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chêm</a:t>
              </a:r>
              <a:r>
                <a: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  <a:p>
              <a:pPr algn="ctr"/>
              <a:r>
                <a: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hở</a:t>
              </a:r>
              <a:r>
                <a: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hoặc</a:t>
              </a:r>
              <a:r>
                <a: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nối</a:t>
              </a:r>
              <a:r>
                <a: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tắt</a:t>
              </a:r>
              <a:r>
                <a:rPr lang="en-GB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A7A7501-AED9-4FF8-A00A-33950C5B40B2}"/>
                </a:ext>
              </a:extLst>
            </p:cNvPr>
            <p:cNvSpPr txBox="1"/>
            <p:nvPr/>
          </p:nvSpPr>
          <p:spPr>
            <a:xfrm>
              <a:off x="56225" y="238366"/>
              <a:ext cx="249069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chính</a:t>
              </a:r>
              <a:endParaRPr lang="en-GB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C194992F-0BF2-401A-A379-4AAB3DAB7AC0}"/>
                </a:ext>
              </a:extLst>
            </p:cNvPr>
            <p:cNvCxnSpPr>
              <a:cxnSpLocks/>
              <a:stCxn id="159" idx="2"/>
            </p:cNvCxnSpPr>
            <p:nvPr/>
          </p:nvCxnSpPr>
          <p:spPr>
            <a:xfrm>
              <a:off x="1301572" y="1315584"/>
              <a:ext cx="832524" cy="9449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F9983DC-1AD4-4EF5-B1A4-18AC0D611E88}"/>
                </a:ext>
              </a:extLst>
            </p:cNvPr>
            <p:cNvGrpSpPr/>
            <p:nvPr/>
          </p:nvGrpSpPr>
          <p:grpSpPr>
            <a:xfrm>
              <a:off x="1657835" y="2019287"/>
              <a:ext cx="2898723" cy="1786471"/>
              <a:chOff x="1657835" y="2019287"/>
              <a:chExt cx="2898723" cy="1786471"/>
            </a:xfrm>
          </p:grpSpPr>
          <p:sp>
            <p:nvSpPr>
              <p:cNvPr id="2" name="Arrow: Right 1">
                <a:extLst>
                  <a:ext uri="{FF2B5EF4-FFF2-40B4-BE49-F238E27FC236}">
                    <a16:creationId xmlns:a16="http://schemas.microsoft.com/office/drawing/2014/main" id="{3F8AB6A8-B124-48D7-B138-252DE328CE0D}"/>
                  </a:ext>
                </a:extLst>
              </p:cNvPr>
              <p:cNvSpPr/>
              <p:nvPr/>
            </p:nvSpPr>
            <p:spPr>
              <a:xfrm>
                <a:off x="1657836" y="2954809"/>
                <a:ext cx="978408" cy="484632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Arrow: Right 50">
                <a:extLst>
                  <a:ext uri="{FF2B5EF4-FFF2-40B4-BE49-F238E27FC236}">
                    <a16:creationId xmlns:a16="http://schemas.microsoft.com/office/drawing/2014/main" id="{E0411C56-58B9-4BBB-8911-6DDA98BAC281}"/>
                  </a:ext>
                </a:extLst>
              </p:cNvPr>
              <p:cNvSpPr/>
              <p:nvPr/>
            </p:nvSpPr>
            <p:spPr>
              <a:xfrm>
                <a:off x="3578150" y="3029141"/>
                <a:ext cx="978408" cy="484632"/>
              </a:xfrm>
              <a:prstGeom prst="rightArrow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Arrow: Right 51">
                <a:extLst>
                  <a:ext uri="{FF2B5EF4-FFF2-40B4-BE49-F238E27FC236}">
                    <a16:creationId xmlns:a16="http://schemas.microsoft.com/office/drawing/2014/main" id="{0EB63B5F-12A8-4712-93A0-D3A61008E24B}"/>
                  </a:ext>
                </a:extLst>
              </p:cNvPr>
              <p:cNvSpPr/>
              <p:nvPr/>
            </p:nvSpPr>
            <p:spPr>
              <a:xfrm rot="18784559">
                <a:off x="2905349" y="2266175"/>
                <a:ext cx="978408" cy="484632"/>
              </a:xfrm>
              <a:prstGeom prst="rightArrow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6FDF66F8-3E8C-4451-B0C3-2C55769E990E}"/>
                      </a:ext>
                    </a:extLst>
                  </p:cNvPr>
                  <p:cNvSpPr txBox="1"/>
                  <p:nvPr/>
                </p:nvSpPr>
                <p:spPr>
                  <a:xfrm>
                    <a:off x="1657835" y="3220983"/>
                    <a:ext cx="623311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6FDF66F8-3E8C-4451-B0C3-2C55769E99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7835" y="3220983"/>
                    <a:ext cx="623311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7929B77-98B2-4DB4-9844-980B68B6224F}"/>
                </a:ext>
              </a:extLst>
            </p:cNvPr>
            <p:cNvGrpSpPr/>
            <p:nvPr/>
          </p:nvGrpSpPr>
          <p:grpSpPr>
            <a:xfrm>
              <a:off x="5189437" y="2017585"/>
              <a:ext cx="2898723" cy="1828791"/>
              <a:chOff x="1657835" y="2019287"/>
              <a:chExt cx="2898723" cy="1828791"/>
            </a:xfrm>
          </p:grpSpPr>
          <p:sp>
            <p:nvSpPr>
              <p:cNvPr id="58" name="Arrow: Right 57">
                <a:extLst>
                  <a:ext uri="{FF2B5EF4-FFF2-40B4-BE49-F238E27FC236}">
                    <a16:creationId xmlns:a16="http://schemas.microsoft.com/office/drawing/2014/main" id="{C6D06AA9-5C19-40EA-89FA-FE0BB7D97DE0}"/>
                  </a:ext>
                </a:extLst>
              </p:cNvPr>
              <p:cNvSpPr/>
              <p:nvPr/>
            </p:nvSpPr>
            <p:spPr>
              <a:xfrm>
                <a:off x="1657836" y="2954809"/>
                <a:ext cx="978408" cy="484632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Arrow: Right 58">
                <a:extLst>
                  <a:ext uri="{FF2B5EF4-FFF2-40B4-BE49-F238E27FC236}">
                    <a16:creationId xmlns:a16="http://schemas.microsoft.com/office/drawing/2014/main" id="{24CE979C-0E4C-48B6-903C-F02A25C3BB27}"/>
                  </a:ext>
                </a:extLst>
              </p:cNvPr>
              <p:cNvSpPr/>
              <p:nvPr/>
            </p:nvSpPr>
            <p:spPr>
              <a:xfrm>
                <a:off x="3578150" y="3029141"/>
                <a:ext cx="978408" cy="484632"/>
              </a:xfrm>
              <a:prstGeom prst="rightArrow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Arrow: Right 59">
                <a:extLst>
                  <a:ext uri="{FF2B5EF4-FFF2-40B4-BE49-F238E27FC236}">
                    <a16:creationId xmlns:a16="http://schemas.microsoft.com/office/drawing/2014/main" id="{27816497-CA82-4406-A7F3-ABD89E0F4BAC}"/>
                  </a:ext>
                </a:extLst>
              </p:cNvPr>
              <p:cNvSpPr/>
              <p:nvPr/>
            </p:nvSpPr>
            <p:spPr>
              <a:xfrm rot="18784559">
                <a:off x="2905349" y="2266175"/>
                <a:ext cx="978408" cy="484632"/>
              </a:xfrm>
              <a:prstGeom prst="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64BB900B-8BE4-4557-94BA-6F901F34FC17}"/>
                      </a:ext>
                    </a:extLst>
                  </p:cNvPr>
                  <p:cNvSpPr txBox="1"/>
                  <p:nvPr/>
                </p:nvSpPr>
                <p:spPr>
                  <a:xfrm>
                    <a:off x="1657835" y="3220983"/>
                    <a:ext cx="773610" cy="6270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64BB900B-8BE4-4557-94BA-6F901F34FC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7835" y="3220983"/>
                    <a:ext cx="773610" cy="6270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2492F599-6391-4961-8FFB-315B281194AD}"/>
                      </a:ext>
                    </a:extLst>
                  </p:cNvPr>
                  <p:cNvSpPr txBox="1"/>
                  <p:nvPr/>
                </p:nvSpPr>
                <p:spPr>
                  <a:xfrm>
                    <a:off x="2371609" y="2221430"/>
                    <a:ext cx="782458" cy="62709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2492F599-6391-4961-8FFB-315B281194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71609" y="2221430"/>
                    <a:ext cx="782458" cy="62709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FF4AACC-2645-4C12-9297-5C6FEE4B6308}"/>
                    </a:ext>
                  </a:extLst>
                </p:cNvPr>
                <p:cNvSpPr txBox="1"/>
                <p:nvPr/>
              </p:nvSpPr>
              <p:spPr>
                <a:xfrm>
                  <a:off x="6463776" y="640465"/>
                  <a:ext cx="59779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FF4AACC-2645-4C12-9297-5C6FEE4B6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3776" y="640465"/>
                  <a:ext cx="597792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00C48E5-D74B-47BC-BC3C-875367CB9958}"/>
                </a:ext>
              </a:extLst>
            </p:cNvPr>
            <p:cNvCxnSpPr/>
            <p:nvPr/>
          </p:nvCxnSpPr>
          <p:spPr>
            <a:xfrm>
              <a:off x="7930587" y="262949"/>
              <a:ext cx="0" cy="171003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9B22C94-E3F0-42FA-9E68-01055632F589}"/>
                    </a:ext>
                  </a:extLst>
                </p:cNvPr>
                <p:cNvSpPr txBox="1"/>
                <p:nvPr/>
              </p:nvSpPr>
              <p:spPr>
                <a:xfrm>
                  <a:off x="2352406" y="2284340"/>
                  <a:ext cx="782458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9B22C94-E3F0-42FA-9E68-01055632F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2406" y="2284340"/>
                  <a:ext cx="782458" cy="6270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3DA320C-A097-4608-9DEB-2638D4640661}"/>
                    </a:ext>
                  </a:extLst>
                </p:cNvPr>
                <p:cNvSpPr txBox="1"/>
                <p:nvPr/>
              </p:nvSpPr>
              <p:spPr>
                <a:xfrm>
                  <a:off x="7068395" y="3302059"/>
                  <a:ext cx="832920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3DA320C-A097-4608-9DEB-2638D4640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8395" y="3302059"/>
                  <a:ext cx="832920" cy="6270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9159C98-034C-472F-9B0C-D33515E804B5}"/>
                    </a:ext>
                  </a:extLst>
                </p:cNvPr>
                <p:cNvSpPr txBox="1"/>
                <p:nvPr/>
              </p:nvSpPr>
              <p:spPr>
                <a:xfrm>
                  <a:off x="3661915" y="3289005"/>
                  <a:ext cx="832920" cy="6270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9159C98-034C-472F-9B0C-D33515E80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1915" y="3289005"/>
                  <a:ext cx="832920" cy="62709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4844649-859C-4362-A971-411FC552DBBD}"/>
                    </a:ext>
                  </a:extLst>
                </p:cNvPr>
                <p:cNvSpPr txBox="1"/>
                <p:nvPr/>
              </p:nvSpPr>
              <p:spPr>
                <a:xfrm>
                  <a:off x="4361165" y="4019417"/>
                  <a:ext cx="8783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4844649-859C-4362-A971-411FC552D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165" y="4019417"/>
                  <a:ext cx="878317" cy="584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8492483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021780"/>
                <a:ext cx="10772775" cy="418576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vụ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vi-VN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vụ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dịch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(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021780"/>
                <a:ext cx="10772775" cy="4185761"/>
              </a:xfrm>
              <a:prstGeom prst="rect">
                <a:avLst/>
              </a:prstGeom>
              <a:blipFill>
                <a:blip r:embed="rId2"/>
                <a:stretch>
                  <a:fillRect l="-1244" t="-1603" r="-1414" b="-42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837821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2423237"/>
                <a:ext cx="10772775" cy="338284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100+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e>
                    </m:d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=0,4</m:t>
                    </m:r>
                    <m:r>
                      <a:rPr lang="el-GR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Dây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=50 </m:t>
                    </m:r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𝑂h𝑚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2423237"/>
                <a:ext cx="10772775" cy="3382849"/>
              </a:xfrm>
              <a:prstGeom prst="rect">
                <a:avLst/>
              </a:prstGeom>
              <a:blipFill>
                <a:blip r:embed="rId2"/>
                <a:stretch>
                  <a:fillRect l="-1244" t="-1805" r="-1414" b="-18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37466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100+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=2+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Điểm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5AA226E8-3656-4075-A558-93ACD9B0B3A3}"/>
              </a:ext>
            </a:extLst>
          </p:cNvPr>
          <p:cNvSpPr/>
          <p:nvPr/>
        </p:nvSpPr>
        <p:spPr>
          <a:xfrm>
            <a:off x="4739838" y="1974126"/>
            <a:ext cx="2160000" cy="2160000"/>
          </a:xfrm>
          <a:prstGeom prst="arc">
            <a:avLst>
              <a:gd name="adj1" fmla="val 5486361"/>
              <a:gd name="adj2" fmla="val 1299325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/>
              <p:nvPr/>
            </p:nvSpPr>
            <p:spPr>
              <a:xfrm>
                <a:off x="5282174" y="569533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74" y="5695332"/>
                <a:ext cx="2313189" cy="1077218"/>
              </a:xfrm>
              <a:prstGeom prst="rect">
                <a:avLst/>
              </a:prstGeom>
              <a:blipFill>
                <a:blip r:embed="rId4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B2BC9C1-932A-45EC-9C36-2C9215DF01F9}"/>
              </a:ext>
            </a:extLst>
          </p:cNvPr>
          <p:cNvGrpSpPr/>
          <p:nvPr/>
        </p:nvGrpSpPr>
        <p:grpSpPr>
          <a:xfrm>
            <a:off x="1494067" y="1976032"/>
            <a:ext cx="4320000" cy="4320000"/>
            <a:chOff x="1494067" y="1588956"/>
            <a:chExt cx="4320000" cy="432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1FC00A5-740F-401D-B465-C2A15F03D27E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12E5F58-D9EC-44F3-B776-C15C6E4EC749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BB26FD1-46BA-490E-969F-630D075052D4}"/>
                </a:ext>
              </a:extLst>
            </p:cNvPr>
            <p:cNvCxnSpPr>
              <a:cxnSpLocks/>
              <a:stCxn id="58" idx="2"/>
              <a:endCxn id="58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39FD0D-A5BB-4229-A422-2731198B9EDE}"/>
                </a:ext>
              </a:extLst>
            </p:cNvPr>
            <p:cNvSpPr/>
            <p:nvPr/>
          </p:nvSpPr>
          <p:spPr>
            <a:xfrm>
              <a:off x="4374067" y="3028956"/>
              <a:ext cx="1440000" cy="1440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C9B8CDD-98DC-42AA-BCA6-EC37012BC4B0}"/>
                    </a:ext>
                  </a:extLst>
                </p:cNvPr>
                <p:cNvSpPr txBox="1"/>
                <p:nvPr/>
              </p:nvSpPr>
              <p:spPr>
                <a:xfrm>
                  <a:off x="4738900" y="2420584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C9B8CDD-98DC-42AA-BCA6-EC37012BC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8900" y="2420584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7E56F7A-11D7-4123-984F-AEAC4AD2D292}"/>
                </a:ext>
              </a:extLst>
            </p:cNvPr>
            <p:cNvSpPr/>
            <p:nvPr/>
          </p:nvSpPr>
          <p:spPr>
            <a:xfrm>
              <a:off x="4754912" y="300649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56F714-B7BF-4B31-94D5-6446C3A867B9}"/>
              </a:ext>
            </a:extLst>
          </p:cNvPr>
          <p:cNvCxnSpPr>
            <a:cxnSpLocks/>
            <a:stCxn id="56" idx="0"/>
            <a:endCxn id="61" idx="5"/>
          </p:cNvCxnSpPr>
          <p:nvPr/>
        </p:nvCxnSpPr>
        <p:spPr>
          <a:xfrm flipH="1" flipV="1">
            <a:off x="5603184" y="4645149"/>
            <a:ext cx="835585" cy="10501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40979" y="1473405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979" y="1473405"/>
                <a:ext cx="2313189" cy="1077218"/>
              </a:xfrm>
              <a:prstGeom prst="rect">
                <a:avLst/>
              </a:prstGeom>
              <a:blipFill>
                <a:blip r:embed="rId6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2"/>
          </p:cNvCxnSpPr>
          <p:nvPr/>
        </p:nvCxnSpPr>
        <p:spPr>
          <a:xfrm flipH="1">
            <a:off x="5417000" y="2550623"/>
            <a:ext cx="880574" cy="144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953958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=0,25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−0,25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=0,25−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5AA226E8-3656-4075-A558-93ACD9B0B3A3}"/>
              </a:ext>
            </a:extLst>
          </p:cNvPr>
          <p:cNvSpPr/>
          <p:nvPr/>
        </p:nvSpPr>
        <p:spPr>
          <a:xfrm>
            <a:off x="-2813605" y="4150546"/>
            <a:ext cx="17280000" cy="17280000"/>
          </a:xfrm>
          <a:prstGeom prst="arc">
            <a:avLst>
              <a:gd name="adj1" fmla="val 14505262"/>
              <a:gd name="adj2" fmla="val 1618230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/>
              <p:nvPr/>
            </p:nvSpPr>
            <p:spPr>
              <a:xfrm>
                <a:off x="108321" y="1474330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=0,25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1" y="1474330"/>
                <a:ext cx="2313189" cy="1077218"/>
              </a:xfrm>
              <a:prstGeom prst="rect">
                <a:avLst/>
              </a:prstGeom>
              <a:blipFill>
                <a:blip r:embed="rId4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B2BC9C1-932A-45EC-9C36-2C9215DF01F9}"/>
              </a:ext>
            </a:extLst>
          </p:cNvPr>
          <p:cNvGrpSpPr/>
          <p:nvPr/>
        </p:nvGrpSpPr>
        <p:grpSpPr>
          <a:xfrm>
            <a:off x="1494067" y="1976032"/>
            <a:ext cx="4320000" cy="4320000"/>
            <a:chOff x="1494067" y="1588956"/>
            <a:chExt cx="4320000" cy="432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1FC00A5-740F-401D-B465-C2A15F03D27E}"/>
                </a:ext>
              </a:extLst>
            </p:cNvPr>
            <p:cNvSpPr/>
            <p:nvPr/>
          </p:nvSpPr>
          <p:spPr>
            <a:xfrm>
              <a:off x="1494067" y="1588956"/>
              <a:ext cx="4320000" cy="43200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12E5F58-D9EC-44F3-B776-C15C6E4EC749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3654067" y="1588956"/>
              <a:ext cx="0" cy="43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BB26FD1-46BA-490E-969F-630D075052D4}"/>
                </a:ext>
              </a:extLst>
            </p:cNvPr>
            <p:cNvCxnSpPr>
              <a:cxnSpLocks/>
              <a:stCxn id="58" idx="2"/>
              <a:endCxn id="58" idx="6"/>
            </p:cNvCxnSpPr>
            <p:nvPr/>
          </p:nvCxnSpPr>
          <p:spPr>
            <a:xfrm>
              <a:off x="1494067" y="3748956"/>
              <a:ext cx="43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39FD0D-A5BB-4229-A422-2731198B9EDE}"/>
                </a:ext>
              </a:extLst>
            </p:cNvPr>
            <p:cNvSpPr/>
            <p:nvPr/>
          </p:nvSpPr>
          <p:spPr>
            <a:xfrm>
              <a:off x="2352244" y="2029744"/>
              <a:ext cx="3456000" cy="345600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C9B8CDD-98DC-42AA-BCA6-EC37012BC4B0}"/>
                    </a:ext>
                  </a:extLst>
                </p:cNvPr>
                <p:cNvSpPr txBox="1"/>
                <p:nvPr/>
              </p:nvSpPr>
              <p:spPr>
                <a:xfrm>
                  <a:off x="4738900" y="2420584"/>
                  <a:ext cx="655819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C9B8CDD-98DC-42AA-BCA6-EC37012BC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8900" y="2420584"/>
                  <a:ext cx="655819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7E56F7A-11D7-4123-984F-AEAC4AD2D292}"/>
                </a:ext>
              </a:extLst>
            </p:cNvPr>
            <p:cNvSpPr/>
            <p:nvPr/>
          </p:nvSpPr>
          <p:spPr>
            <a:xfrm>
              <a:off x="4754912" y="3006490"/>
              <a:ext cx="144000" cy="14400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56F714-B7BF-4B31-94D5-6446C3A867B9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>
          <a:xfrm>
            <a:off x="1264916" y="2551548"/>
            <a:ext cx="1593447" cy="371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−0,25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blipFill>
                <a:blip r:embed="rId6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1"/>
          </p:cNvCxnSpPr>
          <p:nvPr/>
        </p:nvCxnSpPr>
        <p:spPr>
          <a:xfrm flipH="1" flipV="1">
            <a:off x="3890242" y="4344352"/>
            <a:ext cx="1303824" cy="16758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133335" y="4775652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335" y="4775652"/>
                <a:ext cx="65581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20678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5539FD0D-A5BB-4229-A422-2731198B9EDE}"/>
              </a:ext>
            </a:extLst>
          </p:cNvPr>
          <p:cNvSpPr/>
          <p:nvPr/>
        </p:nvSpPr>
        <p:spPr>
          <a:xfrm>
            <a:off x="2337102" y="2804565"/>
            <a:ext cx="2664000" cy="26640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738900" y="2807660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900" y="2807660"/>
                <a:ext cx="65581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=0,4</m:t>
                    </m:r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/>
              <p:nvPr/>
            </p:nvSpPr>
            <p:spPr>
              <a:xfrm>
                <a:off x="0" y="6124990"/>
                <a:ext cx="26639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24990"/>
                <a:ext cx="2663998" cy="584775"/>
              </a:xfrm>
              <a:prstGeom prst="rect">
                <a:avLst/>
              </a:prstGeom>
              <a:blipFill>
                <a:blip r:embed="rId5"/>
                <a:stretch>
                  <a:fillRect l="-3432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56F714-B7BF-4B31-94D5-6446C3A867B9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1331999" y="5323340"/>
            <a:ext cx="1627640" cy="801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32149" y="1612867"/>
                <a:ext cx="833844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0,4</m:t>
                      </m:r>
                      <m: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149" y="1612867"/>
                <a:ext cx="83384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1"/>
          </p:cNvCxnSpPr>
          <p:nvPr/>
        </p:nvCxnSpPr>
        <p:spPr>
          <a:xfrm flipH="1">
            <a:off x="4158067" y="1905255"/>
            <a:ext cx="974082" cy="9690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133335" y="4775652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335" y="4775652"/>
                <a:ext cx="65581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>
            <a:extLst>
              <a:ext uri="{FF2B5EF4-FFF2-40B4-BE49-F238E27FC236}">
                <a16:creationId xmlns:a16="http://schemas.microsoft.com/office/drawing/2014/main" id="{10978098-9950-43FC-AF31-FA223E14E152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96038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FD5D9D-62A1-4D9B-8E8F-E4874E05A9A3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141F-1A66-4BED-91DD-AAA87C08A946}"/>
                  </a:ext>
                </a:extLst>
              </p:cNvPr>
              <p:cNvSpPr txBox="1"/>
              <p:nvPr/>
            </p:nvSpPr>
            <p:spPr>
              <a:xfrm>
                <a:off x="3737288" y="5323339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141F-1A66-4BED-91DD-AAA87C08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288" y="5323339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932242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738900" y="2807660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900" y="2807660"/>
                <a:ext cx="65581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=0,55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=−1,08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0,55−</m:t>
                      </m:r>
                      <m:r>
                        <m:rPr>
                          <m:sty m:val="p"/>
                        </m:rP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en-GB" sz="3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1,08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4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GB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=0,55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blipFill>
                <a:blip r:embed="rId6"/>
                <a:stretch>
                  <a:fillRect l="-5914" t="-7910" r="-5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2"/>
            <a:endCxn id="27" idx="7"/>
          </p:cNvCxnSpPr>
          <p:nvPr/>
        </p:nvCxnSpPr>
        <p:spPr>
          <a:xfrm flipH="1">
            <a:off x="5402701" y="2564614"/>
            <a:ext cx="844235" cy="5998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133335" y="4775652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335" y="4775652"/>
                <a:ext cx="65581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141F-1A66-4BED-91DD-AAA87C08A946}"/>
                  </a:ext>
                </a:extLst>
              </p:cNvPr>
              <p:cNvSpPr txBox="1"/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141F-1A66-4BED-91DD-AAA87C08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CC5B586D-8CFB-4BA6-91CB-05B7D3BDA667}"/>
              </a:ext>
            </a:extLst>
          </p:cNvPr>
          <p:cNvSpPr/>
          <p:nvPr/>
        </p:nvSpPr>
        <p:spPr>
          <a:xfrm>
            <a:off x="3024360" y="2756389"/>
            <a:ext cx="2786400" cy="27864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B1F27BC-ADC9-4903-84A4-2BFEE0C92EAA}"/>
              </a:ext>
            </a:extLst>
          </p:cNvPr>
          <p:cNvSpPr/>
          <p:nvPr/>
        </p:nvSpPr>
        <p:spPr>
          <a:xfrm>
            <a:off x="3810960" y="4149099"/>
            <a:ext cx="3999600" cy="3999600"/>
          </a:xfrm>
          <a:prstGeom prst="arc">
            <a:avLst>
              <a:gd name="adj1" fmla="val 1053001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FD5D9D-62A1-4D9B-8E8F-E4874E05A9A3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F2078FD-0C11-4565-AB15-D6C8196B7790}"/>
                  </a:ext>
                </a:extLst>
              </p:cNvPr>
              <p:cNvSpPr txBox="1"/>
              <p:nvPr/>
            </p:nvSpPr>
            <p:spPr>
              <a:xfrm>
                <a:off x="5210594" y="5594060"/>
                <a:ext cx="22669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GB" sz="32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=−1,08</m:t>
                      </m:r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F2078FD-0C11-4565-AB15-D6C8196B7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594" y="5594060"/>
                <a:ext cx="2266952" cy="1077218"/>
              </a:xfrm>
              <a:prstGeom prst="rect">
                <a:avLst/>
              </a:prstGeom>
              <a:blipFill>
                <a:blip r:embed="rId9"/>
                <a:stretch>
                  <a:fillRect l="-5914" t="-7955" r="-5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c 23">
            <a:extLst>
              <a:ext uri="{FF2B5EF4-FFF2-40B4-BE49-F238E27FC236}">
                <a16:creationId xmlns:a16="http://schemas.microsoft.com/office/drawing/2014/main" id="{FDE13E48-FA7E-47FD-A840-FD44115B6DC5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6183B66-BEDA-435D-B461-857883C9B063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4516570" y="4609409"/>
            <a:ext cx="694024" cy="1523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545418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quay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/>
              <p:nvPr/>
            </p:nvSpPr>
            <p:spPr>
              <a:xfrm>
                <a:off x="23914" y="1474330"/>
                <a:ext cx="1352882" cy="4752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4" y="1474330"/>
                <a:ext cx="1352882" cy="4752840"/>
              </a:xfrm>
              <a:prstGeom prst="rect">
                <a:avLst/>
              </a:prstGeom>
              <a:blipFill>
                <a:blip r:embed="rId4"/>
                <a:stretch>
                  <a:fillRect l="-7207" t="-1795" r="-6757" b="-3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val 60">
            <a:extLst>
              <a:ext uri="{FF2B5EF4-FFF2-40B4-BE49-F238E27FC236}">
                <a16:creationId xmlns:a16="http://schemas.microsoft.com/office/drawing/2014/main" id="{5539FD0D-A5BB-4229-A422-2731198B9EDE}"/>
              </a:ext>
            </a:extLst>
          </p:cNvPr>
          <p:cNvSpPr/>
          <p:nvPr/>
        </p:nvSpPr>
        <p:spPr>
          <a:xfrm>
            <a:off x="3675183" y="3058851"/>
            <a:ext cx="2160000" cy="21600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820507" y="3090401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507" y="3090401"/>
                <a:ext cx="65581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56F714-B7BF-4B31-94D5-6446C3A867B9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1376796" y="3850750"/>
            <a:ext cx="1209047" cy="1388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blipFill>
                <a:blip r:embed="rId6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329653" y="4098355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653" y="4098355"/>
                <a:ext cx="65581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EBD6CA74-D249-45CE-A3ED-156B64FF3DFD}"/>
              </a:ext>
            </a:extLst>
          </p:cNvPr>
          <p:cNvSpPr/>
          <p:nvPr/>
        </p:nvSpPr>
        <p:spPr>
          <a:xfrm>
            <a:off x="2585843" y="4154050"/>
            <a:ext cx="2160000" cy="2160000"/>
          </a:xfrm>
          <a:prstGeom prst="ellipse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E70E1AD9-C3EC-47BB-BEDD-F87601DE2453}"/>
              </a:ext>
            </a:extLst>
          </p:cNvPr>
          <p:cNvSpPr/>
          <p:nvPr/>
        </p:nvSpPr>
        <p:spPr>
          <a:xfrm>
            <a:off x="3024360" y="2756389"/>
            <a:ext cx="2786400" cy="27864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0"/>
            <a:endCxn id="61" idx="4"/>
          </p:cNvCxnSpPr>
          <p:nvPr/>
        </p:nvCxnSpPr>
        <p:spPr>
          <a:xfrm flipH="1" flipV="1">
            <a:off x="4755183" y="5218851"/>
            <a:ext cx="1595478" cy="262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/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GB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=0,55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blipFill>
                <a:blip r:embed="rId9"/>
                <a:stretch>
                  <a:fillRect l="-5914" t="-7910" r="-5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28A69A-A087-4231-B920-38676B5A1A91}"/>
              </a:ext>
            </a:extLst>
          </p:cNvPr>
          <p:cNvCxnSpPr>
            <a:cxnSpLocks/>
            <a:stCxn id="26" idx="2"/>
            <a:endCxn id="25" idx="7"/>
          </p:cNvCxnSpPr>
          <p:nvPr/>
        </p:nvCxnSpPr>
        <p:spPr>
          <a:xfrm flipH="1">
            <a:off x="5402701" y="2564614"/>
            <a:ext cx="844235" cy="5998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22403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điểm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=0,55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vòng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/>
              <p:nvPr/>
            </p:nvSpPr>
            <p:spPr>
              <a:xfrm>
                <a:off x="23914" y="1474330"/>
                <a:ext cx="1352882" cy="4752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8765D9-8C05-4C02-815B-5D97B3C20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4" y="1474330"/>
                <a:ext cx="1352882" cy="4752840"/>
              </a:xfrm>
              <a:prstGeom prst="rect">
                <a:avLst/>
              </a:prstGeom>
              <a:blipFill>
                <a:blip r:embed="rId4"/>
                <a:stretch>
                  <a:fillRect l="-7207" t="-1795" r="-6757" b="-3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859477" y="3100226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77" y="3100226"/>
                <a:ext cx="65581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56F714-B7BF-4B31-94D5-6446C3A867B9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1376796" y="3850750"/>
            <a:ext cx="1209047" cy="1388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329653" y="4098355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653" y="4098355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EBD6CA74-D249-45CE-A3ED-156B64FF3DFD}"/>
              </a:ext>
            </a:extLst>
          </p:cNvPr>
          <p:cNvSpPr/>
          <p:nvPr/>
        </p:nvSpPr>
        <p:spPr>
          <a:xfrm>
            <a:off x="2585843" y="4154050"/>
            <a:ext cx="2160000" cy="2160000"/>
          </a:xfrm>
          <a:prstGeom prst="ellipse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E70E1AD9-C3EC-47BB-BEDD-F87601DE2453}"/>
              </a:ext>
            </a:extLst>
          </p:cNvPr>
          <p:cNvSpPr/>
          <p:nvPr/>
        </p:nvSpPr>
        <p:spPr>
          <a:xfrm>
            <a:off x="3024360" y="2756389"/>
            <a:ext cx="2786400" cy="27864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/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GB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=0,55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blipFill>
                <a:blip r:embed="rId8"/>
                <a:stretch>
                  <a:fillRect l="-5914" t="-7910" r="-5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28A69A-A087-4231-B920-38676B5A1A91}"/>
              </a:ext>
            </a:extLst>
          </p:cNvPr>
          <p:cNvCxnSpPr>
            <a:cxnSpLocks/>
            <a:stCxn id="26" idx="2"/>
            <a:endCxn id="25" idx="7"/>
          </p:cNvCxnSpPr>
          <p:nvPr/>
        </p:nvCxnSpPr>
        <p:spPr>
          <a:xfrm flipH="1">
            <a:off x="5402701" y="2564614"/>
            <a:ext cx="844235" cy="5998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66A75D-5714-40BC-8070-C57B1803A5AC}"/>
              </a:ext>
            </a:extLst>
          </p:cNvPr>
          <p:cNvSpPr/>
          <p:nvPr/>
        </p:nvSpPr>
        <p:spPr>
          <a:xfrm>
            <a:off x="2965129" y="4255808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A94884B-D478-44C8-96B1-19B805F56531}"/>
              </a:ext>
            </a:extLst>
          </p:cNvPr>
          <p:cNvSpPr/>
          <p:nvPr/>
        </p:nvSpPr>
        <p:spPr>
          <a:xfrm>
            <a:off x="4622958" y="543524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/>
              <p:nvPr/>
            </p:nvSpPr>
            <p:spPr>
              <a:xfrm>
                <a:off x="2947906" y="3524307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906" y="3524307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 r="-140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6F8B2F-4A03-4EEE-9E80-0A365FE49AB7}"/>
                  </a:ext>
                </a:extLst>
              </p:cNvPr>
              <p:cNvSpPr txBox="1"/>
              <p:nvPr/>
            </p:nvSpPr>
            <p:spPr>
              <a:xfrm>
                <a:off x="4168652" y="5391368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6F8B2F-4A03-4EEE-9E80-0A365FE49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652" y="5391368"/>
                <a:ext cx="655819" cy="646395"/>
              </a:xfrm>
              <a:prstGeom prst="rect">
                <a:avLst/>
              </a:prstGeom>
              <a:blipFill>
                <a:blip r:embed="rId10"/>
                <a:stretch>
                  <a:fillRect r="-112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84145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=0,55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=−0,11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=0,55−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=+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0,97</m:t>
                      </m:r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=+0,97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764686" y="318821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686" y="3188219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−0,1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E70E1AD9-C3EC-47BB-BEDD-F87601DE2453}"/>
              </a:ext>
            </a:extLst>
          </p:cNvPr>
          <p:cNvSpPr/>
          <p:nvPr/>
        </p:nvSpPr>
        <p:spPr>
          <a:xfrm>
            <a:off x="3024360" y="2756389"/>
            <a:ext cx="2786400" cy="27864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0"/>
          </p:cNvCxnSpPr>
          <p:nvPr/>
        </p:nvCxnSpPr>
        <p:spPr>
          <a:xfrm flipH="1" flipV="1">
            <a:off x="4149499" y="4233248"/>
            <a:ext cx="2201162" cy="1248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/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GB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=0,55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blipFill>
                <a:blip r:embed="rId8"/>
                <a:stretch>
                  <a:fillRect l="-5914" t="-7910" r="-5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28A69A-A087-4231-B920-38676B5A1A91}"/>
              </a:ext>
            </a:extLst>
          </p:cNvPr>
          <p:cNvCxnSpPr>
            <a:cxnSpLocks/>
            <a:stCxn id="26" idx="2"/>
            <a:endCxn id="25" idx="7"/>
          </p:cNvCxnSpPr>
          <p:nvPr/>
        </p:nvCxnSpPr>
        <p:spPr>
          <a:xfrm flipH="1">
            <a:off x="5402701" y="2564614"/>
            <a:ext cx="844235" cy="5998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/>
              <p:nvPr/>
            </p:nvSpPr>
            <p:spPr>
              <a:xfrm>
                <a:off x="2947906" y="3524307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906" y="3524307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 r="-140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c 33">
            <a:extLst>
              <a:ext uri="{FF2B5EF4-FFF2-40B4-BE49-F238E27FC236}">
                <a16:creationId xmlns:a16="http://schemas.microsoft.com/office/drawing/2014/main" id="{50F8200D-0CDB-4376-8EE0-33BD93563641}"/>
              </a:ext>
            </a:extLst>
          </p:cNvPr>
          <p:cNvSpPr/>
          <p:nvPr/>
        </p:nvSpPr>
        <p:spPr>
          <a:xfrm>
            <a:off x="-13825440" y="4119443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B8CEC98A-AB7B-414B-B5B1-9FF6234200C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10211183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66A75D-5714-40BC-8070-C57B1803A5AC}"/>
              </a:ext>
            </a:extLst>
          </p:cNvPr>
          <p:cNvSpPr/>
          <p:nvPr/>
        </p:nvSpPr>
        <p:spPr>
          <a:xfrm>
            <a:off x="2965129" y="4255808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078928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groupChr>
                        <m:groupChrPr>
                          <m:chr m:val="⇔"/>
                          <m:vertJc m:val="bot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+0,97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dây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=∞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+0,97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 b="-3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2"/>
            <a:endCxn id="28" idx="7"/>
          </p:cNvCxnSpPr>
          <p:nvPr/>
        </p:nvCxnSpPr>
        <p:spPr>
          <a:xfrm flipH="1">
            <a:off x="5878365" y="3386707"/>
            <a:ext cx="588837" cy="7065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=+0,97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0D2FA86C-1FD2-4F93-A48C-3B3DB49A56AC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1592977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2867579" cy="8534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0FB6F83-3C1C-4DAE-8AD5-911591EACC61}"/>
              </a:ext>
            </a:extLst>
          </p:cNvPr>
          <p:cNvSpPr/>
          <p:nvPr/>
        </p:nvSpPr>
        <p:spPr>
          <a:xfrm>
            <a:off x="3519233" y="-311970"/>
            <a:ext cx="4453200" cy="4453200"/>
          </a:xfrm>
          <a:prstGeom prst="arc">
            <a:avLst>
              <a:gd name="adj1" fmla="val 5284134"/>
              <a:gd name="adj2" fmla="val 10700727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B9A371-7670-499C-9B06-0D4438BF18C7}"/>
              </a:ext>
            </a:extLst>
          </p:cNvPr>
          <p:cNvSpPr/>
          <p:nvPr/>
        </p:nvSpPr>
        <p:spPr>
          <a:xfrm>
            <a:off x="3450850" y="1919138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285326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−0,123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00B05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=0,127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−0,127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=0,373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C258D1-3500-439C-ABAC-7E245E0EDD92}"/>
              </a:ext>
            </a:extLst>
          </p:cNvPr>
          <p:cNvCxnSpPr>
            <a:cxnSpLocks/>
          </p:cNvCxnSpPr>
          <p:nvPr/>
        </p:nvCxnSpPr>
        <p:spPr>
          <a:xfrm flipH="1" flipV="1">
            <a:off x="3522850" y="1762041"/>
            <a:ext cx="131217" cy="237399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/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/>
              <p:nvPr/>
            </p:nvSpPr>
            <p:spPr>
              <a:xfrm>
                <a:off x="3409602" y="1351277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0,123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02" y="1351277"/>
                <a:ext cx="14405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15FC6605-03E3-4091-A54F-BCCB4F204191}"/>
              </a:ext>
            </a:extLst>
          </p:cNvPr>
          <p:cNvSpPr/>
          <p:nvPr/>
        </p:nvSpPr>
        <p:spPr>
          <a:xfrm rot="18568971">
            <a:off x="3184264" y="3290776"/>
            <a:ext cx="1080000" cy="1080000"/>
          </a:xfrm>
          <a:prstGeom prst="arc">
            <a:avLst>
              <a:gd name="adj1" fmla="val 18615881"/>
              <a:gd name="adj2" fmla="val 5361085"/>
            </a:avLst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/>
              <p:nvPr/>
            </p:nvSpPr>
            <p:spPr>
              <a:xfrm>
                <a:off x="4115537" y="3057071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0,127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537" y="3057071"/>
                <a:ext cx="14405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F6526599-F033-4537-9798-98F63070204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2D55DA-ED35-46E9-9076-6DA7BD33FE44}"/>
              </a:ext>
            </a:extLst>
          </p:cNvPr>
          <p:cNvCxnSpPr>
            <a:cxnSpLocks/>
            <a:stCxn id="24" idx="0"/>
            <a:endCxn id="2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8AA9EF-45D2-44A5-86C8-50512931538B}"/>
              </a:ext>
            </a:extLst>
          </p:cNvPr>
          <p:cNvCxnSpPr>
            <a:cxnSpLocks/>
            <a:stCxn id="24" idx="2"/>
            <a:endCxn id="2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FB943F50-35B6-471A-B059-D8250933D4DA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1592977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5EA74CE-624E-4D85-8115-040EF4B6162A}"/>
              </a:ext>
            </a:extLst>
          </p:cNvPr>
          <p:cNvSpPr/>
          <p:nvPr/>
        </p:nvSpPr>
        <p:spPr>
          <a:xfrm>
            <a:off x="3450850" y="1919138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56544A-A73D-4243-8053-450104CBF27D}"/>
              </a:ext>
            </a:extLst>
          </p:cNvPr>
          <p:cNvCxnSpPr>
            <a:cxnSpLocks/>
          </p:cNvCxnSpPr>
          <p:nvPr/>
        </p:nvCxnSpPr>
        <p:spPr>
          <a:xfrm>
            <a:off x="3654067" y="4136032"/>
            <a:ext cx="291554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DCAFEEE-51A0-4C35-B101-81CDA9713C1C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665526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>
            <a:extLst>
              <a:ext uri="{FF2B5EF4-FFF2-40B4-BE49-F238E27FC236}">
                <a16:creationId xmlns:a16="http://schemas.microsoft.com/office/drawing/2014/main" id="{FD0B2D43-DC87-4DCF-90E8-AE5341E12A15}"/>
              </a:ext>
            </a:extLst>
          </p:cNvPr>
          <p:cNvSpPr/>
          <p:nvPr/>
        </p:nvSpPr>
        <p:spPr>
          <a:xfrm>
            <a:off x="3011642" y="3490268"/>
            <a:ext cx="1296000" cy="1296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795133" y="3118281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133" y="3118281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853041" y="5334228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041" y="5334228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/>
              <p:nvPr/>
            </p:nvSpPr>
            <p:spPr>
              <a:xfrm>
                <a:off x="109050" y="6068007"/>
                <a:ext cx="259445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0" y="6068007"/>
                <a:ext cx="2594455" cy="584775"/>
              </a:xfrm>
              <a:prstGeom prst="rect">
                <a:avLst/>
              </a:prstGeom>
              <a:blipFill>
                <a:blip r:embed="rId8"/>
                <a:stretch>
                  <a:fillRect l="-4941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66A75D-5714-40BC-8070-C57B1803A5AC}"/>
              </a:ext>
            </a:extLst>
          </p:cNvPr>
          <p:cNvSpPr/>
          <p:nvPr/>
        </p:nvSpPr>
        <p:spPr>
          <a:xfrm>
            <a:off x="2965129" y="4255808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/>
              <p:nvPr/>
            </p:nvSpPr>
            <p:spPr>
              <a:xfrm>
                <a:off x="1598799" y="3425274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99" y="3425274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 r="-13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B8CEC98A-AB7B-414B-B5B1-9FF6234200C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10211183"/>
            </a:avLst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0"/>
            <a:endCxn id="42" idx="5"/>
          </p:cNvCxnSpPr>
          <p:nvPr/>
        </p:nvCxnSpPr>
        <p:spPr>
          <a:xfrm flipH="1" flipV="1">
            <a:off x="5518858" y="4902526"/>
            <a:ext cx="831803" cy="579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264796-EEDE-49B3-887A-23121F7C0B6C}"/>
              </a:ext>
            </a:extLst>
          </p:cNvPr>
          <p:cNvCxnSpPr>
            <a:cxnSpLocks/>
            <a:stCxn id="31" idx="2"/>
            <a:endCxn id="29" idx="2"/>
          </p:cNvCxnSpPr>
          <p:nvPr/>
        </p:nvCxnSpPr>
        <p:spPr>
          <a:xfrm>
            <a:off x="1926709" y="4071669"/>
            <a:ext cx="1038420" cy="2561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AF68D687-005F-475E-8C21-40BCBF083FA6}"/>
              </a:ext>
            </a:extLst>
          </p:cNvPr>
          <p:cNvSpPr/>
          <p:nvPr/>
        </p:nvSpPr>
        <p:spPr>
          <a:xfrm>
            <a:off x="3675183" y="3058851"/>
            <a:ext cx="2160000" cy="21600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BC561DE-D471-4D00-97E4-924BF8C33071}"/>
              </a:ext>
            </a:extLst>
          </p:cNvPr>
          <p:cNvSpPr/>
          <p:nvPr/>
        </p:nvSpPr>
        <p:spPr>
          <a:xfrm>
            <a:off x="3014617" y="3488605"/>
            <a:ext cx="1296000" cy="1296000"/>
          </a:xfrm>
          <a:prstGeom prst="arc">
            <a:avLst>
              <a:gd name="adj1" fmla="val 10099682"/>
              <a:gd name="adj2" fmla="val 4058640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DA8915D-2696-4D21-9CFB-EE3405C87CA4}"/>
              </a:ext>
            </a:extLst>
          </p:cNvPr>
          <p:cNvSpPr/>
          <p:nvPr/>
        </p:nvSpPr>
        <p:spPr>
          <a:xfrm>
            <a:off x="3781041" y="469997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28A69A-A087-4231-B920-38676B5A1A91}"/>
              </a:ext>
            </a:extLst>
          </p:cNvPr>
          <p:cNvCxnSpPr>
            <a:cxnSpLocks/>
            <a:stCxn id="26" idx="3"/>
            <a:endCxn id="40" idx="4"/>
          </p:cNvCxnSpPr>
          <p:nvPr/>
        </p:nvCxnSpPr>
        <p:spPr>
          <a:xfrm flipV="1">
            <a:off x="2703505" y="4786268"/>
            <a:ext cx="956137" cy="15741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F7762D-C723-42FE-95D7-1673EC72A1D1}"/>
                  </a:ext>
                </a:extLst>
              </p:cNvPr>
              <p:cNvSpPr txBox="1"/>
              <p:nvPr/>
            </p:nvSpPr>
            <p:spPr>
              <a:xfrm>
                <a:off x="4058993" y="4432753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F7762D-C723-42FE-95D7-1673EC72A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993" y="4432753"/>
                <a:ext cx="655819" cy="6463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290B4CB-7F3F-40CC-90B5-FC69516538F7}"/>
                  </a:ext>
                </a:extLst>
              </p:cNvPr>
              <p:cNvSpPr txBox="1"/>
              <p:nvPr/>
            </p:nvSpPr>
            <p:spPr>
              <a:xfrm>
                <a:off x="5660879" y="1580314"/>
                <a:ext cx="776436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290B4CB-7F3F-40CC-90B5-FC6951653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879" y="1580314"/>
                <a:ext cx="776436" cy="10275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89444D3-A5BA-49E5-8D9B-D35A4D6775E2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4055841" y="2094077"/>
            <a:ext cx="1605038" cy="15238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98559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c 31">
            <a:extLst>
              <a:ext uri="{FF2B5EF4-FFF2-40B4-BE49-F238E27FC236}">
                <a16:creationId xmlns:a16="http://schemas.microsoft.com/office/drawing/2014/main" id="{00F07E80-A968-44DD-952C-3EE28EF6730F}"/>
              </a:ext>
            </a:extLst>
          </p:cNvPr>
          <p:cNvSpPr/>
          <p:nvPr/>
        </p:nvSpPr>
        <p:spPr>
          <a:xfrm>
            <a:off x="2295590" y="4146576"/>
            <a:ext cx="7081200" cy="7081200"/>
          </a:xfrm>
          <a:prstGeom prst="arc">
            <a:avLst>
              <a:gd name="adj1" fmla="val 12440005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−0,61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0,61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795133" y="3118281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133" y="3118281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55013" y="1530621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013" y="1530621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853041" y="5334228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041" y="5334228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66A75D-5714-40BC-8070-C57B1803A5AC}"/>
              </a:ext>
            </a:extLst>
          </p:cNvPr>
          <p:cNvSpPr/>
          <p:nvPr/>
        </p:nvSpPr>
        <p:spPr>
          <a:xfrm>
            <a:off x="2965129" y="4255808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/>
              <p:nvPr/>
            </p:nvSpPr>
            <p:spPr>
              <a:xfrm>
                <a:off x="1598799" y="3425274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99" y="3425274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 r="-13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B8CEC98A-AB7B-414B-B5B1-9FF6234200C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10211183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2"/>
            <a:endCxn id="42" idx="0"/>
          </p:cNvCxnSpPr>
          <p:nvPr/>
        </p:nvCxnSpPr>
        <p:spPr>
          <a:xfrm flipH="1">
            <a:off x="4755183" y="2607839"/>
            <a:ext cx="1556425" cy="4510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264796-EEDE-49B3-887A-23121F7C0B6C}"/>
              </a:ext>
            </a:extLst>
          </p:cNvPr>
          <p:cNvCxnSpPr>
            <a:cxnSpLocks/>
            <a:stCxn id="31" idx="2"/>
            <a:endCxn id="29" idx="2"/>
          </p:cNvCxnSpPr>
          <p:nvPr/>
        </p:nvCxnSpPr>
        <p:spPr>
          <a:xfrm>
            <a:off x="1926709" y="4071669"/>
            <a:ext cx="1038420" cy="2561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AF68D687-005F-475E-8C21-40BCBF083FA6}"/>
              </a:ext>
            </a:extLst>
          </p:cNvPr>
          <p:cNvSpPr/>
          <p:nvPr/>
        </p:nvSpPr>
        <p:spPr>
          <a:xfrm>
            <a:off x="3675183" y="3058851"/>
            <a:ext cx="2160000" cy="2160000"/>
          </a:xfrm>
          <a:prstGeom prst="ellipse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BC561DE-D471-4D00-97E4-924BF8C33071}"/>
              </a:ext>
            </a:extLst>
          </p:cNvPr>
          <p:cNvSpPr/>
          <p:nvPr/>
        </p:nvSpPr>
        <p:spPr>
          <a:xfrm>
            <a:off x="3014617" y="3488605"/>
            <a:ext cx="1296000" cy="1296000"/>
          </a:xfrm>
          <a:prstGeom prst="arc">
            <a:avLst>
              <a:gd name="adj1" fmla="val 10099682"/>
              <a:gd name="adj2" fmla="val 4058640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DA8915D-2696-4D21-9CFB-EE3405C87CA4}"/>
              </a:ext>
            </a:extLst>
          </p:cNvPr>
          <p:cNvSpPr/>
          <p:nvPr/>
        </p:nvSpPr>
        <p:spPr>
          <a:xfrm>
            <a:off x="3781041" y="469997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F7762D-C723-42FE-95D7-1673EC72A1D1}"/>
                  </a:ext>
                </a:extLst>
              </p:cNvPr>
              <p:cNvSpPr txBox="1"/>
              <p:nvPr/>
            </p:nvSpPr>
            <p:spPr>
              <a:xfrm>
                <a:off x="4058993" y="4432753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F7762D-C723-42FE-95D7-1673EC72A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993" y="4432753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2FDD6A-4E1A-4ED5-994F-BB43E48080B7}"/>
                  </a:ext>
                </a:extLst>
              </p:cNvPr>
              <p:cNvSpPr txBox="1"/>
              <p:nvPr/>
            </p:nvSpPr>
            <p:spPr>
              <a:xfrm>
                <a:off x="5221687" y="5524704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−0,61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2FDD6A-4E1A-4ED5-994F-BB43E4808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687" y="5524704"/>
                <a:ext cx="2313189" cy="1077218"/>
              </a:xfrm>
              <a:prstGeom prst="rect">
                <a:avLst/>
              </a:prstGeom>
              <a:blipFill>
                <a:blip r:embed="rId10"/>
                <a:stretch>
                  <a:fillRect l="-5013" t="-7910" r="-4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9942EA7-850A-4F23-937C-502E9F7D6DE3}"/>
              </a:ext>
            </a:extLst>
          </p:cNvPr>
          <p:cNvCxnSpPr>
            <a:cxnSpLocks/>
            <a:stCxn id="38" idx="0"/>
          </p:cNvCxnSpPr>
          <p:nvPr/>
        </p:nvCxnSpPr>
        <p:spPr>
          <a:xfrm flipH="1" flipV="1">
            <a:off x="4714812" y="4327808"/>
            <a:ext cx="1663470" cy="11968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399833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0,61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=0,61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795133" y="3118281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133" y="3118281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853041" y="5334228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041" y="5334228"/>
                <a:ext cx="655819" cy="6463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66A75D-5714-40BC-8070-C57B1803A5AC}"/>
              </a:ext>
            </a:extLst>
          </p:cNvPr>
          <p:cNvSpPr/>
          <p:nvPr/>
        </p:nvSpPr>
        <p:spPr>
          <a:xfrm>
            <a:off x="2965129" y="4255808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/>
              <p:nvPr/>
            </p:nvSpPr>
            <p:spPr>
              <a:xfrm>
                <a:off x="1598799" y="3425274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E91043-B8FF-449F-AF3B-998F8DC85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99" y="3425274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 r="-13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B8CEC98A-AB7B-414B-B5B1-9FF6234200C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10211183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264796-EEDE-49B3-887A-23121F7C0B6C}"/>
              </a:ext>
            </a:extLst>
          </p:cNvPr>
          <p:cNvCxnSpPr>
            <a:cxnSpLocks/>
            <a:stCxn id="31" idx="2"/>
            <a:endCxn id="29" idx="2"/>
          </p:cNvCxnSpPr>
          <p:nvPr/>
        </p:nvCxnSpPr>
        <p:spPr>
          <a:xfrm>
            <a:off x="1926709" y="4071669"/>
            <a:ext cx="1038420" cy="2561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Arc 44">
            <a:extLst>
              <a:ext uri="{FF2B5EF4-FFF2-40B4-BE49-F238E27FC236}">
                <a16:creationId xmlns:a16="http://schemas.microsoft.com/office/drawing/2014/main" id="{7BC561DE-D471-4D00-97E4-924BF8C33071}"/>
              </a:ext>
            </a:extLst>
          </p:cNvPr>
          <p:cNvSpPr/>
          <p:nvPr/>
        </p:nvSpPr>
        <p:spPr>
          <a:xfrm>
            <a:off x="3014617" y="3488605"/>
            <a:ext cx="1296000" cy="1296000"/>
          </a:xfrm>
          <a:prstGeom prst="arc">
            <a:avLst>
              <a:gd name="adj1" fmla="val 10099682"/>
              <a:gd name="adj2" fmla="val 4058640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DA8915D-2696-4D21-9CFB-EE3405C87CA4}"/>
              </a:ext>
            </a:extLst>
          </p:cNvPr>
          <p:cNvSpPr/>
          <p:nvPr/>
        </p:nvSpPr>
        <p:spPr>
          <a:xfrm>
            <a:off x="3781041" y="4699970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F7762D-C723-42FE-95D7-1673EC72A1D1}"/>
                  </a:ext>
                </a:extLst>
              </p:cNvPr>
              <p:cNvSpPr txBox="1"/>
              <p:nvPr/>
            </p:nvSpPr>
            <p:spPr>
              <a:xfrm>
                <a:off x="4058993" y="4432753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F7762D-C723-42FE-95D7-1673EC72A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993" y="4432753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D7FD8F31-531D-4EC3-BD4A-53A75FC29B31}"/>
              </a:ext>
            </a:extLst>
          </p:cNvPr>
          <p:cNvSpPr/>
          <p:nvPr/>
        </p:nvSpPr>
        <p:spPr>
          <a:xfrm>
            <a:off x="3670778" y="3058880"/>
            <a:ext cx="2160000" cy="2160000"/>
          </a:xfrm>
          <a:prstGeom prst="arc">
            <a:avLst>
              <a:gd name="adj1" fmla="val 8919244"/>
              <a:gd name="adj2" fmla="val 10649873"/>
            </a:avLst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6D6668-1633-4D42-B340-1AE43F1CA773}"/>
              </a:ext>
            </a:extLst>
          </p:cNvPr>
          <p:cNvSpPr/>
          <p:nvPr/>
        </p:nvSpPr>
        <p:spPr>
          <a:xfrm>
            <a:off x="3594535" y="406403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639772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groupChr>
                        <m:groupChrPr>
                          <m:chr m:val="⇔"/>
                          <m:vertJc m:val="bot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+0,61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dây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=∞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+0,61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 b="-3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2"/>
            <a:endCxn id="28" idx="7"/>
          </p:cNvCxnSpPr>
          <p:nvPr/>
        </p:nvCxnSpPr>
        <p:spPr>
          <a:xfrm flipH="1">
            <a:off x="5878365" y="3386707"/>
            <a:ext cx="588837" cy="7065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=+0,61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0D2FA86C-1FD2-4F93-A48C-3B3DB49A56AC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1430944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2245384" cy="8534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0FB6F83-3C1C-4DAE-8AD5-911591EACC61}"/>
              </a:ext>
            </a:extLst>
          </p:cNvPr>
          <p:cNvSpPr/>
          <p:nvPr/>
        </p:nvSpPr>
        <p:spPr>
          <a:xfrm>
            <a:off x="2150661" y="-2951133"/>
            <a:ext cx="7081200" cy="7081200"/>
          </a:xfrm>
          <a:prstGeom prst="arc">
            <a:avLst>
              <a:gd name="adj1" fmla="val 5284134"/>
              <a:gd name="adj2" fmla="val 9134306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B9A371-7670-499C-9B06-0D4438BF18C7}"/>
              </a:ext>
            </a:extLst>
          </p:cNvPr>
          <p:cNvSpPr/>
          <p:nvPr/>
        </p:nvSpPr>
        <p:spPr>
          <a:xfrm>
            <a:off x="2506363" y="2186658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642348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−0,087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00B05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=0,163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−0,163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=0,337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C258D1-3500-439C-ABAC-7E245E0EDD92}"/>
              </a:ext>
            </a:extLst>
          </p:cNvPr>
          <p:cNvCxnSpPr>
            <a:cxnSpLocks/>
          </p:cNvCxnSpPr>
          <p:nvPr/>
        </p:nvCxnSpPr>
        <p:spPr>
          <a:xfrm flipH="1" flipV="1">
            <a:off x="2405575" y="1936052"/>
            <a:ext cx="1248493" cy="21999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/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/>
              <p:nvPr/>
            </p:nvSpPr>
            <p:spPr>
              <a:xfrm>
                <a:off x="1133389" y="1745883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0,087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389" y="1745883"/>
                <a:ext cx="14405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15FC6605-03E3-4091-A54F-BCCB4F204191}"/>
              </a:ext>
            </a:extLst>
          </p:cNvPr>
          <p:cNvSpPr/>
          <p:nvPr/>
        </p:nvSpPr>
        <p:spPr>
          <a:xfrm rot="18568971">
            <a:off x="3184264" y="3290776"/>
            <a:ext cx="1080000" cy="1080000"/>
          </a:xfrm>
          <a:prstGeom prst="arc">
            <a:avLst>
              <a:gd name="adj1" fmla="val 16201426"/>
              <a:gd name="adj2" fmla="val 5361085"/>
            </a:avLst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/>
              <p:nvPr/>
            </p:nvSpPr>
            <p:spPr>
              <a:xfrm>
                <a:off x="3891815" y="2832053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0,163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815" y="2832053"/>
                <a:ext cx="14405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F6526599-F033-4537-9798-98F63070204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2D55DA-ED35-46E9-9076-6DA7BD33FE44}"/>
              </a:ext>
            </a:extLst>
          </p:cNvPr>
          <p:cNvCxnSpPr>
            <a:cxnSpLocks/>
            <a:stCxn id="24" idx="0"/>
            <a:endCxn id="2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8AA9EF-45D2-44A5-86C8-50512931538B}"/>
              </a:ext>
            </a:extLst>
          </p:cNvPr>
          <p:cNvCxnSpPr>
            <a:cxnSpLocks/>
            <a:stCxn id="24" idx="2"/>
            <a:endCxn id="2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FB943F50-35B6-471A-B059-D8250933D4DA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14320873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56544A-A73D-4243-8053-450104CBF27D}"/>
              </a:ext>
            </a:extLst>
          </p:cNvPr>
          <p:cNvCxnSpPr>
            <a:cxnSpLocks/>
          </p:cNvCxnSpPr>
          <p:nvPr/>
        </p:nvCxnSpPr>
        <p:spPr>
          <a:xfrm>
            <a:off x="3654067" y="4136032"/>
            <a:ext cx="291554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DCAFEEE-51A0-4C35-B101-81CDA9713C1C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441AB7-0F0B-4595-8B8C-DF588629D151}"/>
              </a:ext>
            </a:extLst>
          </p:cNvPr>
          <p:cNvSpPr/>
          <p:nvPr/>
        </p:nvSpPr>
        <p:spPr>
          <a:xfrm>
            <a:off x="2506363" y="2186658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5717593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=0,55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=−1,88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=0,55−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1,88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0,8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=−0,8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806890" y="318821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890" y="3188219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−1,88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E70E1AD9-C3EC-47BB-BEDD-F87601DE2453}"/>
              </a:ext>
            </a:extLst>
          </p:cNvPr>
          <p:cNvSpPr/>
          <p:nvPr/>
        </p:nvSpPr>
        <p:spPr>
          <a:xfrm>
            <a:off x="3024360" y="2756389"/>
            <a:ext cx="2786400" cy="27864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/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GB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=0,55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460" y="1487396"/>
                <a:ext cx="2266952" cy="1077218"/>
              </a:xfrm>
              <a:prstGeom prst="rect">
                <a:avLst/>
              </a:prstGeom>
              <a:blipFill>
                <a:blip r:embed="rId8"/>
                <a:stretch>
                  <a:fillRect l="-5914" t="-7910" r="-5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28A69A-A087-4231-B920-38676B5A1A91}"/>
              </a:ext>
            </a:extLst>
          </p:cNvPr>
          <p:cNvCxnSpPr>
            <a:cxnSpLocks/>
            <a:stCxn id="26" idx="2"/>
            <a:endCxn id="25" idx="7"/>
          </p:cNvCxnSpPr>
          <p:nvPr/>
        </p:nvCxnSpPr>
        <p:spPr>
          <a:xfrm flipH="1">
            <a:off x="5402701" y="2564614"/>
            <a:ext cx="844235" cy="5998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/>
              <p:nvPr/>
            </p:nvSpPr>
            <p:spPr>
              <a:xfrm>
                <a:off x="3985768" y="5419504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768" y="5419504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 r="-112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c 35">
            <a:extLst>
              <a:ext uri="{FF2B5EF4-FFF2-40B4-BE49-F238E27FC236}">
                <a16:creationId xmlns:a16="http://schemas.microsoft.com/office/drawing/2014/main" id="{A1CAE3F3-811E-4168-B2D2-64E49839136D}"/>
              </a:ext>
            </a:extLst>
          </p:cNvPr>
          <p:cNvSpPr/>
          <p:nvPr/>
        </p:nvSpPr>
        <p:spPr>
          <a:xfrm>
            <a:off x="4671502" y="4146576"/>
            <a:ext cx="2296800" cy="2296800"/>
          </a:xfrm>
          <a:prstGeom prst="arc">
            <a:avLst>
              <a:gd name="adj1" fmla="val 8785287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A38F59CB-1F3C-4734-BBDF-E06330C6D17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4559687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0"/>
          </p:cNvCxnSpPr>
          <p:nvPr/>
        </p:nvCxnSpPr>
        <p:spPr>
          <a:xfrm flipH="1" flipV="1">
            <a:off x="5113460" y="4375052"/>
            <a:ext cx="1237201" cy="11065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2A03E0F-FAD2-4FBB-BD28-608C180EF34B}"/>
              </a:ext>
            </a:extLst>
          </p:cNvPr>
          <p:cNvSpPr/>
          <p:nvPr/>
        </p:nvSpPr>
        <p:spPr>
          <a:xfrm>
            <a:off x="4622958" y="543524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389302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rc 33">
            <a:extLst>
              <a:ext uri="{FF2B5EF4-FFF2-40B4-BE49-F238E27FC236}">
                <a16:creationId xmlns:a16="http://schemas.microsoft.com/office/drawing/2014/main" id="{50FB6F83-3C1C-4DAE-8AD5-911591EACC61}"/>
              </a:ext>
            </a:extLst>
          </p:cNvPr>
          <p:cNvSpPr/>
          <p:nvPr/>
        </p:nvSpPr>
        <p:spPr>
          <a:xfrm>
            <a:off x="3113918" y="4151482"/>
            <a:ext cx="5400000" cy="5400000"/>
          </a:xfrm>
          <a:prstGeom prst="arc">
            <a:avLst>
              <a:gd name="adj1" fmla="val 11636968"/>
              <a:gd name="adj2" fmla="val 16200887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groupChr>
                        <m:groupChrPr>
                          <m:chr m:val="⇔"/>
                          <m:vertJc m:val="bot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−0,8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dây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=∞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−0,8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 b="-3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2"/>
            <a:endCxn id="28" idx="7"/>
          </p:cNvCxnSpPr>
          <p:nvPr/>
        </p:nvCxnSpPr>
        <p:spPr>
          <a:xfrm flipH="1">
            <a:off x="5878365" y="3386707"/>
            <a:ext cx="588837" cy="7065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=−0,8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0D2FA86C-1FD2-4F93-A48C-3B3DB49A56AC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604645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2668846" cy="23098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7B9A371-7670-499C-9B06-0D4438BF18C7}"/>
              </a:ext>
            </a:extLst>
          </p:cNvPr>
          <p:cNvSpPr/>
          <p:nvPr/>
        </p:nvSpPr>
        <p:spPr>
          <a:xfrm>
            <a:off x="3113918" y="6161940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442981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=0,393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−0,25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=0,143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C258D1-3500-439C-ABAC-7E245E0EDD92}"/>
              </a:ext>
            </a:extLst>
          </p:cNvPr>
          <p:cNvCxnSpPr>
            <a:cxnSpLocks/>
          </p:cNvCxnSpPr>
          <p:nvPr/>
        </p:nvCxnSpPr>
        <p:spPr>
          <a:xfrm flipH="1">
            <a:off x="3113918" y="4136033"/>
            <a:ext cx="540150" cy="245963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/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/>
              <p:nvPr/>
            </p:nvSpPr>
            <p:spPr>
              <a:xfrm>
                <a:off x="1817415" y="6116119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0,393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415" y="6116119"/>
                <a:ext cx="14405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15FC6605-03E3-4091-A54F-BCCB4F204191}"/>
              </a:ext>
            </a:extLst>
          </p:cNvPr>
          <p:cNvSpPr/>
          <p:nvPr/>
        </p:nvSpPr>
        <p:spPr>
          <a:xfrm rot="2122860">
            <a:off x="3294066" y="3797924"/>
            <a:ext cx="1080000" cy="1080000"/>
          </a:xfrm>
          <a:prstGeom prst="arc">
            <a:avLst>
              <a:gd name="adj1" fmla="val 18444719"/>
              <a:gd name="adj2" fmla="val 5361085"/>
            </a:avLst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/>
              <p:nvPr/>
            </p:nvSpPr>
            <p:spPr>
              <a:xfrm>
                <a:off x="3856026" y="4749239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0,143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026" y="4749239"/>
                <a:ext cx="14405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F6526599-F033-4537-9798-98F63070204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2D55DA-ED35-46E9-9076-6DA7BD33FE44}"/>
              </a:ext>
            </a:extLst>
          </p:cNvPr>
          <p:cNvCxnSpPr>
            <a:cxnSpLocks/>
            <a:stCxn id="24" idx="0"/>
            <a:endCxn id="2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8AA9EF-45D2-44A5-86C8-50512931538B}"/>
              </a:ext>
            </a:extLst>
          </p:cNvPr>
          <p:cNvCxnSpPr>
            <a:cxnSpLocks/>
            <a:stCxn id="24" idx="2"/>
            <a:endCxn id="2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56544A-A73D-4243-8053-450104CBF27D}"/>
              </a:ext>
            </a:extLst>
          </p:cNvPr>
          <p:cNvCxnSpPr>
            <a:cxnSpLocks/>
          </p:cNvCxnSpPr>
          <p:nvPr/>
        </p:nvCxnSpPr>
        <p:spPr>
          <a:xfrm>
            <a:off x="3654067" y="4136032"/>
            <a:ext cx="291554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5FD62D0-3107-453E-A79D-96605C08DE4D}"/>
              </a:ext>
            </a:extLst>
          </p:cNvPr>
          <p:cNvSpPr/>
          <p:nvPr/>
        </p:nvSpPr>
        <p:spPr>
          <a:xfrm>
            <a:off x="3113918" y="6161940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C0D9174C-920D-49D0-B819-43A1F1B29820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604645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DCAFEEE-51A0-4C35-B101-81CDA9713C1C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269788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457073" y="3413390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073" y="3413390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E70E1AD9-C3EC-47BB-BEDD-F87601DE2453}"/>
              </a:ext>
            </a:extLst>
          </p:cNvPr>
          <p:cNvSpPr/>
          <p:nvPr/>
        </p:nvSpPr>
        <p:spPr>
          <a:xfrm>
            <a:off x="1975296" y="2459456"/>
            <a:ext cx="3384000" cy="3384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/>
              <p:nvPr/>
            </p:nvSpPr>
            <p:spPr>
              <a:xfrm>
                <a:off x="4859399" y="1472033"/>
                <a:ext cx="286060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399" y="1472033"/>
                <a:ext cx="2860607" cy="584775"/>
              </a:xfrm>
              <a:prstGeom prst="rect">
                <a:avLst/>
              </a:prstGeom>
              <a:blipFill>
                <a:blip r:embed="rId8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28A69A-A087-4231-B920-38676B5A1A91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>
          <a:xfrm flipH="1">
            <a:off x="5359296" y="2056808"/>
            <a:ext cx="930407" cy="2094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/>
              <p:nvPr/>
            </p:nvSpPr>
            <p:spPr>
              <a:xfrm>
                <a:off x="4578569" y="6148505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569" y="6148505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 r="-101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92A03E0F-FAD2-4FBB-BD28-608C180EF34B}"/>
              </a:ext>
            </a:extLst>
          </p:cNvPr>
          <p:cNvSpPr/>
          <p:nvPr/>
        </p:nvSpPr>
        <p:spPr>
          <a:xfrm>
            <a:off x="4622958" y="543524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A38F59CB-1F3C-4734-BBDF-E06330C6D17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4559687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0"/>
            <a:endCxn id="29" idx="1"/>
          </p:cNvCxnSpPr>
          <p:nvPr/>
        </p:nvCxnSpPr>
        <p:spPr>
          <a:xfrm flipH="1" flipV="1">
            <a:off x="3991508" y="3375176"/>
            <a:ext cx="2359153" cy="21064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2515F89-A442-4ADF-A48F-5694D56C9437}"/>
              </a:ext>
            </a:extLst>
          </p:cNvPr>
          <p:cNvSpPr/>
          <p:nvPr/>
        </p:nvSpPr>
        <p:spPr>
          <a:xfrm>
            <a:off x="3675183" y="3058851"/>
            <a:ext cx="2160000" cy="21600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25F16F9A-BDCE-4A73-8804-AA2E8472D373}"/>
              </a:ext>
            </a:extLst>
          </p:cNvPr>
          <p:cNvSpPr/>
          <p:nvPr/>
        </p:nvSpPr>
        <p:spPr>
          <a:xfrm>
            <a:off x="1972451" y="2459456"/>
            <a:ext cx="3384000" cy="3384000"/>
          </a:xfrm>
          <a:prstGeom prst="arc">
            <a:avLst>
              <a:gd name="adj1" fmla="val 3340255"/>
              <a:gd name="adj2" fmla="val 19093526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C3657A-1AD0-41C5-AEFC-2E66892BA49B}"/>
              </a:ext>
            </a:extLst>
          </p:cNvPr>
          <p:cNvSpPr/>
          <p:nvPr/>
        </p:nvSpPr>
        <p:spPr>
          <a:xfrm>
            <a:off x="4906479" y="301157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D43B146-0073-48DD-88A1-7126CB219249}"/>
                  </a:ext>
                </a:extLst>
              </p:cNvPr>
              <p:cNvSpPr txBox="1"/>
              <p:nvPr/>
            </p:nvSpPr>
            <p:spPr>
              <a:xfrm>
                <a:off x="584384" y="1694942"/>
                <a:ext cx="776436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D43B146-0073-48DD-88A1-7126CB219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84" y="1694942"/>
                <a:ext cx="776436" cy="10275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B0EC94E-29FD-4D43-83D5-D896E2C5A238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972602" y="2722467"/>
            <a:ext cx="1274405" cy="433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D55890-42DE-44C8-AA79-C40C81FE7623}"/>
              </a:ext>
            </a:extLst>
          </p:cNvPr>
          <p:cNvCxnSpPr>
            <a:cxnSpLocks/>
            <a:stCxn id="30" idx="0"/>
            <a:endCxn id="33" idx="5"/>
          </p:cNvCxnSpPr>
          <p:nvPr/>
        </p:nvCxnSpPr>
        <p:spPr>
          <a:xfrm flipH="1" flipV="1">
            <a:off x="4745870" y="5558157"/>
            <a:ext cx="160609" cy="5903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28B6AAB-55B4-4911-9241-A3D37501AC01}"/>
                  </a:ext>
                </a:extLst>
              </p:cNvPr>
              <p:cNvSpPr txBox="1"/>
              <p:nvPr/>
            </p:nvSpPr>
            <p:spPr>
              <a:xfrm>
                <a:off x="5147114" y="2053306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28B6AAB-55B4-4911-9241-A3D37501A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14" y="2053306"/>
                <a:ext cx="655819" cy="6463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997202-8548-45C1-B64F-F5A6CA7A7C86}"/>
              </a:ext>
            </a:extLst>
          </p:cNvPr>
          <p:cNvCxnSpPr>
            <a:cxnSpLocks/>
            <a:stCxn id="43" idx="2"/>
            <a:endCxn id="32" idx="0"/>
          </p:cNvCxnSpPr>
          <p:nvPr/>
        </p:nvCxnSpPr>
        <p:spPr>
          <a:xfrm flipH="1">
            <a:off x="4978479" y="2699701"/>
            <a:ext cx="496545" cy="311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256273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rc 35">
            <a:extLst>
              <a:ext uri="{FF2B5EF4-FFF2-40B4-BE49-F238E27FC236}">
                <a16:creationId xmlns:a16="http://schemas.microsoft.com/office/drawing/2014/main" id="{8CCAD206-1F04-4A13-A3E6-70F4EC2FBC48}"/>
              </a:ext>
            </a:extLst>
          </p:cNvPr>
          <p:cNvSpPr/>
          <p:nvPr/>
        </p:nvSpPr>
        <p:spPr>
          <a:xfrm>
            <a:off x="4952389" y="2472832"/>
            <a:ext cx="1663200" cy="1663200"/>
          </a:xfrm>
          <a:prstGeom prst="arc">
            <a:avLst>
              <a:gd name="adj1" fmla="val 5284134"/>
              <a:gd name="adj2" fmla="val 13743493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+2,6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2,6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457073" y="3413390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073" y="3413390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/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+2,6</m:t>
                    </m:r>
                  </m:oMath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4CE0B0-10A4-462F-B1EB-C3F18B4C9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481582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10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02" y="4593192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/>
              <p:nvPr/>
            </p:nvSpPr>
            <p:spPr>
              <a:xfrm>
                <a:off x="82897" y="1569632"/>
                <a:ext cx="286060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GB" sz="32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E7A0A6-2AB4-42A2-B311-ABAD9D42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" y="1569632"/>
                <a:ext cx="2860607" cy="1077218"/>
              </a:xfrm>
              <a:prstGeom prst="rect">
                <a:avLst/>
              </a:prstGeom>
              <a:blipFill>
                <a:blip r:embed="rId8"/>
                <a:stretch>
                  <a:fillRect t="-79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/>
              <p:nvPr/>
            </p:nvSpPr>
            <p:spPr>
              <a:xfrm>
                <a:off x="4578569" y="6148505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569" y="6148505"/>
                <a:ext cx="655819" cy="646395"/>
              </a:xfrm>
              <a:prstGeom prst="rect">
                <a:avLst/>
              </a:prstGeom>
              <a:blipFill>
                <a:blip r:embed="rId9"/>
                <a:stretch>
                  <a:fillRect r="-101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92A03E0F-FAD2-4FBB-BD28-608C180EF34B}"/>
              </a:ext>
            </a:extLst>
          </p:cNvPr>
          <p:cNvSpPr/>
          <p:nvPr/>
        </p:nvSpPr>
        <p:spPr>
          <a:xfrm>
            <a:off x="4622958" y="543524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A38F59CB-1F3C-4734-BBDF-E06330C6D17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4559687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4D1193-B520-40EC-B50E-F377164BACBE}"/>
              </a:ext>
            </a:extLst>
          </p:cNvPr>
          <p:cNvCxnSpPr>
            <a:cxnSpLocks/>
            <a:stCxn id="65" idx="0"/>
          </p:cNvCxnSpPr>
          <p:nvPr/>
        </p:nvCxnSpPr>
        <p:spPr>
          <a:xfrm flipH="1" flipV="1">
            <a:off x="5342783" y="3998166"/>
            <a:ext cx="1007878" cy="14834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2515F89-A442-4ADF-A48F-5694D56C9437}"/>
              </a:ext>
            </a:extLst>
          </p:cNvPr>
          <p:cNvSpPr/>
          <p:nvPr/>
        </p:nvSpPr>
        <p:spPr>
          <a:xfrm>
            <a:off x="3675183" y="3058851"/>
            <a:ext cx="2160000" cy="2160000"/>
          </a:xfrm>
          <a:prstGeom prst="ellipse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25F16F9A-BDCE-4A73-8804-AA2E8472D373}"/>
              </a:ext>
            </a:extLst>
          </p:cNvPr>
          <p:cNvSpPr/>
          <p:nvPr/>
        </p:nvSpPr>
        <p:spPr>
          <a:xfrm>
            <a:off x="1972451" y="2459456"/>
            <a:ext cx="3384000" cy="3384000"/>
          </a:xfrm>
          <a:prstGeom prst="arc">
            <a:avLst>
              <a:gd name="adj1" fmla="val 3340255"/>
              <a:gd name="adj2" fmla="val 19093526"/>
            </a:avLst>
          </a:prstGeom>
          <a:ln w="381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C3657A-1AD0-41C5-AEFC-2E66892BA49B}"/>
              </a:ext>
            </a:extLst>
          </p:cNvPr>
          <p:cNvSpPr/>
          <p:nvPr/>
        </p:nvSpPr>
        <p:spPr>
          <a:xfrm>
            <a:off x="4906479" y="301157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D55890-42DE-44C8-AA79-C40C81FE7623}"/>
              </a:ext>
            </a:extLst>
          </p:cNvPr>
          <p:cNvCxnSpPr>
            <a:cxnSpLocks/>
            <a:stCxn id="30" idx="0"/>
            <a:endCxn id="33" idx="5"/>
          </p:cNvCxnSpPr>
          <p:nvPr/>
        </p:nvCxnSpPr>
        <p:spPr>
          <a:xfrm flipH="1" flipV="1">
            <a:off x="4745870" y="5558157"/>
            <a:ext cx="160609" cy="5903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28B6AAB-55B4-4911-9241-A3D37501AC01}"/>
                  </a:ext>
                </a:extLst>
              </p:cNvPr>
              <p:cNvSpPr txBox="1"/>
              <p:nvPr/>
            </p:nvSpPr>
            <p:spPr>
              <a:xfrm>
                <a:off x="5745794" y="1858731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28B6AAB-55B4-4911-9241-A3D37501A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794" y="1858731"/>
                <a:ext cx="655819" cy="6463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997202-8548-45C1-B64F-F5A6CA7A7C86}"/>
              </a:ext>
            </a:extLst>
          </p:cNvPr>
          <p:cNvCxnSpPr>
            <a:cxnSpLocks/>
            <a:stCxn id="43" idx="2"/>
            <a:endCxn id="32" idx="7"/>
          </p:cNvCxnSpPr>
          <p:nvPr/>
        </p:nvCxnSpPr>
        <p:spPr>
          <a:xfrm flipH="1">
            <a:off x="5029391" y="2505126"/>
            <a:ext cx="1044313" cy="5275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28A69A-A087-4231-B920-38676B5A1A91}"/>
              </a:ext>
            </a:extLst>
          </p:cNvPr>
          <p:cNvCxnSpPr>
            <a:cxnSpLocks/>
            <a:stCxn id="26" idx="2"/>
            <a:endCxn id="29" idx="1"/>
          </p:cNvCxnSpPr>
          <p:nvPr/>
        </p:nvCxnSpPr>
        <p:spPr>
          <a:xfrm>
            <a:off x="1513201" y="2646850"/>
            <a:ext cx="2478307" cy="728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944091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,6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−2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,6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2945" r="-336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FC00A5-740F-401D-B465-C2A15F03D27E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2E5F58-D9EC-44F3-B776-C15C6E4EC749}"/>
              </a:ext>
            </a:extLst>
          </p:cNvPr>
          <p:cNvCxnSpPr>
            <a:cxnSpLocks/>
            <a:stCxn id="58" idx="0"/>
            <a:endCxn id="58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B26FD1-46BA-490E-969F-630D075052D4}"/>
              </a:ext>
            </a:extLst>
          </p:cNvPr>
          <p:cNvCxnSpPr>
            <a:cxnSpLocks/>
            <a:stCxn id="58" idx="2"/>
            <a:endCxn id="58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/>
              <p:nvPr/>
            </p:nvSpPr>
            <p:spPr>
              <a:xfrm>
                <a:off x="4457073" y="3413390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9B8CDD-98DC-42AA-BCA6-EC37012B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073" y="3413390"/>
                <a:ext cx="65581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988CD-3CF1-46ED-98DE-D64160027A23}"/>
              </a:ext>
            </a:extLst>
          </p:cNvPr>
          <p:cNvCxnSpPr>
            <a:cxnSpLocks/>
            <a:stCxn id="63" idx="3"/>
            <a:endCxn id="21" idx="7"/>
          </p:cNvCxnSpPr>
          <p:nvPr/>
        </p:nvCxnSpPr>
        <p:spPr>
          <a:xfrm flipH="1">
            <a:off x="2552979" y="3516478"/>
            <a:ext cx="2223021" cy="1260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12E91A0-2571-41E2-A1EC-483EADC35A3B}"/>
              </a:ext>
            </a:extLst>
          </p:cNvPr>
          <p:cNvSpPr/>
          <p:nvPr/>
        </p:nvSpPr>
        <p:spPr>
          <a:xfrm>
            <a:off x="2430067" y="4755587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/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A749A-B9DF-4A95-93E8-A2632C2E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71" y="4605899"/>
                <a:ext cx="65581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/>
              <p:nvPr/>
            </p:nvSpPr>
            <p:spPr>
              <a:xfrm>
                <a:off x="3384466" y="5213185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730E5-99FB-4439-92FC-83BC97BA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466" y="5213185"/>
                <a:ext cx="655819" cy="6463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3F755BE4-5412-4D18-B6A7-3E4C2003EB69}"/>
              </a:ext>
            </a:extLst>
          </p:cNvPr>
          <p:cNvSpPr/>
          <p:nvPr/>
        </p:nvSpPr>
        <p:spPr>
          <a:xfrm>
            <a:off x="3856193" y="537065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812ED15-A8B2-47E4-8A3E-A5516719B7E9}"/>
              </a:ext>
            </a:extLst>
          </p:cNvPr>
          <p:cNvSpPr/>
          <p:nvPr/>
        </p:nvSpPr>
        <p:spPr>
          <a:xfrm>
            <a:off x="2343481" y="2804032"/>
            <a:ext cx="2664000" cy="2664000"/>
          </a:xfrm>
          <a:prstGeom prst="arc">
            <a:avLst>
              <a:gd name="adj1" fmla="val 9131804"/>
              <a:gd name="adj2" fmla="val 4610761"/>
            </a:avLst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A7312884-09B6-4C58-8ACB-BAB95560C85F}"/>
              </a:ext>
            </a:extLst>
          </p:cNvPr>
          <p:cNvSpPr/>
          <p:nvPr/>
        </p:nvSpPr>
        <p:spPr>
          <a:xfrm>
            <a:off x="-15218640" y="23154817"/>
            <a:ext cx="39272400" cy="39272400"/>
          </a:xfrm>
          <a:prstGeom prst="arc">
            <a:avLst>
              <a:gd name="adj1" fmla="val 15446566"/>
              <a:gd name="adj2" fmla="val 16197225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/>
              <p:nvPr/>
            </p:nvSpPr>
            <p:spPr>
              <a:xfrm>
                <a:off x="4578569" y="6148505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DC9C1DA-F134-47BD-8D85-41705832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569" y="6148505"/>
                <a:ext cx="655819" cy="646395"/>
              </a:xfrm>
              <a:prstGeom prst="rect">
                <a:avLst/>
              </a:prstGeom>
              <a:blipFill>
                <a:blip r:embed="rId7"/>
                <a:stretch>
                  <a:fillRect r="-101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92A03E0F-FAD2-4FBB-BD28-608C180EF34B}"/>
              </a:ext>
            </a:extLst>
          </p:cNvPr>
          <p:cNvSpPr/>
          <p:nvPr/>
        </p:nvSpPr>
        <p:spPr>
          <a:xfrm>
            <a:off x="4622958" y="543524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A38F59CB-1F3C-4734-BBDF-E06330C6D171}"/>
              </a:ext>
            </a:extLst>
          </p:cNvPr>
          <p:cNvSpPr/>
          <p:nvPr/>
        </p:nvSpPr>
        <p:spPr>
          <a:xfrm>
            <a:off x="3030819" y="2759641"/>
            <a:ext cx="2786400" cy="2786400"/>
          </a:xfrm>
          <a:prstGeom prst="arc">
            <a:avLst>
              <a:gd name="adj1" fmla="val 6809320"/>
              <a:gd name="adj2" fmla="val 4559687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7E56F7A-11D7-4123-984F-AEAC4AD2D292}"/>
              </a:ext>
            </a:extLst>
          </p:cNvPr>
          <p:cNvSpPr/>
          <p:nvPr/>
        </p:nvSpPr>
        <p:spPr>
          <a:xfrm>
            <a:off x="4754912" y="3393566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25F16F9A-BDCE-4A73-8804-AA2E8472D373}"/>
              </a:ext>
            </a:extLst>
          </p:cNvPr>
          <p:cNvSpPr/>
          <p:nvPr/>
        </p:nvSpPr>
        <p:spPr>
          <a:xfrm>
            <a:off x="1972451" y="2459456"/>
            <a:ext cx="3384000" cy="3384000"/>
          </a:xfrm>
          <a:prstGeom prst="arc">
            <a:avLst>
              <a:gd name="adj1" fmla="val 3340255"/>
              <a:gd name="adj2" fmla="val 19093526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C3657A-1AD0-41C5-AEFC-2E66892BA49B}"/>
              </a:ext>
            </a:extLst>
          </p:cNvPr>
          <p:cNvSpPr/>
          <p:nvPr/>
        </p:nvSpPr>
        <p:spPr>
          <a:xfrm>
            <a:off x="4906479" y="3011579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D55890-42DE-44C8-AA79-C40C81FE7623}"/>
              </a:ext>
            </a:extLst>
          </p:cNvPr>
          <p:cNvCxnSpPr>
            <a:cxnSpLocks/>
            <a:stCxn id="30" idx="0"/>
            <a:endCxn id="33" idx="5"/>
          </p:cNvCxnSpPr>
          <p:nvPr/>
        </p:nvCxnSpPr>
        <p:spPr>
          <a:xfrm flipH="1" flipV="1">
            <a:off x="4745870" y="5558157"/>
            <a:ext cx="160609" cy="5903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28B6AAB-55B4-4911-9241-A3D37501AC01}"/>
                  </a:ext>
                </a:extLst>
              </p:cNvPr>
              <p:cNvSpPr txBox="1"/>
              <p:nvPr/>
            </p:nvSpPr>
            <p:spPr>
              <a:xfrm>
                <a:off x="5745794" y="1858731"/>
                <a:ext cx="655819" cy="646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28B6AAB-55B4-4911-9241-A3D37501A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794" y="1858731"/>
                <a:ext cx="655819" cy="646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997202-8548-45C1-B64F-F5A6CA7A7C86}"/>
              </a:ext>
            </a:extLst>
          </p:cNvPr>
          <p:cNvCxnSpPr>
            <a:cxnSpLocks/>
            <a:stCxn id="43" idx="2"/>
            <a:endCxn id="32" idx="7"/>
          </p:cNvCxnSpPr>
          <p:nvPr/>
        </p:nvCxnSpPr>
        <p:spPr>
          <a:xfrm flipH="1">
            <a:off x="5029391" y="2505126"/>
            <a:ext cx="1044313" cy="5275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B8094F0A-265A-4789-8E87-C9A234192B27}"/>
              </a:ext>
            </a:extLst>
          </p:cNvPr>
          <p:cNvSpPr/>
          <p:nvPr/>
        </p:nvSpPr>
        <p:spPr>
          <a:xfrm>
            <a:off x="3670778" y="3058880"/>
            <a:ext cx="2160000" cy="2160000"/>
          </a:xfrm>
          <a:prstGeom prst="arc">
            <a:avLst>
              <a:gd name="adj1" fmla="val 10935687"/>
              <a:gd name="adj2" fmla="val 16745313"/>
            </a:avLst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2BFF6AE-1AEC-48EA-9C87-5B82851F226B}"/>
              </a:ext>
            </a:extLst>
          </p:cNvPr>
          <p:cNvSpPr/>
          <p:nvPr/>
        </p:nvSpPr>
        <p:spPr>
          <a:xfrm>
            <a:off x="3588221" y="4058280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12322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c 15">
            <a:extLst>
              <a:ext uri="{FF2B5EF4-FFF2-40B4-BE49-F238E27FC236}">
                <a16:creationId xmlns:a16="http://schemas.microsoft.com/office/drawing/2014/main" id="{45356607-1342-4F3A-B391-E5F75D718CC9}"/>
              </a:ext>
            </a:extLst>
          </p:cNvPr>
          <p:cNvSpPr/>
          <p:nvPr/>
        </p:nvSpPr>
        <p:spPr>
          <a:xfrm>
            <a:off x="4973402" y="4150100"/>
            <a:ext cx="1663200" cy="1663200"/>
          </a:xfrm>
          <a:prstGeom prst="arc">
            <a:avLst>
              <a:gd name="adj1" fmla="val 7820951"/>
              <a:gd name="adj2" fmla="val 16200887"/>
            </a:avLst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groupChr>
                        <m:groupChrPr>
                          <m:chr m:val="⇔"/>
                          <m:vertJc m:val="bot"/>
                          <m:ctrlP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2,6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dây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vi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Smith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=∞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−2,6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 b="-3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029A956-42D1-4B1D-B173-18DFA1949E2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F950D-8EB8-462C-B807-62639FD78925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F8A3C2-F5ED-4FFC-A11D-64E853180AE3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/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GB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7EC57D5-D541-4B07-8B9D-48E759D6F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607" y="1817047"/>
                <a:ext cx="2313189" cy="1569660"/>
              </a:xfrm>
              <a:prstGeom prst="rect">
                <a:avLst/>
              </a:prstGeom>
              <a:blipFill>
                <a:blip r:embed="rId4"/>
                <a:stretch>
                  <a:fillRect t="-5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CB2320-B036-47CB-A435-8EC940E2E83A}"/>
              </a:ext>
            </a:extLst>
          </p:cNvPr>
          <p:cNvCxnSpPr>
            <a:cxnSpLocks/>
            <a:stCxn id="30" idx="2"/>
            <a:endCxn id="28" idx="7"/>
          </p:cNvCxnSpPr>
          <p:nvPr/>
        </p:nvCxnSpPr>
        <p:spPr>
          <a:xfrm flipH="1">
            <a:off x="5878365" y="3386707"/>
            <a:ext cx="588837" cy="7065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/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=−2,6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646896-2095-4DC5-8AEE-81BECD09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" y="1498306"/>
                <a:ext cx="2313189" cy="1077218"/>
              </a:xfrm>
              <a:prstGeom prst="rect">
                <a:avLst/>
              </a:prstGeom>
              <a:blipFill>
                <a:blip r:embed="rId5"/>
                <a:stretch>
                  <a:fillRect l="-4737" t="-7955" r="-4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0D2FA86C-1FD2-4F93-A48C-3B3DB49A56AC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247658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E768BD-A9B1-4785-BD9C-69C15F65454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31335" y="2575524"/>
            <a:ext cx="3742067" cy="22088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7B9A371-7670-499C-9B06-0D4438BF18C7}"/>
              </a:ext>
            </a:extLst>
          </p:cNvPr>
          <p:cNvSpPr/>
          <p:nvPr/>
        </p:nvSpPr>
        <p:spPr>
          <a:xfrm>
            <a:off x="5166607" y="5532639"/>
            <a:ext cx="144000" cy="14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330889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=0,308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−0,25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b="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=0,058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7917" y="317644"/>
                <a:ext cx="4332158" cy="6278028"/>
              </a:xfrm>
              <a:blipFill>
                <a:blip r:embed="rId3"/>
                <a:stretch>
                  <a:fillRect l="-3094" r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4E717781-7B5B-477A-A7E9-EC96DE5BCA13}"/>
              </a:ext>
            </a:extLst>
          </p:cNvPr>
          <p:cNvSpPr txBox="1">
            <a:spLocks/>
          </p:cNvSpPr>
          <p:nvPr/>
        </p:nvSpPr>
        <p:spPr>
          <a:xfrm>
            <a:off x="287722" y="103358"/>
            <a:ext cx="7092690" cy="1370972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4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4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4400" dirty="0">
              <a:solidFill>
                <a:srgbClr val="7030A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C258D1-3500-439C-ABAC-7E245E0EDD92}"/>
              </a:ext>
            </a:extLst>
          </p:cNvPr>
          <p:cNvCxnSpPr>
            <a:cxnSpLocks/>
          </p:cNvCxnSpPr>
          <p:nvPr/>
        </p:nvCxnSpPr>
        <p:spPr>
          <a:xfrm>
            <a:off x="3654069" y="4136034"/>
            <a:ext cx="2101384" cy="194120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/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0,25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5F38DA-A250-4BED-9C5B-176222FCA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447" y="3631360"/>
                <a:ext cx="14405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/>
              <p:nvPr/>
            </p:nvSpPr>
            <p:spPr>
              <a:xfrm>
                <a:off x="5141065" y="6010897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0,308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0902C6-3CE6-49B6-9BC5-06375327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065" y="6010897"/>
                <a:ext cx="14405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15FC6605-03E3-4091-A54F-BCCB4F204191}"/>
              </a:ext>
            </a:extLst>
          </p:cNvPr>
          <p:cNvSpPr/>
          <p:nvPr/>
        </p:nvSpPr>
        <p:spPr>
          <a:xfrm>
            <a:off x="1551815" y="1876135"/>
            <a:ext cx="4680000" cy="4680000"/>
          </a:xfrm>
          <a:prstGeom prst="arc">
            <a:avLst>
              <a:gd name="adj1" fmla="val 21489523"/>
              <a:gd name="adj2" fmla="val 2657715"/>
            </a:avLst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/>
              <p:nvPr/>
            </p:nvSpPr>
            <p:spPr>
              <a:xfrm>
                <a:off x="6079897" y="4831679"/>
                <a:ext cx="14405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0,058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D8F144-9A8B-4B1B-A05E-A65A7FA06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897" y="4831679"/>
                <a:ext cx="14405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F6526599-F033-4537-9798-98F630702049}"/>
              </a:ext>
            </a:extLst>
          </p:cNvPr>
          <p:cNvSpPr/>
          <p:nvPr/>
        </p:nvSpPr>
        <p:spPr>
          <a:xfrm>
            <a:off x="1494067" y="1976032"/>
            <a:ext cx="4320000" cy="4320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2D55DA-ED35-46E9-9076-6DA7BD33FE44}"/>
              </a:ext>
            </a:extLst>
          </p:cNvPr>
          <p:cNvCxnSpPr>
            <a:cxnSpLocks/>
            <a:stCxn id="24" idx="0"/>
            <a:endCxn id="24" idx="4"/>
          </p:cNvCxnSpPr>
          <p:nvPr/>
        </p:nvCxnSpPr>
        <p:spPr>
          <a:xfrm>
            <a:off x="3654067" y="1976032"/>
            <a:ext cx="0" cy="432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8AA9EF-45D2-44A5-86C8-50512931538B}"/>
              </a:ext>
            </a:extLst>
          </p:cNvPr>
          <p:cNvCxnSpPr>
            <a:cxnSpLocks/>
            <a:stCxn id="24" idx="2"/>
            <a:endCxn id="24" idx="6"/>
          </p:cNvCxnSpPr>
          <p:nvPr/>
        </p:nvCxnSpPr>
        <p:spPr>
          <a:xfrm>
            <a:off x="1494067" y="4136032"/>
            <a:ext cx="43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FB943F50-35B6-471A-B059-D8250933D4DA}"/>
              </a:ext>
            </a:extLst>
          </p:cNvPr>
          <p:cNvSpPr/>
          <p:nvPr/>
        </p:nvSpPr>
        <p:spPr>
          <a:xfrm>
            <a:off x="1493769" y="1966124"/>
            <a:ext cx="4320000" cy="4320000"/>
          </a:xfrm>
          <a:prstGeom prst="arc">
            <a:avLst>
              <a:gd name="adj1" fmla="val 108789"/>
              <a:gd name="adj2" fmla="val 246727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56544A-A73D-4243-8053-450104CBF27D}"/>
              </a:ext>
            </a:extLst>
          </p:cNvPr>
          <p:cNvCxnSpPr>
            <a:cxnSpLocks/>
          </p:cNvCxnSpPr>
          <p:nvPr/>
        </p:nvCxnSpPr>
        <p:spPr>
          <a:xfrm>
            <a:off x="3654067" y="4136032"/>
            <a:ext cx="291554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353129-B56D-411D-BF54-F96A43CC0102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DCAFEEE-51A0-4C35-B101-81CDA9713C1C}"/>
              </a:ext>
            </a:extLst>
          </p:cNvPr>
          <p:cNvSpPr/>
          <p:nvPr/>
        </p:nvSpPr>
        <p:spPr>
          <a:xfrm>
            <a:off x="5755453" y="4072135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93D1A2F-151A-4480-84AE-3EE0057C6B1E}"/>
              </a:ext>
            </a:extLst>
          </p:cNvPr>
          <p:cNvSpPr/>
          <p:nvPr/>
        </p:nvSpPr>
        <p:spPr>
          <a:xfrm>
            <a:off x="5166607" y="5532639"/>
            <a:ext cx="144000" cy="14400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202411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709612" y="98473"/>
            <a:ext cx="10772775" cy="1659989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Phối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bằng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hai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sz="54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sz="5400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chêm</a:t>
            </a:r>
            <a:endParaRPr lang="en-GB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/>
              <p:nvPr/>
            </p:nvSpPr>
            <p:spPr>
              <a:xfrm>
                <a:off x="709612" y="1775561"/>
                <a:ext cx="10772775" cy="467820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dễ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mắc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chêm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4138" indent="-84138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Tồn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những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chết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vi-V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EF0932-320D-4210-B601-6D150CAD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" y="1775561"/>
                <a:ext cx="10772775" cy="4678204"/>
              </a:xfrm>
              <a:prstGeom prst="rect">
                <a:avLst/>
              </a:prstGeom>
              <a:blipFill>
                <a:blip r:embed="rId2"/>
                <a:stretch>
                  <a:fillRect l="-1244" t="-1302" r="-1414" b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358003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719165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818946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7403</TotalTime>
  <Words>16951</Words>
  <Application>Microsoft Office PowerPoint</Application>
  <PresentationFormat>Widescreen</PresentationFormat>
  <Paragraphs>1933</Paragraphs>
  <Slides>243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243</vt:i4>
      </vt:variant>
    </vt:vector>
  </HeadingPairs>
  <TitlesOfParts>
    <vt:vector size="250" baseType="lpstr">
      <vt:lpstr>Arial</vt:lpstr>
      <vt:lpstr>Calibri</vt:lpstr>
      <vt:lpstr>Calibri Light</vt:lpstr>
      <vt:lpstr>Cambria Math</vt:lpstr>
      <vt:lpstr>Times New Roman</vt:lpstr>
      <vt:lpstr>Wingdings</vt:lpstr>
      <vt:lpstr>Metropolitan</vt:lpstr>
      <vt:lpstr>Chương 2:</vt:lpstr>
      <vt:lpstr>Mục lục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Các đồ thị vòng tròn</vt:lpstr>
      <vt:lpstr>PowerPoint Presentation</vt:lpstr>
      <vt:lpstr>PowerPoint Presentation</vt:lpstr>
      <vt:lpstr>PowerPoint Presentation</vt:lpstr>
      <vt:lpstr>2.1 Phép biểu diễn z trong mặt phẳng phức 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2.1 Phép biểu diễn z trong mặt phẳng phức 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Đồ thị Smith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3.2 Đặc tính</vt:lpstr>
      <vt:lpstr>a. Dẫn nạp trên đồ thị Smith</vt:lpstr>
      <vt:lpstr>a. Dẫn nạp trên đồ thị Smith</vt:lpstr>
      <vt:lpstr>a. Dẫn nạp trên đồ thị Smith</vt:lpstr>
      <vt:lpstr>a. Dẫn nạp trên đồ thị Smith</vt:lpstr>
      <vt:lpstr>a. Dẫn nạp trên đồ thị Smith</vt:lpstr>
      <vt:lpstr>a. Dẫn nạp trên đồ thị Smith</vt:lpstr>
      <vt:lpstr>a. Dẫn nạp trên đồ thị Smith</vt:lpstr>
      <vt:lpstr>a. Dẫn nạp trên đồ thị Smith</vt:lpstr>
      <vt:lpstr>a. Dẫn nạp trên đồ thị Smith</vt:lpstr>
      <vt:lpstr>b. Bụng sóng và nút sóng trên đồ thị Smith</vt:lpstr>
      <vt:lpstr>b. Bụng sóng và nút sóng trên đồ thị Smith</vt:lpstr>
      <vt:lpstr>PowerPoint Presentation</vt:lpstr>
      <vt:lpstr>b. Bụng sóng và nút sóng trên đồ thị Smith</vt:lpstr>
      <vt:lpstr>b. Bụng sóng và nút sóng trên đồ thị Smith</vt:lpstr>
      <vt:lpstr>c. Đổi cơ sở trở kháng chuẩn hóa trên đồ thị Smith</vt:lpstr>
      <vt:lpstr>c. Đổi cơ sở trở kháng chuẩn hóa trên đồ thị Smith</vt:lpstr>
      <vt:lpstr>c. Đổi cơ sở trở kháng chuẩn hóa trên đồ thị Smith</vt:lpstr>
      <vt:lpstr>c. Đổi cơ sở trở kháng chuẩn hóa trên đồ thị Smith</vt:lpstr>
      <vt:lpstr>c. Đổi cơ sở trở kháng chuẩn hóa trên đồ thị Smith</vt:lpstr>
      <vt:lpstr>c. Đổi cơ sở trở kháng chuẩn hóa trên đồ thị Smith</vt:lpstr>
      <vt:lpstr>c. Đổi cơ sở trở kháng chuẩn hóa trên đồ thị Smith</vt:lpstr>
      <vt:lpstr>c. Đổi cơ sở trở kháng chuẩn hóa trên đồ thị Smith</vt:lpstr>
      <vt:lpstr>c. Đổi cơ sở trở kháng chuẩn hóa trên đồ thị Smith</vt:lpstr>
      <vt:lpstr>Ứng dụng cơ bản của đồ thị Smith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Phối hợp trở kháng trên đường dây truyền sóng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5.2 Phối hợp trở kháng bằng đường dây nối tiếp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</dc:title>
  <dc:creator>Mạc Đức Dũng</dc:creator>
  <cp:lastModifiedBy>Mạc Đức Dũng</cp:lastModifiedBy>
  <cp:revision>206</cp:revision>
  <cp:lastPrinted>2021-08-12T11:53:54Z</cp:lastPrinted>
  <dcterms:created xsi:type="dcterms:W3CDTF">2021-06-28T00:16:59Z</dcterms:created>
  <dcterms:modified xsi:type="dcterms:W3CDTF">2021-10-05T08:05:19Z</dcterms:modified>
</cp:coreProperties>
</file>